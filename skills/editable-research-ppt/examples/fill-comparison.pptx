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_rels/chart8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8.xlsx" /></Relationships>
</file>

<file path=ppt/charts/_rels/chart9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9.xlsx" /></Relationships>
</file>

<file path=ppt/charts/_rels/chart10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0.xlsx" /></Relationships>
</file>

<file path=ppt/charts/_rels/chart1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1.xlsx" /></Relationships>
</file>

<file path=ppt/charts/_rels/chart1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2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AF3D3D"/>
            </a:solidFill>
            <a:ln w="19050">
              <a:solidFill>
                <a:srgbClr val="AF3D3D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F3D3D"/>
              </a:solidFill>
              <a:ln w="8890">
                <a:solidFill>
                  <a:srgbClr val="AF3D3D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B82D32"/>
            </a:solidFill>
            <a:ln w="19050">
              <a:solidFill>
                <a:srgbClr val="B82D3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82D32"/>
              </a:solidFill>
              <a:ln w="8890">
                <a:solidFill>
                  <a:srgbClr val="B82D32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EF3F8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F3D3D"/>
            </a:solidFill>
            <a:ln w="19050">
              <a:solidFill>
                <a:srgbClr val="AF3D3D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F3D3D"/>
              </a:solidFill>
              <a:ln w="8890">
                <a:solidFill>
                  <a:srgbClr val="AF3D3D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8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9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trendline>
            <c:spPr>
              <a:ln w="19050">
                <a:solidFill>
                  <a:srgbClr val="1359A0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0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2685C9"/>
            </a:solidFill>
            <a:ln w="11430">
              <a:solidFill>
                <a:srgbClr val="1359A0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2685C9"/>
            </a:solidFill>
            <a:ln w="11430">
              <a:solidFill>
                <a:srgbClr val="1359A0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35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DF5FF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B82D32"/>
            </a:solidFill>
            <a:ln w="19050">
              <a:solidFill>
                <a:srgbClr val="B82D3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82D32"/>
              </a:solidFill>
              <a:ln w="8890">
                <a:solidFill>
                  <a:srgbClr val="B82D32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3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9a7bfe174d0e4ccf" /><Relationship Type="http://schemas.openxmlformats.org/officeDocument/2006/relationships/notesMaster" Target="/ppt/notesMasters/notesMaster1.xml" Id="R0c5b9a79d98d42ed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9a7bfe174d0e4ccf" /><Relationship Type="http://schemas.openxmlformats.org/officeDocument/2006/relationships/notesMaster" Target="/ppt/notesMasters/notesMaster1.xml" Id="R0c5b9a79d98d42ed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4cf529f6e1c7487c" /><Relationship Type="http://schemas.openxmlformats.org/officeDocument/2006/relationships/notesMaster" Target="/ppt/notesMasters/notesMaster1.xml" Id="Rf4725e7255104779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4cf529f6e1c7487c" /><Relationship Type="http://schemas.openxmlformats.org/officeDocument/2006/relationships/notesMaster" Target="/ppt/notesMasters/notesMaster1.xml" Id="Rf4725e7255104779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1.xml" Id="Rd2fd00bda74e4d93" /><Relationship Type="http://schemas.openxmlformats.org/officeDocument/2006/relationships/chart" Target="/ppt/charts/chart2.xml" Id="Re728cd7a426649f7" /><Relationship Type="http://schemas.openxmlformats.org/officeDocument/2006/relationships/notesSlide" Target="/ppt/notesSlides/notesSlide1.xml" Id="R4c85476b41b04e9a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3.xml" Id="Rd2fd00bda74e4d93" /><Relationship Type="http://schemas.openxmlformats.org/officeDocument/2006/relationships/chart" Target="/ppt/charts/chart4.xml" Id="Re728cd7a426649f7" /><Relationship Type="http://schemas.openxmlformats.org/officeDocument/2006/relationships/notesSlide" Target="/ppt/notesSlides/notesSlide2.xml" Id="R4c85476b41b04e9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5.xml" Id="R0f90f39fb5cf47f3" /><Relationship Type="http://schemas.openxmlformats.org/officeDocument/2006/relationships/chart" Target="/ppt/charts/chart6.xml" Id="R5ffc3bee95974730" /><Relationship Type="http://schemas.openxmlformats.org/officeDocument/2006/relationships/chart" Target="/ppt/charts/chart7.xml" Id="R5911ad34a6c7462d" /><Relationship Type="http://schemas.openxmlformats.org/officeDocument/2006/relationships/chart" Target="/ppt/charts/chart8.xml" Id="Rffaaf39a0267400e" /><Relationship Type="http://schemas.openxmlformats.org/officeDocument/2006/relationships/notesSlide" Target="/ppt/notesSlides/notesSlide3.xml" Id="R0674bcd17bcf4ba2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9.xml" Id="R0f90f39fb5cf47f3" /><Relationship Type="http://schemas.openxmlformats.org/officeDocument/2006/relationships/chart" Target="/ppt/charts/chart10.xml" Id="R5ffc3bee95974730" /><Relationship Type="http://schemas.openxmlformats.org/officeDocument/2006/relationships/chart" Target="/ppt/charts/chart11.xml" Id="R5911ad34a6c7462d" /><Relationship Type="http://schemas.openxmlformats.org/officeDocument/2006/relationships/chart" Target="/ppt/charts/chart12.xml" Id="Rffaaf39a0267400e" /><Relationship Type="http://schemas.openxmlformats.org/officeDocument/2006/relationships/notesSlide" Target="/ppt/notesSlides/notesSlide4.xml" Id="R0674bcd17bcf4ba2" /></Relationships>
</file>

<file path=ppt/slides/slide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轻盈浅底｜技术路线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228600" y="914400"/>
            <a:ext cx="342900" cy="1428750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295275" y="1104900"/>
            <a:ext cx="2095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228600" y="2571750"/>
            <a:ext cx="342900" cy="1190625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295275" y="2762250"/>
            <a:ext cx="20955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228600" y="3962400"/>
            <a:ext cx="342900" cy="2152650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295275" y="4152900"/>
            <a:ext cx="2095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899446" y="1145572"/>
            <a:ext cx="401384" cy="284702"/>
          </a:xfrm>
          <a:prstGeom prst="roundRect">
            <a:avLst>
              <a:gd name="adj" fmla="val 26765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20794" y="1084898"/>
            <a:ext cx="154019" cy="79343"/>
          </a:xfrm>
          <a:prstGeom prst="roundRect">
            <a:avLst>
              <a:gd name="adj" fmla="val 50000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16127" y="1206246"/>
            <a:ext cx="168021" cy="168021"/>
          </a:xfrm>
          <a:prstGeom prst="ellipse">
            <a:avLst/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212152" y="1182910"/>
            <a:ext cx="37338" cy="37338"/>
          </a:xfrm>
          <a:prstGeom prst="ellipse">
            <a:avLst/>
          </a:prstGeom>
          <a:solidFill>
            <a:srgbClr val="173D67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514475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/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14475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20521" y="1856994"/>
            <a:ext cx="425958" cy="302133"/>
          </a:xfrm>
          <a:prstGeom prst="roundRect">
            <a:avLst>
              <a:gd name="adj" fmla="val 25221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249299" y="1792605"/>
            <a:ext cx="163449" cy="84201"/>
          </a:xfrm>
          <a:prstGeom prst="roundRect">
            <a:avLst>
              <a:gd name="adj" fmla="val 50000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244346" y="1921383"/>
            <a:ext cx="178308" cy="178308"/>
          </a:xfrm>
          <a:prstGeom prst="ellipse">
            <a:avLst/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452372" y="1896618"/>
            <a:ext cx="39624" cy="39624"/>
          </a:xfrm>
          <a:prstGeom prst="ellipse">
            <a:avLst/>
          </a:prstGeom>
          <a:solidFill>
            <a:srgbClr val="173D67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28469" y="178269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367153" y="189166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50895" y="1861947"/>
            <a:ext cx="108966" cy="108966"/>
          </a:xfrm>
          <a:prstGeom prst="ellipse">
            <a:avLst/>
          </a:prstGeom>
          <a:solidFill>
            <a:srgbClr val="173D67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05325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48200" y="1038225"/>
            <a:ext cx="466725" cy="4667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22876" y="1061561"/>
            <a:ext cx="322040" cy="289370"/>
          </a:xfrm>
          <a:prstGeom prst="cloud">
            <a:avLst/>
          </a:prstGeom>
          <a:solidFill>
            <a:srgbClr val="748BA4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295900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/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295900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/>
          <a:stretch/>
        </p:blipFill>
        <p:spPr>
          <a:xfrm>
            <a:off x="5741194" y="1657350"/>
            <a:ext cx="957263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86750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616315" y="1150239"/>
            <a:ext cx="102680" cy="102680"/>
          </a:xfrm>
          <a:prstGeom prst="ellipse">
            <a:avLst/>
          </a:prstGeom>
          <a:solidFill>
            <a:srgbClr val="173D67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9077325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/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77325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63125" y="1874901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63125" y="1756600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63125" y="1638300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25830" y="2843689"/>
            <a:ext cx="291465" cy="270034"/>
          </a:xfrm>
          <a:prstGeom prst="can">
            <a:avLst/>
          </a:prstGeom>
          <a:noFill/>
          <a:ln w="13395">
            <a:solidFill>
              <a:srgbClr val="173D67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428625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428625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3906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/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623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32371" y="2843689"/>
            <a:ext cx="317183" cy="300038"/>
          </a:xfrm>
          <a:prstGeom prst="roundRect">
            <a:avLst>
              <a:gd name="adj" fmla="val 25397"/>
            </a:avLst>
          </a:prstGeom>
          <a:noFill/>
          <a:ln w="13395">
            <a:solidFill>
              <a:srgbClr val="173D67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783806" y="2972276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783806" y="3062288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873818" y="2972276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873818" y="3062288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63829" y="2972276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63829" y="3062288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100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/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817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21768" y="2890838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8928" y="2783681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26091" y="2860834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61798" y="3088005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8916" y="3083719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294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/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2011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58313" y="2805113"/>
            <a:ext cx="342900" cy="342900"/>
          </a:xfrm>
          <a:prstGeom prst="ellipse">
            <a:avLst/>
          </a:prstGeom>
          <a:noFill/>
          <a:ln w="13395">
            <a:solidFill>
              <a:srgbClr val="173D67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315450" y="2762250"/>
            <a:ext cx="428625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315450" y="2762250"/>
            <a:ext cx="428625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488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/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147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41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535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29000" y="3457575"/>
            <a:ext cx="600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650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原始记录</a:t>
            </a:r>
            <a:r>
              <a: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742950" y="396240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/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742950" y="4324350"/>
          <a:ext cx="5467350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67300" y="4524375"/>
            <a:ext cx="20955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43525" y="443865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67300" y="4752975"/>
            <a:ext cx="209550" cy="95"/>
          </a:xfrm>
          <a:prstGeom prst="line">
            <a:avLst/>
          </a:prstGeom>
          <a:noFill/>
          <a:ln w="19050">
            <a:solidFill>
              <a:srgbClr val="AF3D3D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43525" y="466725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492502" y="5915025"/>
            <a:ext cx="2733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419850" y="396240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9850" y="4324350"/>
          <a:ext cx="5467350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69402" y="5915025"/>
            <a:ext cx="2733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原始记录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/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厚实实底｜技术路线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00" name="solid-title-band-100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955746" y="1060704"/>
            <a:ext cx="258724" cy="185928"/>
          </a:xfrm>
          <a:prstGeom prst="roundRect">
            <a:avLst>
              <a:gd name="adj" fmla="val 26765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33965" y="1021080"/>
            <a:ext cx="99278" cy="518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30956" y="1100328"/>
            <a:ext cx="108303" cy="109728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157310" y="1085088"/>
            <a:ext cx="24067" cy="24384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423555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73975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85138" y="1856994"/>
            <a:ext cx="420426" cy="302133"/>
          </a:xfrm>
          <a:prstGeom prst="roundRect">
            <a:avLst>
              <a:gd name="adj" fmla="val 25221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312243" y="1792605"/>
            <a:ext cx="161326" cy="84201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307354" y="1921383"/>
            <a:ext cx="175992" cy="1783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512679" y="1896618"/>
            <a:ext cx="39109" cy="39624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78697" y="1782699"/>
            <a:ext cx="131994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415580" y="1891665"/>
            <a:ext cx="146660" cy="222885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66257" y="174307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90999" y="1743075"/>
            <a:ext cx="488868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86546" y="1861947"/>
            <a:ext cx="107551" cy="108966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01" name="solid-title-band-101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67003" y="990600"/>
            <a:ext cx="300842" cy="304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15137" y="1005840"/>
            <a:ext cx="207581" cy="188976"/>
          </a:xfrm>
          <a:prstGeom prst="cloud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55870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306291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1359A0"/>
              <a:srgbClr val="FFFFFF"/>
            </a:duotone>
          </a:blip>
          <a:stretch/>
        </p:blipFill>
        <p:spPr>
          <a:xfrm>
            <a:off x="5745802" y="1657350"/>
            <a:ext cx="944831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02" name="solid-title-band-102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399318" y="990600"/>
            <a:ext cx="300842" cy="304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519655" y="1063752"/>
            <a:ext cx="66185" cy="67056"/>
          </a:xfrm>
          <a:prstGeom prst="ellipse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88186" y="1038225"/>
            <a:ext cx="2763982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38606" y="1428750"/>
            <a:ext cx="2632364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15500" y="1874901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15500" y="17566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15500" y="1638300"/>
            <a:ext cx="648690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1359A0"/>
          </a:solidFill>
          <a:ln w="12382" cap="rnd">
            <a:solidFill>
              <a:srgbClr val="FFFFFF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92975" y="2843689"/>
            <a:ext cx="287680" cy="270034"/>
          </a:xfrm>
          <a:prstGeom prst="can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925286" y="2762250"/>
            <a:ext cx="423058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63067" y="2843689"/>
            <a:ext cx="313064" cy="300038"/>
          </a:xfrm>
          <a:prstGeom prst="roundRect">
            <a:avLst>
              <a:gd name="adj" fmla="val 25397"/>
            </a:avLst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708070" y="2762250"/>
            <a:ext cx="423058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813834" y="2972276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813834" y="3062288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902678" y="2972276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902678" y="3062288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91520" y="2972276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91520" y="3062288"/>
            <a:ext cx="38075" cy="38576"/>
          </a:xfrm>
          <a:prstGeom prst="rect">
            <a:avLst/>
          </a:prstGeom>
          <a:solidFill>
            <a:srgbClr val="1359A0"/>
          </a:solidFill>
          <a:ln w="20002" cap="rnd">
            <a:solidFill>
              <a:srgbClr val="1359A0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0855" y="27622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002" cap="rnd">
            <a:solidFill>
              <a:srgbClr val="FFFFFF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16239" y="2890838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1617" y="2783681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16609" y="2860834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53151" y="3088005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2774" y="3083719"/>
            <a:ext cx="59229" cy="60008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15945" y="2805113"/>
            <a:ext cx="338447" cy="342900"/>
          </a:xfrm>
          <a:prstGeom prst="ellipse">
            <a:avLst/>
          </a:prstGeom>
          <a:solidFill>
            <a:srgbClr val="FFFFFF"/>
          </a:solidFill>
          <a:ln w="20002" cap="rnd">
            <a:solidFill>
              <a:srgbClr val="FFFFFF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273639" y="2762250"/>
            <a:ext cx="423058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0002" cap="rnd">
            <a:solidFill>
              <a:srgbClr val="1359A0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B82D32"/>
                </a:solidFill>
              </a:rPr>
              <a:t>原始记录</a:t>
            </a:r>
            <a:r>
              <a: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03" name="solid-title-band-103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24350"/>
          <a:ext cx="5396345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B82D32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539301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04" name="solid-title-band-104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24350"/>
          <a:ext cx="5396345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42475" y="5915025"/>
            <a:ext cx="269817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轻盈浅底｜多维数据证据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F3D3D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4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厚实实底｜多维数据证据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304800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314201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84266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80010" y="1314450"/>
          <a:ext cx="5546766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54976" y="310515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0612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0013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0078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5822" y="1314450"/>
          <a:ext cx="5546766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304800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314201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84266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80010" y="3924300"/>
          <a:ext cx="5546766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98621" y="4124325"/>
            <a:ext cx="206829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71258" y="40386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98621" y="4352925"/>
            <a:ext cx="206829" cy="95"/>
          </a:xfrm>
          <a:prstGeom prst="line">
            <a:avLst/>
          </a:prstGeom>
          <a:noFill/>
          <a:ln w="19050">
            <a:solidFill>
              <a:srgbClr val="B82D32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71258" y="42672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54976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0612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0013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0078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5822" y="3924300"/>
          <a:ext cx="5546766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5822" y="4201516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5822" y="4474921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5822" y="4748327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5822" y="5021732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30787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4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