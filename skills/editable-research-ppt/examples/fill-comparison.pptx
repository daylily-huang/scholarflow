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8.xlsx" /></Relationships>
</file>

<file path=ppt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9.xlsx" /></Relationships>
</file>

<file path=ppt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0.xlsx" /></Relationships>
</file>

<file path=ppt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1.xlsx" /></Relationships>
</file>

<file path=ppt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2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EF3F8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DF5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9a7bfe174d0e4ccf" /><Relationship Type="http://schemas.openxmlformats.org/officeDocument/2006/relationships/notesMaster" Target="/ppt/notesMasters/notesMaster1.xml" Id="R0c5b9a79d98d42e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4cf529f6e1c7487c" /><Relationship Type="http://schemas.openxmlformats.org/officeDocument/2006/relationships/notesMaster" Target="/ppt/notesMasters/notesMaster1.xml" Id="Rf4725e7255104779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4cf529f6e1c7487c" /><Relationship Type="http://schemas.openxmlformats.org/officeDocument/2006/relationships/notesMaster" Target="/ppt/notesMasters/notesMaster1.xml" Id="Rf4725e7255104779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1.xml" Id="Rd2fd00bda74e4d93" /><Relationship Type="http://schemas.openxmlformats.org/officeDocument/2006/relationships/chart" Target="/ppt/charts/chart2.xml" Id="Re728cd7a426649f7" /><Relationship Type="http://schemas.openxmlformats.org/officeDocument/2006/relationships/notesSlide" Target="/ppt/notesSlides/notesSlide1.xml" Id="R4c85476b41b04e9a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3.xml" Id="Rd2fd00bda74e4d93" /><Relationship Type="http://schemas.openxmlformats.org/officeDocument/2006/relationships/chart" Target="/ppt/charts/chart4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5.xml" Id="R0f90f39fb5cf47f3" /><Relationship Type="http://schemas.openxmlformats.org/officeDocument/2006/relationships/chart" Target="/ppt/charts/chart6.xml" Id="R5ffc3bee95974730" /><Relationship Type="http://schemas.openxmlformats.org/officeDocument/2006/relationships/chart" Target="/ppt/charts/chart7.xml" Id="R5911ad34a6c7462d" /><Relationship Type="http://schemas.openxmlformats.org/officeDocument/2006/relationships/chart" Target="/ppt/charts/chart8.xml" Id="Rffaaf39a0267400e" /><Relationship Type="http://schemas.openxmlformats.org/officeDocument/2006/relationships/notesSlide" Target="/ppt/notesSlides/notesSlide3.xml" Id="R0674bcd17bcf4ba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9.xml" Id="R0f90f39fb5cf47f3" /><Relationship Type="http://schemas.openxmlformats.org/officeDocument/2006/relationships/chart" Target="/ppt/charts/chart10.xml" Id="R5ffc3bee95974730" /><Relationship Type="http://schemas.openxmlformats.org/officeDocument/2006/relationships/chart" Target="/ppt/charts/chart11.xml" Id="R5911ad34a6c7462d" /><Relationship Type="http://schemas.openxmlformats.org/officeDocument/2006/relationships/chart" Target="/ppt/charts/chart12.xml" Id="Rffaaf39a0267400e" /><Relationship Type="http://schemas.openxmlformats.org/officeDocument/2006/relationships/notesSlide" Target="/ppt/notesSlides/notesSlide4.xml" Id="R0674bcd17bcf4ba2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轻盈浅底｜技术路线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228600" y="914400"/>
            <a:ext cx="342900" cy="14287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295275" y="1104900"/>
            <a:ext cx="209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228600" y="2571750"/>
            <a:ext cx="342900" cy="1190625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295275" y="2762250"/>
            <a:ext cx="2095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228600" y="3962400"/>
            <a:ext cx="342900" cy="21526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295275" y="4152900"/>
            <a:ext cx="2095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899446" y="1145572"/>
            <a:ext cx="401384" cy="284702"/>
          </a:xfrm>
          <a:prstGeom prst="roundRect">
            <a:avLst>
              <a:gd name="adj" fmla="val 26765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20794" y="1084898"/>
            <a:ext cx="154019" cy="79343"/>
          </a:xfrm>
          <a:prstGeom prst="roundRect">
            <a:avLst>
              <a:gd name="adj" fmla="val 50000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16127" y="1206246"/>
            <a:ext cx="168021" cy="168021"/>
          </a:xfrm>
          <a:prstGeom prst="ellipse">
            <a:avLst/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212152" y="1182910"/>
            <a:ext cx="37338" cy="37338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51447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/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1447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20521" y="185699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249299" y="179260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244346" y="1921383"/>
            <a:ext cx="178308" cy="178308"/>
          </a:xfrm>
          <a:prstGeom prst="ellipse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452372" y="1896618"/>
            <a:ext cx="39624" cy="39624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28469" y="178269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367153" y="189166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50895" y="1861947"/>
            <a:ext cx="108966" cy="108966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05325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48200" y="1038225"/>
            <a:ext cx="466725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22876" y="1061561"/>
            <a:ext cx="322040" cy="289370"/>
          </a:xfrm>
          <a:prstGeom prst="cloud">
            <a:avLst/>
          </a:prstGeom>
          <a:solidFill>
            <a:srgbClr val="748BA4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295900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/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295900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/>
          <a:stretch/>
        </p:blipFill>
        <p:spPr>
          <a:xfrm>
            <a:off x="5741194" y="1657350"/>
            <a:ext cx="957263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8675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616315" y="1150239"/>
            <a:ext cx="102680" cy="102680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907732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7732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63125" y="1874901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63125" y="17566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63125" y="16383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25830" y="2843689"/>
            <a:ext cx="291465" cy="270034"/>
          </a:xfrm>
          <a:prstGeom prst="can">
            <a:avLst/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3906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/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623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32371" y="2843689"/>
            <a:ext cx="317183" cy="300038"/>
          </a:xfrm>
          <a:prstGeom prst="roundRect">
            <a:avLst>
              <a:gd name="adj" fmla="val 25397"/>
            </a:avLst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783806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783806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873818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873818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63829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63829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100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/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21768" y="28908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8928" y="27836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26091" y="28608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61798" y="30880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8916" y="30837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294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/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2011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58313" y="2805113"/>
            <a:ext cx="342900" cy="342900"/>
          </a:xfrm>
          <a:prstGeom prst="ellipse">
            <a:avLst/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488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/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147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41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535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29000" y="34575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650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原始记录</a:t>
            </a: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742950" y="4324350"/>
          <a:ext cx="5467350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67300" y="452437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43525" y="44386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67300" y="475297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43525" y="46672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4925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9850" y="4324350"/>
          <a:ext cx="5467350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694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原始记录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/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厚实实底｜技术路线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1359A0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B82D32"/>
                </a:solidFill>
              </a:rPr>
              <a:t>原始记录</a:t>
            </a: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轻盈浅底｜多维数据证据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4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厚实实底｜多维数据证据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