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  <p:sldId id="262" r:id="researchSlide7"/>
    <p:sldId id="263" r:id="researchSlide8"/>
    <p:sldId id="264" r:id="researchSlide9"/>
    <p:sldId id="265" r:id="researchSlide10"/>
    <p:sldId id="266" r:id="researchSlide11"/>
    <p:sldId id="267" r:id="researchSlide12"/>
    <p:sldId id="268" r:id="researchSlide13"/>
    <p:sldId id="269" r:id="researchSlide14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Relationship Id="researchSlide7" Type="http://schemas.openxmlformats.org/officeDocument/2006/relationships/slide" Target="/ppt/slides/slide7.xml" /><Relationship Id="researchSlide8" Type="http://schemas.openxmlformats.org/officeDocument/2006/relationships/slide" Target="/ppt/slides/slide8.xml" /><Relationship Id="researchSlide9" Type="http://schemas.openxmlformats.org/officeDocument/2006/relationships/slide" Target="/ppt/slides/slide9.xml" /><Relationship Id="researchSlide10" Type="http://schemas.openxmlformats.org/officeDocument/2006/relationships/slide" Target="/ppt/slides/slide10.xml" /><Relationship Id="researchSlide11" Type="http://schemas.openxmlformats.org/officeDocument/2006/relationships/slide" Target="/ppt/slides/slide11.xml" /><Relationship Id="researchSlide12" Type="http://schemas.openxmlformats.org/officeDocument/2006/relationships/slide" Target="/ppt/slides/slide12.xml" /><Relationship Id="researchSlide13" Type="http://schemas.openxmlformats.org/officeDocument/2006/relationships/slide" Target="/ppt/slides/slide13.xml" /><Relationship Id="researchSlide14" Type="http://schemas.openxmlformats.org/officeDocument/2006/relationships/slide" Target="/ppt/slides/slide14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8"/>
          <c:w val="0.81"/>
          <c:h val="0.51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lineChart>
        <c:grouping val="standard"/>
        <c:varyColors val="0"/>
        <c:ser>
          <c:idx val="0"/>
          <c:order val="0"/>
          <c:tx>
            <c:v>物种甲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50</c:v>
                </c:pt>
                <c:pt idx="1">
                  <c:v>80</c:v>
                </c:pt>
                <c:pt idx="2">
                  <c:v>115</c:v>
                </c:pt>
                <c:pt idx="3">
                  <c:v>133</c:v>
                </c:pt>
                <c:pt idx="4">
                  <c:v>112</c:v>
                </c:pt>
                <c:pt idx="5">
                  <c:v>83</c:v>
                </c:pt>
                <c:pt idx="6">
                  <c:v>54</c:v>
                </c:pt>
                <c:pt idx="7">
                  <c:v>30</c:v>
                </c:pt>
                <c:pt idx="8">
                  <c:v>18</c:v>
                </c:pt>
                <c:pt idx="9">
                  <c:v>24</c:v>
                </c:pt>
                <c:pt idx="10">
                  <c:v>31</c:v>
                </c:pt>
                <c:pt idx="11">
                  <c:v>47</c:v>
                </c:pt>
              </c:numCache>
            </c:numRef>
          </c:val>
          <c:smooth val="0"/>
        </c:ser>
        <c:ser>
          <c:idx val="1"/>
          <c:order val="1"/>
          <c:tx>
            <c:v>物种乙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22</c:v>
                </c:pt>
                <c:pt idx="1">
                  <c:v>31</c:v>
                </c:pt>
                <c:pt idx="2">
                  <c:v>40</c:v>
                </c:pt>
                <c:pt idx="3">
                  <c:v>47</c:v>
                </c:pt>
                <c:pt idx="4">
                  <c:v>37</c:v>
                </c:pt>
                <c:pt idx="5">
                  <c:v>32</c:v>
                </c:pt>
                <c:pt idx="6">
                  <c:v>40</c:v>
                </c:pt>
                <c:pt idx="7">
                  <c:v>52</c:v>
                </c:pt>
                <c:pt idx="8">
                  <c:v>78</c:v>
                </c:pt>
                <c:pt idx="9">
                  <c:v>97</c:v>
                </c:pt>
                <c:pt idx="10">
                  <c:v>52</c:v>
                </c:pt>
                <c:pt idx="11">
                  <c:v>30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16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记录数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2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2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2"/>
          <c:y val="0.06"/>
          <c:w val="0.74"/>
          <c:h val="0.625"/>
        </c:manualLayout>
      </c:layout>
      <c:scatterChart>
        <c:scatterStyle val="marker"/>
        <c:varyColors val="0"/>
        <c:ser>
          <c:idx val="0"/>
          <c:order val="0"/>
          <c:tx>
            <c:v>示意数据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xVal>
            <c:numRef>
              <c:f>'Chart Data'!$A$2:$A$27</c:f>
              <c:numCache>
                <c:formatCode>General</c:formatCode>
                <c:ptCount val="26"/>
                <c:pt idx="0">
                  <c:v>10</c:v>
                </c:pt>
                <c:pt idx="1">
                  <c:v>12.2</c:v>
                </c:pt>
                <c:pt idx="2">
                  <c:v>14.4</c:v>
                </c:pt>
                <c:pt idx="3">
                  <c:v>16.6</c:v>
                </c:pt>
                <c:pt idx="4">
                  <c:v>18.8</c:v>
                </c:pt>
                <c:pt idx="5">
                  <c:v>21</c:v>
                </c:pt>
                <c:pt idx="6">
                  <c:v>23.2</c:v>
                </c:pt>
                <c:pt idx="7">
                  <c:v>25.4</c:v>
                </c:pt>
                <c:pt idx="8">
                  <c:v>27.6</c:v>
                </c:pt>
                <c:pt idx="9">
                  <c:v>29.8</c:v>
                </c:pt>
                <c:pt idx="10">
                  <c:v>32</c:v>
                </c:pt>
                <c:pt idx="11">
                  <c:v>34.2</c:v>
                </c:pt>
                <c:pt idx="12">
                  <c:v>36.4</c:v>
                </c:pt>
                <c:pt idx="13">
                  <c:v>38.6</c:v>
                </c:pt>
                <c:pt idx="14">
                  <c:v>40.8</c:v>
                </c:pt>
                <c:pt idx="15">
                  <c:v>43</c:v>
                </c:pt>
                <c:pt idx="16">
                  <c:v>45.2</c:v>
                </c:pt>
                <c:pt idx="17">
                  <c:v>47.4</c:v>
                </c:pt>
                <c:pt idx="18">
                  <c:v>49.6</c:v>
                </c:pt>
                <c:pt idx="19">
                  <c:v>51.8</c:v>
                </c:pt>
                <c:pt idx="20">
                  <c:v>54</c:v>
                </c:pt>
                <c:pt idx="21">
                  <c:v>56.2</c:v>
                </c:pt>
                <c:pt idx="22">
                  <c:v>58.4</c:v>
                </c:pt>
                <c:pt idx="23">
                  <c:v>60.6</c:v>
                </c:pt>
                <c:pt idx="24">
                  <c:v>62.8</c:v>
                </c:pt>
                <c:pt idx="25">
                  <c:v>65</c:v>
                </c:pt>
              </c:numCache>
            </c:numRef>
          </c:xVal>
          <c:yVal>
            <c:numRef>
              <c:f>'Chart Data'!$B$2:$B$27</c:f>
              <c:numCache>
                <c:formatCode>General</c:formatCode>
                <c:ptCount val="26"/>
                <c:pt idx="0">
                  <c:v>10</c:v>
                </c:pt>
                <c:pt idx="1">
                  <c:v>16.7</c:v>
                </c:pt>
                <c:pt idx="2">
                  <c:v>10.6</c:v>
                </c:pt>
                <c:pt idx="3">
                  <c:v>15.2</c:v>
                </c:pt>
                <c:pt idx="4">
                  <c:v>23.7</c:v>
                </c:pt>
                <c:pt idx="5">
                  <c:v>18.3</c:v>
                </c:pt>
                <c:pt idx="6">
                  <c:v>20.5</c:v>
                </c:pt>
                <c:pt idx="7">
                  <c:v>30.4</c:v>
                </c:pt>
                <c:pt idx="8">
                  <c:v>26.2</c:v>
                </c:pt>
                <c:pt idx="9">
                  <c:v>26</c:v>
                </c:pt>
                <c:pt idx="10">
                  <c:v>36.6</c:v>
                </c:pt>
                <c:pt idx="11">
                  <c:v>34.2</c:v>
                </c:pt>
                <c:pt idx="12">
                  <c:v>31.9</c:v>
                </c:pt>
                <c:pt idx="13">
                  <c:v>42.4</c:v>
                </c:pt>
                <c:pt idx="14">
                  <c:v>42.2</c:v>
                </c:pt>
                <c:pt idx="15">
                  <c:v>38.1</c:v>
                </c:pt>
                <c:pt idx="16">
                  <c:v>48</c:v>
                </c:pt>
                <c:pt idx="17">
                  <c:v>50</c:v>
                </c:pt>
                <c:pt idx="18">
                  <c:v>44.6</c:v>
                </c:pt>
                <c:pt idx="19">
                  <c:v>53.3</c:v>
                </c:pt>
                <c:pt idx="20">
                  <c:v>57.7</c:v>
                </c:pt>
                <c:pt idx="21">
                  <c:v>51.6</c:v>
                </c:pt>
                <c:pt idx="22">
                  <c:v>58.5</c:v>
                </c:pt>
                <c:pt idx="23">
                  <c:v>65.1</c:v>
                </c:pt>
                <c:pt idx="24">
                  <c:v>59</c:v>
                </c:pt>
                <c:pt idx="25">
                  <c:v>63.7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观测值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2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2685C9"/>
            </a:solidFill>
            <a:ln w="11430">
              <a:solidFill>
                <a:srgbClr val="1359A0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5"/>
          <c:y val="0.06"/>
          <c:w val="0.81"/>
          <c:h val="0.625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5FF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359A0"/>
            </a:solidFill>
            <a:ln w="19050">
              <a:solidFill>
                <a:srgbClr val="1359A0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82D32"/>
            </a:solidFill>
            <a:ln w="19050">
              <a:solidFill>
                <a:srgbClr val="B82D32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82D32"/>
              </a:solidFill>
              <a:ln w="8890">
                <a:solidFill>
                  <a:srgbClr val="B82D32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27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27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25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359A0"/>
              </a:solidFill>
              <a:ln w="8890">
                <a:solidFill>
                  <a:srgbClr val="1359A0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359A0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b8ecb1a0f4c347b8" /><Relationship Type="http://schemas.openxmlformats.org/officeDocument/2006/relationships/notesMaster" Target="/ppt/notesMasters/notesMaster1.xml" Id="R1f9ddf8ce2e948fd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9a7bfe174d0e4ccf" /><Relationship Type="http://schemas.openxmlformats.org/officeDocument/2006/relationships/notesMaster" Target="/ppt/notesMasters/notesMaster1.xml" Id="R0c5b9a79d98d42ed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b70eeec2696d4581" /><Relationship Type="http://schemas.openxmlformats.org/officeDocument/2006/relationships/notesMaster" Target="/ppt/notesMasters/notesMaster1.xml" Id="Rafb4a98151eb46f4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567c83f4b6a4b74" /><Relationship Type="http://schemas.openxmlformats.org/officeDocument/2006/relationships/notesMaster" Target="/ppt/notesMasters/notesMaster1.xml" Id="R0926ce8f21de4b11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fc6e8ac78c5545a3" /><Relationship Type="http://schemas.openxmlformats.org/officeDocument/2006/relationships/notesMaster" Target="/ppt/notesMasters/notesMaster1.xml" Id="Rf0bb6a3157794807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1799d7d8e3843f1" /><Relationship Type="http://schemas.openxmlformats.org/officeDocument/2006/relationships/notesMaster" Target="/ppt/notesMasters/notesMaster1.xml" Id="R5ce3b7a540304d6b" /></Relationships>
</file>

<file path=ppt/notesSlides/_rels/notesSlide7.xml.rels><?xml version='1.0' encoding='utf-8'?>
<Relationships xmlns="http://schemas.openxmlformats.org/package/2006/relationships"><Relationship Type="http://schemas.openxmlformats.org/officeDocument/2006/relationships/slide" Target="/ppt/slides/slide7.xml" Id="R114553076e04493d" /><Relationship Type="http://schemas.openxmlformats.org/officeDocument/2006/relationships/notesMaster" Target="/ppt/notesMasters/notesMaster1.xml" Id="Rca58bf0f836b4098" /></Relationships>
</file>

<file path=ppt/notesSlides/_rels/notesSlide8.xml.rels><?xml version='1.0' encoding='utf-8'?>
<Relationships xmlns="http://schemas.openxmlformats.org/package/2006/relationships"><Relationship Type="http://schemas.openxmlformats.org/officeDocument/2006/relationships/slide" Target="/ppt/slides/slide8.xml" Id="R2e71f6aa53874f33" /><Relationship Type="http://schemas.openxmlformats.org/officeDocument/2006/relationships/notesMaster" Target="/ppt/notesMasters/notesMaster1.xml" Id="Rbc334885f09040c8" /></Relationships>
</file>

<file path=ppt/notesSlides/_rels/notesSlide9.xml.rels><?xml version='1.0' encoding='utf-8'?>
<Relationships xmlns="http://schemas.openxmlformats.org/package/2006/relationships"><Relationship Type="http://schemas.openxmlformats.org/officeDocument/2006/relationships/slide" Target="/ppt/slides/slide9.xml" Id="Rd0cc5ea8d0c74a67" /><Relationship Type="http://schemas.openxmlformats.org/officeDocument/2006/relationships/notesMaster" Target="/ppt/notesMasters/notesMaster1.xml" Id="Reeaf5a3cd56d4190" /></Relationships>
</file>

<file path=ppt/notesSlides/_rels/notesSlide10.xml.rels><?xml version='1.0' encoding='utf-8'?>
<Relationships xmlns="http://schemas.openxmlformats.org/package/2006/relationships"><Relationship Type="http://schemas.openxmlformats.org/officeDocument/2006/relationships/slide" Target="/ppt/slides/slide10.xml" Id="Rc4e15e69f21a4d07" /><Relationship Type="http://schemas.openxmlformats.org/officeDocument/2006/relationships/notesMaster" Target="/ppt/notesMasters/notesMaster1.xml" Id="R146efe84a7b445ef" /></Relationships>
</file>

<file path=ppt/notesSlides/_rels/notesSlide11.xml.rels><?xml version='1.0' encoding='utf-8'?>
<Relationships xmlns="http://schemas.openxmlformats.org/package/2006/relationships"><Relationship Type="http://schemas.openxmlformats.org/officeDocument/2006/relationships/slide" Target="/ppt/slides/slide11.xml" Id="R4cf529f6e1c7487c" /><Relationship Type="http://schemas.openxmlformats.org/officeDocument/2006/relationships/notesMaster" Target="/ppt/notesMasters/notesMaster1.xml" Id="Rf4725e7255104779" /></Relationships>
</file>

<file path=ppt/notesSlides/_rels/notesSlide12.xml.rels><?xml version='1.0' encoding='utf-8'?>
<Relationships xmlns="http://schemas.openxmlformats.org/package/2006/relationships"><Relationship Type="http://schemas.openxmlformats.org/officeDocument/2006/relationships/slide" Target="/ppt/slides/slide12.xml" Id="R1a98765aa4d045e3" /><Relationship Type="http://schemas.openxmlformats.org/officeDocument/2006/relationships/notesMaster" Target="/ppt/notesMasters/notesMaster1.xml" Id="Rf71fc11f984e4167" /></Relationships>
</file>

<file path=ppt/notesSlides/_rels/notesSlide13.xml.rels><?xml version='1.0' encoding='utf-8'?>
<Relationships xmlns="http://schemas.openxmlformats.org/package/2006/relationships"><Relationship Type="http://schemas.openxmlformats.org/officeDocument/2006/relationships/slide" Target="/ppt/slides/slide13.xml" Id="Rcabf86a481cf4e46" /><Relationship Type="http://schemas.openxmlformats.org/officeDocument/2006/relationships/notesMaster" Target="/ppt/notesMasters/notesMaster1.xml" Id="Rfdb328f4526545f4" /></Relationships>
</file>

<file path=ppt/notesSlides/_rels/notesSlide14.xml.rels><?xml version='1.0' encoding='utf-8'?>
<Relationships xmlns="http://schemas.openxmlformats.org/package/2006/relationships"><Relationship Type="http://schemas.openxmlformats.org/officeDocument/2006/relationships/slide" Target="/ppt/slides/slide14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L6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L7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chart: 本样板人工构造的合成数据，仅测试版式与编辑功能，不代表真实研究。</a:t>
            </a:r>
            <a:endParaRPr/>
          </a:p>
          <a:p>
            <a:r>
              <a:rPr/>
              <a:t>Layout: L8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Layout: L10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Fill style: solid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0f69ec925464b98" /><Relationship Type="http://schemas.openxmlformats.org/officeDocument/2006/relationships/chart" Target="/ppt/charts/chart1.xml" Id="Rd3976b09d88d407c" /><Relationship Type="http://schemas.openxmlformats.org/officeDocument/2006/relationships/notesSlide" Target="/ppt/notesSlides/notesSlide1.xml" Id="R731d6414eb1540d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06f0e8d39384224" /><Relationship Type="http://schemas.openxmlformats.org/officeDocument/2006/relationships/image" Target="/ppt/media/image.png" Id="R4b4819146d1b40d0" /><Relationship Type="http://schemas.openxmlformats.org/officeDocument/2006/relationships/chart" Target="/ppt/charts/chart2.xml" Id="Rd2fd00bda74e4d93" /><Relationship Type="http://schemas.openxmlformats.org/officeDocument/2006/relationships/chart" Target="/ppt/charts/chart3.xml" Id="Re728cd7a426649f7" /><Relationship Type="http://schemas.openxmlformats.org/officeDocument/2006/relationships/notesSlide" Target="/ppt/notesSlides/notesSlide2.xml" Id="R4c85476b41b04e9a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4.xml" Id="R9e4b51eb44254abd" /><Relationship Type="http://schemas.openxmlformats.org/officeDocument/2006/relationships/chart" Target="/ppt/charts/chart5.xml" Id="Rc49d4862ef9e4b9a" /><Relationship Type="http://schemas.openxmlformats.org/officeDocument/2006/relationships/notesSlide" Target="/ppt/notesSlides/notesSlide3.xml" Id="R62c7711b81c24dd0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3495a616070428b" /><Relationship Type="http://schemas.openxmlformats.org/officeDocument/2006/relationships/notesSlide" Target="/ppt/notesSlides/notesSlide4.xml" Id="Rece6f4e963464ce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5.xml" Id="R68f0df05906a4f2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397f4e24ee24421" /><Relationship Type="http://schemas.openxmlformats.org/officeDocument/2006/relationships/notesSlide" Target="/ppt/notesSlides/notesSlide6.xml" Id="Rbb57f2fd412e4e66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c2c3da23ff74ada" /><Relationship Type="http://schemas.openxmlformats.org/officeDocument/2006/relationships/image" Target="/ppt/media/image2.png" Id="R8fcd05eff92847ce" /><Relationship Type="http://schemas.openxmlformats.org/officeDocument/2006/relationships/notesSlide" Target="/ppt/notesSlides/notesSlide7.xml" Id="Rc3ff8a46e50b4879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0b1e622ca56413d" /><Relationship Type="http://schemas.openxmlformats.org/officeDocument/2006/relationships/image" Target="/ppt/media/image.png" Id="Rf024df587924409c" /><Relationship Type="http://schemas.openxmlformats.org/officeDocument/2006/relationships/chart" Target="/ppt/charts/chart6.xml" Id="Rb01c90e26ef64a2d" /><Relationship Type="http://schemas.openxmlformats.org/officeDocument/2006/relationships/notesSlide" Target="/ppt/notesSlides/notesSlide8.xml" Id="R198bc451e3ed49d4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9.xml" Id="R4ef68450f9d14d7b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acb46eafb4d4a61" /><Relationship Type="http://schemas.openxmlformats.org/officeDocument/2006/relationships/chart" Target="/ppt/charts/chart7.xml" Id="R131fe6ba7eb5426e" /><Relationship Type="http://schemas.openxmlformats.org/officeDocument/2006/relationships/chart" Target="/ppt/charts/chart8.xml" Id="R272f144416c24f5b" /><Relationship Type="http://schemas.openxmlformats.org/officeDocument/2006/relationships/notesSlide" Target="/ppt/notesSlides/notesSlide10.xml" Id="Re932ae2421e947e6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11.xml" Id="R0674bcd17bcf4ba2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12.xml" Id="Rb9024c2dfc9c419a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13.xml" Id="R2032e172c9364bb7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14.xml" Id="R42f6f6e0deef48f7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2" name="text-1">
            <a:extLst>
              <a:ext uri="{FF2B5EF4-FFF2-40B4-BE49-F238E27FC236}">
                <ns2:creationId id="{009F0CF5-DB8E-44A1-B702-A1E76773DCAA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研究框架｜监测与分析的反馈循环</a:t>
            </a:r>
            <a:endParaRPr/>
          </a:p>
        </p:txBody>
      </p:sp>
      <p:sp>
        <p:nvSpPr>
          <p:cNvPr id="2" name="line-2">
            <a:extLst>
              <a:ext uri="{FF2B5EF4-FFF2-40B4-BE49-F238E27FC236}">
                <ns2:creationId id="{D0558291-98A9-48CE-A150-8887031C1E9A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3">
            <a:extLst>
              <a:ext uri="{FF2B5EF4-FFF2-40B4-BE49-F238E27FC236}">
                <ns2:creationId id="{CF7E6846-0973-420B-BDFD-FD5DED5F40CE}"/>
              </a:ext>
            </a:extLst>
          </p:cNvPr>
          <p:cNvSpPr>
            <a:spLocks noGrp="1"/>
          </p:cNvSpPr>
          <p:nvPr/>
        </p:nvSpPr>
        <p:spPr>
          <a:xfrm>
            <a:off x="304800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4">
            <a:extLst>
              <a:ext uri="{FF2B5EF4-FFF2-40B4-BE49-F238E27FC236}">
                <ns2:creationId id="{5BE4B42B-7715-4DA8-B5AB-D2B4BD5C7032}"/>
              </a:ext>
            </a:extLst>
          </p:cNvPr>
          <p:cNvSpPr>
            <a:spLocks noGrp="1"/>
          </p:cNvSpPr>
          <p:nvPr/>
        </p:nvSpPr>
        <p:spPr>
          <a:xfrm>
            <a:off x="314201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2" name="icon-location-152"/>
          <p:cNvSpPr/>
          <p:nvPr/>
        </p:nvSpPr>
        <p:spPr>
          <a:xfrm>
            <a:off x="455221" y="1057275"/>
            <a:ext cx="244434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4364" cap="rnd">
            <a:solidFill>
              <a:srgbClr val="FFFFFF"/>
            </a:solidFill>
          </a:ln>
        </p:spPr>
      </p:sp>
      <p:sp>
        <p:nvSpPr>
          <p:cNvPr id="153" name="icon-location-dot-153"/>
          <p:cNvSpPr/>
          <p:nvPr/>
        </p:nvSpPr>
        <p:spPr>
          <a:xfrm>
            <a:off x="548106" y="1124140"/>
            <a:ext cx="58664" cy="59436"/>
          </a:xfrm>
          <a:prstGeom prst="ellipse">
            <a:avLst/>
          </a:prstGeom>
          <a:noFill/>
          <a:ln w="12927" cap="rnd">
            <a:solidFill>
              <a:srgbClr val="FFFFFF"/>
            </a:solidFill>
          </a:ln>
        </p:spPr>
      </p:sp>
      <p:sp>
        <p:nvSpPr>
          <p:cNvPr id="9" name="text-9">
            <a:extLst>
              <a:ext uri="{FF2B5EF4-FFF2-40B4-BE49-F238E27FC236}">
                <ns2:creationId id="{D86F1824-E9F3-4194-A361-5DF393AF64F0}"/>
              </a:ext>
            </a:extLst>
          </p:cNvPr>
          <p:cNvSpPr>
            <a:spLocks noGrp="1"/>
          </p:cNvSpPr>
          <p:nvPr/>
        </p:nvSpPr>
        <p:spPr>
          <a:xfrm>
            <a:off x="756062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text-10">
            <a:extLst>
              <a:ext uri="{FF2B5EF4-FFF2-40B4-BE49-F238E27FC236}">
                <ns2:creationId id="{291BB742-B408-4CD2-958C-8F40779B21F9}"/>
              </a:ext>
            </a:extLst>
          </p:cNvPr>
          <p:cNvSpPr>
            <a:spLocks noGrp="1"/>
          </p:cNvSpPr>
          <p:nvPr/>
        </p:nvSpPr>
        <p:spPr>
          <a:xfrm>
            <a:off x="474023" y="1447800"/>
            <a:ext cx="3553691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整合相机与样点记录</a:t>
            </a:r>
            <a:endParaRPr/>
          </a:p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保留来源与时间</a:t>
            </a:r>
            <a:endParaRPr/>
          </a:p>
        </p:txBody>
      </p:sp>
      <p:graphicFrame>
        <p:nvGraphicFramePr>
          <p:cNvPr id="19" name="">
            <a:extLst>
              <a:ext uri="{FF2B5EF4-FFF2-40B4-BE49-F238E27FC236}">
                <ns2:creationId id="{8458677B-EE92-4571-B2B2-DB00806FD411}"/>
              </a:ext>
            </a:extLst>
          </p:cNvPr>
          <p:cNvGraphicFramePr/>
          <p:nvPr/>
        </p:nvGraphicFramePr>
        <p:xfrm>
          <a:off x="455221" y="2019300"/>
          <a:ext cx="3572494" cy="685800"/>
        </p:xfrm>
        <a:graphic>
          <a:graphicData uri="http://schemas.openxmlformats.org/drawingml/2006/table">
            <a:tbl>
              <a:tblPr/>
              <a:tblGrid>
                <a:gridCol w="916971"/>
                <a:gridCol w="1804361"/>
                <a:gridCol w="916971"/>
              </a:tblGrid>
              <a:tr h="34290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数据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内容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时间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34290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相机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物种与位置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日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panel-19">
            <a:extLst>
              <a:ext uri="{FF2B5EF4-FFF2-40B4-BE49-F238E27FC236}">
                <ns2:creationId id="{A5A83482-C219-47CD-A498-1F10CD443571}"/>
              </a:ext>
            </a:extLst>
          </p:cNvPr>
          <p:cNvSpPr>
            <a:spLocks noGrp="1"/>
          </p:cNvSpPr>
          <p:nvPr/>
        </p:nvSpPr>
        <p:spPr>
          <a:xfrm>
            <a:off x="8013865" y="971550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1" name="shape-20">
            <a:extLst>
              <a:ext uri="{FF2B5EF4-FFF2-40B4-BE49-F238E27FC236}">
                <ns2:creationId id="{AACBB65B-8972-4E49-9417-6A7E008E8774}"/>
              </a:ext>
            </a:extLst>
          </p:cNvPr>
          <p:cNvSpPr>
            <a:spLocks noGrp="1"/>
          </p:cNvSpPr>
          <p:nvPr/>
        </p:nvSpPr>
        <p:spPr>
          <a:xfrm>
            <a:off x="8023266" y="981075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6" name="icon-wf-1-156"/>
          <p:cNvSpPr/>
          <p:nvPr/>
        </p:nvSpPr>
        <p:spPr>
          <a:xfrm>
            <a:off x="8156013" y="1096899"/>
            <a:ext cx="63553" cy="64389"/>
          </a:xfrm>
          <a:prstGeom prst="ellipse">
            <a:avLst/>
          </a:prstGeom>
          <a:noFill/>
          <a:ln w="14364" cap="rnd">
            <a:solidFill>
              <a:srgbClr val="FFFFFF"/>
            </a:solidFill>
          </a:ln>
        </p:spPr>
      </p:sp>
      <p:sp>
        <p:nvSpPr>
          <p:cNvPr id="157" name="icon-wf-2-157"/>
          <p:cNvSpPr/>
          <p:nvPr/>
        </p:nvSpPr>
        <p:spPr>
          <a:xfrm>
            <a:off x="8278229" y="1096899"/>
            <a:ext cx="63553" cy="64389"/>
          </a:xfrm>
          <a:prstGeom prst="ellipse">
            <a:avLst/>
          </a:prstGeom>
          <a:noFill/>
          <a:ln w="14364" cap="rnd">
            <a:solidFill>
              <a:srgbClr val="FFFFFF"/>
            </a:solidFill>
          </a:ln>
        </p:spPr>
      </p:sp>
      <p:sp>
        <p:nvSpPr>
          <p:cNvPr id="158" name="icon-wf-3-158"/>
          <p:cNvSpPr/>
          <p:nvPr/>
        </p:nvSpPr>
        <p:spPr>
          <a:xfrm>
            <a:off x="8217121" y="1205865"/>
            <a:ext cx="63553" cy="64389"/>
          </a:xfrm>
          <a:prstGeom prst="ellipse">
            <a:avLst/>
          </a:prstGeom>
          <a:noFill/>
          <a:ln w="14364" cap="rnd">
            <a:solidFill>
              <a:srgbClr val="FFFFFF"/>
            </a:solidFill>
          </a:ln>
        </p:spPr>
      </p:sp>
      <p:sp>
        <p:nvSpPr>
          <p:cNvPr id="159" name="icon-wf-edges-159"/>
          <p:cNvSpPr/>
          <p:nvPr/>
        </p:nvSpPr>
        <p:spPr>
          <a:xfrm>
            <a:off x="8126681" y="1057275"/>
            <a:ext cx="244434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80" y="290"/>
                </a:moveTo>
                <a:lnTo>
                  <a:pt x="620" y="290"/>
                </a:lnTo>
              </a:path>
              <a:path w="1000" h="1000">
                <a:moveTo>
                  <a:pt x="310" y="400"/>
                </a:moveTo>
                <a:lnTo>
                  <a:pt x="430" y="620"/>
                </a:lnTo>
              </a:path>
              <a:path w="1000" h="1000">
                <a:moveTo>
                  <a:pt x="690" y="400"/>
                </a:moveTo>
                <a:lnTo>
                  <a:pt x="570" y="620"/>
                </a:lnTo>
              </a:path>
            </a:pathLst>
          </a:custGeom>
          <a:noFill/>
          <a:ln w="12927" cap="rnd">
            <a:solidFill>
              <a:srgbClr val="FFFFFF"/>
            </a:solidFill>
          </a:ln>
        </p:spPr>
      </p:sp>
      <p:sp>
        <p:nvSpPr>
          <p:cNvPr id="34" name="text-33">
            <a:extLst>
              <a:ext uri="{FF2B5EF4-FFF2-40B4-BE49-F238E27FC236}">
                <ns2:creationId id="{6038650F-23E7-4D5A-88A3-BBF352D72FE6}"/>
              </a:ext>
            </a:extLst>
          </p:cNvPr>
          <p:cNvSpPr>
            <a:spLocks noGrp="1"/>
          </p:cNvSpPr>
          <p:nvPr/>
        </p:nvSpPr>
        <p:spPr>
          <a:xfrm>
            <a:off x="8465127" y="1038225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5" name="text-34">
            <a:extLst>
              <a:ext uri="{FF2B5EF4-FFF2-40B4-BE49-F238E27FC236}">
                <ns2:creationId id="{710C4843-9125-49EE-80B4-C821E97CFDEB}"/>
              </a:ext>
            </a:extLst>
          </p:cNvPr>
          <p:cNvSpPr>
            <a:spLocks noGrp="1"/>
          </p:cNvSpPr>
          <p:nvPr/>
        </p:nvSpPr>
        <p:spPr>
          <a:xfrm>
            <a:off x="8183088" y="1447800"/>
            <a:ext cx="3553691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定义响应与解释变量，比较候选模型</a:t>
            </a:r>
            <a:endParaRPr/>
          </a:p>
        </p:txBody>
      </p:sp>
      <p:graphicFrame>
        <p:nvGraphicFramePr>
          <p:cNvPr id="48" name="Chart">
            <a:extLst>
              <a:ext uri="{FF2B5EF4-FFF2-40B4-BE49-F238E27FC236}">
                <ns2:creationId id="{54661598-96C5-4A59-B24C-B7C1BF6E452D}"/>
              </a:ext>
            </a:extLst>
          </p:cNvPr>
          <p:cNvGraphicFramePr/>
          <p:nvPr/>
        </p:nvGraphicFramePr>
        <p:xfrm>
          <a:off x="8164286" y="1981200"/>
          <a:ext cx="3591296" cy="1123950"/>
        </p:xfrm>
        <a:graphic>
          <a:graphicData uri="http://schemas.openxmlformats.org/drawingml/2006/chart">
            <c:chart r:id="Rd3976b09d88d407c"/>
          </a:graphicData>
        </a:graphic>
      </p:graphicFrame>
      <p:sp>
        <p:nvSpPr>
          <p:cNvPr id="49" name="text-47">
            <a:extLst>
              <a:ext uri="{FF2B5EF4-FFF2-40B4-BE49-F238E27FC236}">
                <ns2:creationId id="{EE2126A8-D609-4900-9EAB-BEB68BD27349}"/>
              </a:ext>
            </a:extLst>
          </p:cNvPr>
          <p:cNvSpPr>
            <a:spLocks noGrp="1"/>
          </p:cNvSpPr>
          <p:nvPr/>
        </p:nvSpPr>
        <p:spPr>
          <a:xfrm>
            <a:off x="9292442" y="3114675"/>
            <a:ext cx="1598221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50" name="text-48">
            <a:extLst>
              <a:ext uri="{FF2B5EF4-FFF2-40B4-BE49-F238E27FC236}">
                <ns2:creationId id="{6EBCC3F8-5D4B-46BD-8BCE-03D37E198924}"/>
              </a:ext>
            </a:extLst>
          </p:cNvPr>
          <p:cNvSpPr>
            <a:spLocks noGrp="1"/>
          </p:cNvSpPr>
          <p:nvPr/>
        </p:nvSpPr>
        <p:spPr>
          <a:xfrm>
            <a:off x="8183088" y="1828800"/>
            <a:ext cx="141019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观测值</a:t>
            </a:r>
            <a:endParaRPr/>
          </a:p>
        </p:txBody>
      </p:sp>
      <p:sp>
        <p:nvSpPr>
          <p:cNvPr id="51" name="panel-49">
            <a:extLst>
              <a:ext uri="{FF2B5EF4-FFF2-40B4-BE49-F238E27FC236}">
                <ns2:creationId id="{302EBCF8-3653-4B27-B81E-6AF93841C6EA}"/>
              </a:ext>
            </a:extLst>
          </p:cNvPr>
          <p:cNvSpPr>
            <a:spLocks noGrp="1"/>
          </p:cNvSpPr>
          <p:nvPr/>
        </p:nvSpPr>
        <p:spPr>
          <a:xfrm>
            <a:off x="8013865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52" name="shape-50">
            <a:extLst>
              <a:ext uri="{FF2B5EF4-FFF2-40B4-BE49-F238E27FC236}">
                <ns2:creationId id="{11E54686-F990-4F77-BF79-7BCBC5477B7E}"/>
              </a:ext>
            </a:extLst>
          </p:cNvPr>
          <p:cNvSpPr>
            <a:spLocks noGrp="1"/>
          </p:cNvSpPr>
          <p:nvPr/>
        </p:nvSpPr>
        <p:spPr>
          <a:xfrm>
            <a:off x="8023266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64" name="icon-check-ring-164"/>
          <p:cNvSpPr/>
          <p:nvPr/>
        </p:nvSpPr>
        <p:spPr>
          <a:xfrm>
            <a:off x="8156013" y="3820668"/>
            <a:ext cx="185770" cy="188214"/>
          </a:xfrm>
          <a:prstGeom prst="ellipse">
            <a:avLst/>
          </a:prstGeom>
          <a:noFill/>
          <a:ln w="14364" cap="rnd">
            <a:solidFill>
              <a:srgbClr val="FFFFFF"/>
            </a:solidFill>
          </a:ln>
        </p:spPr>
      </p:sp>
      <p:sp>
        <p:nvSpPr>
          <p:cNvPr id="165" name="icon-check-mark-165"/>
          <p:cNvSpPr/>
          <p:nvPr/>
        </p:nvSpPr>
        <p:spPr>
          <a:xfrm>
            <a:off x="8126681" y="3790950"/>
            <a:ext cx="244434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16518" cap="rnd">
            <a:solidFill>
              <a:srgbClr val="FFFFFF"/>
            </a:solidFill>
          </a:ln>
        </p:spPr>
      </p:sp>
      <p:sp>
        <p:nvSpPr>
          <p:cNvPr id="56" name="text-54">
            <a:extLst>
              <a:ext uri="{FF2B5EF4-FFF2-40B4-BE49-F238E27FC236}">
                <ns2:creationId id="{495DD67C-F78A-43FB-BD39-F15B922C0505}"/>
              </a:ext>
            </a:extLst>
          </p:cNvPr>
          <p:cNvSpPr>
            <a:spLocks noGrp="1"/>
          </p:cNvSpPr>
          <p:nvPr/>
        </p:nvSpPr>
        <p:spPr>
          <a:xfrm>
            <a:off x="8465127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7" name="text-55">
            <a:extLst>
              <a:ext uri="{FF2B5EF4-FFF2-40B4-BE49-F238E27FC236}">
                <ns2:creationId id="{3C57777D-BF80-4562-83E8-6C6B1E8D994C}"/>
              </a:ext>
            </a:extLst>
          </p:cNvPr>
          <p:cNvSpPr>
            <a:spLocks noGrp="1"/>
          </p:cNvSpPr>
          <p:nvPr/>
        </p:nvSpPr>
        <p:spPr>
          <a:xfrm>
            <a:off x="8183088" y="4191000"/>
            <a:ext cx="3553691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开展独立复测，核对预测与现场记录</a:t>
            </a:r>
            <a:endParaRPr/>
          </a:p>
        </p:txBody>
      </p:sp>
      <p:sp>
        <p:nvSpPr>
          <p:cNvPr id="61" name="shape-59">
            <a:extLst>
              <a:ext uri="{FF2B5EF4-FFF2-40B4-BE49-F238E27FC236}">
                <ns2:creationId id="{B7A63363-4881-44DB-8F20-5F3B22769E38}"/>
              </a:ext>
            </a:extLst>
          </p:cNvPr>
          <p:cNvSpPr>
            <a:spLocks noGrp="1"/>
          </p:cNvSpPr>
          <p:nvPr/>
        </p:nvSpPr>
        <p:spPr>
          <a:xfrm>
            <a:off x="8220694" y="4905375"/>
            <a:ext cx="56408" cy="571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2" name="text-60">
            <a:extLst>
              <a:ext uri="{FF2B5EF4-FFF2-40B4-BE49-F238E27FC236}">
                <ns2:creationId id="{DFFF3C4C-439B-413A-8FC4-48D511EBAC25}"/>
              </a:ext>
            </a:extLst>
          </p:cNvPr>
          <p:cNvSpPr>
            <a:spLocks noGrp="1"/>
          </p:cNvSpPr>
          <p:nvPr/>
        </p:nvSpPr>
        <p:spPr>
          <a:xfrm>
            <a:off x="8371114" y="4800600"/>
            <a:ext cx="3346862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样地复测</a:t>
            </a:r>
            <a:endParaRPr/>
          </a:p>
        </p:txBody>
      </p:sp>
      <p:sp>
        <p:nvSpPr>
          <p:cNvPr id="63" name="shape-61">
            <a:extLst>
              <a:ext uri="{FF2B5EF4-FFF2-40B4-BE49-F238E27FC236}">
                <ns2:creationId id="{B7AFF510-FAFC-4168-972C-C848C8D64628}"/>
              </a:ext>
            </a:extLst>
          </p:cNvPr>
          <p:cNvSpPr>
            <a:spLocks noGrp="1"/>
          </p:cNvSpPr>
          <p:nvPr/>
        </p:nvSpPr>
        <p:spPr>
          <a:xfrm>
            <a:off x="8220694" y="5267325"/>
            <a:ext cx="56408" cy="571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4" name="text-62">
            <a:extLst>
              <a:ext uri="{FF2B5EF4-FFF2-40B4-BE49-F238E27FC236}">
                <ns2:creationId id="{34F8A7C4-2B06-4300-980C-DE26084B5F46}"/>
              </a:ext>
            </a:extLst>
          </p:cNvPr>
          <p:cNvSpPr>
            <a:spLocks noGrp="1"/>
          </p:cNvSpPr>
          <p:nvPr/>
        </p:nvSpPr>
        <p:spPr>
          <a:xfrm>
            <a:off x="8371114" y="5162550"/>
            <a:ext cx="3346862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保留差异记录</a:t>
            </a:r>
            <a:endParaRPr/>
          </a:p>
        </p:txBody>
      </p:sp>
      <p:sp>
        <p:nvSpPr>
          <p:cNvPr id="65" name="shape-63">
            <a:extLst>
              <a:ext uri="{FF2B5EF4-FFF2-40B4-BE49-F238E27FC236}">
                <ns2:creationId id="{A7DE66B6-DFEA-4757-BDC7-ED7CF332CA49}"/>
              </a:ext>
            </a:extLst>
          </p:cNvPr>
          <p:cNvSpPr>
            <a:spLocks noGrp="1"/>
          </p:cNvSpPr>
          <p:nvPr/>
        </p:nvSpPr>
        <p:spPr>
          <a:xfrm>
            <a:off x="8220694" y="5629275"/>
            <a:ext cx="56408" cy="571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6" name="text-64">
            <a:extLst>
              <a:ext uri="{FF2B5EF4-FFF2-40B4-BE49-F238E27FC236}">
                <ns2:creationId id="{B2D059F4-63B5-4C80-92ED-D6926EB1F01B}"/>
              </a:ext>
            </a:extLst>
          </p:cNvPr>
          <p:cNvSpPr>
            <a:spLocks noGrp="1"/>
          </p:cNvSpPr>
          <p:nvPr/>
        </p:nvSpPr>
        <p:spPr>
          <a:xfrm>
            <a:off x="8371114" y="5524500"/>
            <a:ext cx="3346862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核对检测过程</a:t>
            </a:r>
            <a:endParaRPr/>
          </a:p>
        </p:txBody>
      </p:sp>
      <p:sp>
        <p:nvSpPr>
          <p:cNvPr id="67" name="panel-65">
            <a:extLst>
              <a:ext uri="{FF2B5EF4-FFF2-40B4-BE49-F238E27FC236}">
                <ns2:creationId id="{DFD29F82-4215-4480-8DEE-18EC4786A24F}"/>
              </a:ext>
            </a:extLst>
          </p:cNvPr>
          <p:cNvSpPr>
            <a:spLocks noGrp="1"/>
          </p:cNvSpPr>
          <p:nvPr/>
        </p:nvSpPr>
        <p:spPr>
          <a:xfrm>
            <a:off x="304800" y="3705225"/>
            <a:ext cx="3873335" cy="2362200"/>
          </a:xfrm>
          <a:prstGeom prst="rect">
            <a:avLst>
              <a:gd name="adj" fmla="val 322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68" name="shape-66">
            <a:extLst>
              <a:ext uri="{FF2B5EF4-FFF2-40B4-BE49-F238E27FC236}">
                <ns2:creationId id="{8FA50A07-31FE-46B1-A2BF-A91EFF0C3893}"/>
              </a:ext>
            </a:extLst>
          </p:cNvPr>
          <p:cNvSpPr>
            <a:spLocks noGrp="1"/>
          </p:cNvSpPr>
          <p:nvPr/>
        </p:nvSpPr>
        <p:spPr>
          <a:xfrm>
            <a:off x="314201" y="3714750"/>
            <a:ext cx="385453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68" name="icon-doc-168"/>
          <p:cNvSpPr/>
          <p:nvPr/>
        </p:nvSpPr>
        <p:spPr>
          <a:xfrm>
            <a:off x="436418" y="3790950"/>
            <a:ext cx="244434" cy="2476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4364" cap="rnd">
            <a:solidFill>
              <a:srgbClr val="FFFFFF"/>
            </a:solidFill>
          </a:ln>
        </p:spPr>
      </p:sp>
      <p:sp>
        <p:nvSpPr>
          <p:cNvPr id="80" name="text-78">
            <a:extLst>
              <a:ext uri="{FF2B5EF4-FFF2-40B4-BE49-F238E27FC236}">
                <ns2:creationId id="{256A5AD0-3321-4130-932C-0BC42FE64245}"/>
              </a:ext>
            </a:extLst>
          </p:cNvPr>
          <p:cNvSpPr>
            <a:spLocks noGrp="1"/>
          </p:cNvSpPr>
          <p:nvPr/>
        </p:nvSpPr>
        <p:spPr>
          <a:xfrm>
            <a:off x="756062" y="3771900"/>
            <a:ext cx="330925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1" name="text-79">
            <a:extLst>
              <a:ext uri="{FF2B5EF4-FFF2-40B4-BE49-F238E27FC236}">
                <ns2:creationId id="{AC3D61C5-8052-46B4-9AE5-2C0500D9803B}"/>
              </a:ext>
            </a:extLst>
          </p:cNvPr>
          <p:cNvSpPr>
            <a:spLocks noGrp="1"/>
          </p:cNvSpPr>
          <p:nvPr/>
        </p:nvSpPr>
        <p:spPr>
          <a:xfrm>
            <a:off x="474023" y="4191000"/>
            <a:ext cx="3553691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追查偏差来源，调整采样与分析方案</a:t>
            </a:r>
            <a:endParaRPr/>
          </a:p>
        </p:txBody>
      </p:sp>
      <p:sp>
        <p:nvSpPr>
          <p:cNvPr id="93" name="shape-91">
            <a:extLst>
              <a:ext uri="{FF2B5EF4-FFF2-40B4-BE49-F238E27FC236}">
                <ns2:creationId id="{C5E190D2-357A-41C6-9238-F065F8F4EF2C}"/>
              </a:ext>
            </a:extLst>
          </p:cNvPr>
          <p:cNvSpPr>
            <a:spLocks noGrp="1"/>
          </p:cNvSpPr>
          <p:nvPr/>
        </p:nvSpPr>
        <p:spPr>
          <a:xfrm>
            <a:off x="511629" y="4905375"/>
            <a:ext cx="56408" cy="571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94" name="text-92">
            <a:extLst>
              <a:ext uri="{FF2B5EF4-FFF2-40B4-BE49-F238E27FC236}">
                <ns2:creationId id="{E21A2C38-31E5-4F06-BA17-A0BDCF476379}"/>
              </a:ext>
            </a:extLst>
          </p:cNvPr>
          <p:cNvSpPr>
            <a:spLocks noGrp="1"/>
          </p:cNvSpPr>
          <p:nvPr/>
        </p:nvSpPr>
        <p:spPr>
          <a:xfrm>
            <a:off x="662049" y="4800600"/>
            <a:ext cx="3346862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优化采样设计</a:t>
            </a:r>
            <a:endParaRPr/>
          </a:p>
        </p:txBody>
      </p:sp>
      <p:sp>
        <p:nvSpPr>
          <p:cNvPr id="95" name="shape-93">
            <a:extLst>
              <a:ext uri="{FF2B5EF4-FFF2-40B4-BE49-F238E27FC236}">
                <ns2:creationId id="{455CB8E3-05BA-4C50-9A96-660607911637}"/>
              </a:ext>
            </a:extLst>
          </p:cNvPr>
          <p:cNvSpPr>
            <a:spLocks noGrp="1"/>
          </p:cNvSpPr>
          <p:nvPr/>
        </p:nvSpPr>
        <p:spPr>
          <a:xfrm>
            <a:off x="511629" y="5267325"/>
            <a:ext cx="56408" cy="571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96" name="text-94">
            <a:extLst>
              <a:ext uri="{FF2B5EF4-FFF2-40B4-BE49-F238E27FC236}">
                <ns2:creationId id="{4E2DE427-6C32-45DC-B151-623046FD1CE3}"/>
              </a:ext>
            </a:extLst>
          </p:cNvPr>
          <p:cNvSpPr>
            <a:spLocks noGrp="1"/>
          </p:cNvSpPr>
          <p:nvPr/>
        </p:nvSpPr>
        <p:spPr>
          <a:xfrm>
            <a:off x="662049" y="5162550"/>
            <a:ext cx="3346862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补充关键样点</a:t>
            </a:r>
            <a:endParaRPr/>
          </a:p>
        </p:txBody>
      </p:sp>
      <p:sp>
        <p:nvSpPr>
          <p:cNvPr id="97" name="shape-95">
            <a:extLst>
              <a:ext uri="{FF2B5EF4-FFF2-40B4-BE49-F238E27FC236}">
                <ns2:creationId id="{29EEB060-ADA6-46D0-BA13-52E6BF4C20CB}"/>
              </a:ext>
            </a:extLst>
          </p:cNvPr>
          <p:cNvSpPr>
            <a:spLocks noGrp="1"/>
          </p:cNvSpPr>
          <p:nvPr/>
        </p:nvSpPr>
        <p:spPr>
          <a:xfrm>
            <a:off x="511629" y="5629275"/>
            <a:ext cx="56408" cy="571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98" name="text-96">
            <a:extLst>
              <a:ext uri="{FF2B5EF4-FFF2-40B4-BE49-F238E27FC236}">
                <ns2:creationId id="{5FB95575-380A-4F0F-B52C-339D610B71E0}"/>
              </a:ext>
            </a:extLst>
          </p:cNvPr>
          <p:cNvSpPr>
            <a:spLocks noGrp="1"/>
          </p:cNvSpPr>
          <p:nvPr/>
        </p:nvSpPr>
        <p:spPr>
          <a:xfrm>
            <a:off x="662049" y="5524500"/>
            <a:ext cx="3346862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更新模型设定</a:t>
            </a:r>
            <a:endParaRPr/>
          </a:p>
        </p:txBody>
      </p:sp>
      <p:sp>
        <p:nvSpPr>
          <p:cNvPr id="99" name="vector-97">
            <a:extLst>
              <a:ext uri="{FF2B5EF4-FFF2-40B4-BE49-F238E27FC236}">
                <ns2:creationId id="{C7BE0411-C219-4B72-9A06-D33C7DF345C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139490"/>
                </a:moveTo>
                <a:lnTo>
                  <a:pt x="168706" y="112615"/>
                </a:lnTo>
                <a:lnTo>
                  <a:pt x="200058" y="88265"/>
                </a:lnTo>
                <a:lnTo>
                  <a:pt x="233329" y="66612"/>
                </a:lnTo>
                <a:lnTo>
                  <a:pt x="268288" y="47804"/>
                </a:lnTo>
                <a:lnTo>
                  <a:pt x="304692" y="31973"/>
                </a:lnTo>
                <a:lnTo>
                  <a:pt x="342288" y="19229"/>
                </a:lnTo>
                <a:lnTo>
                  <a:pt x="380815" y="9660"/>
                </a:lnTo>
                <a:lnTo>
                  <a:pt x="420004" y="3333"/>
                </a:lnTo>
                <a:lnTo>
                  <a:pt x="459585" y="292"/>
                </a:lnTo>
                <a:lnTo>
                  <a:pt x="499281" y="557"/>
                </a:lnTo>
                <a:lnTo>
                  <a:pt x="538817" y="4128"/>
                </a:lnTo>
                <a:lnTo>
                  <a:pt x="577918" y="10978"/>
                </a:lnTo>
                <a:lnTo>
                  <a:pt x="616314" y="21062"/>
                </a:lnTo>
                <a:lnTo>
                  <a:pt x="653736" y="34308"/>
                </a:lnTo>
                <a:lnTo>
                  <a:pt x="689924" y="50624"/>
                </a:lnTo>
                <a:lnTo>
                  <a:pt x="724629" y="69898"/>
                </a:lnTo>
                <a:lnTo>
                  <a:pt x="757607" y="91995"/>
                </a:lnTo>
                <a:lnTo>
                  <a:pt x="788631" y="116761"/>
                </a:lnTo>
                <a:lnTo>
                  <a:pt x="843299" y="123597"/>
                </a:lnTo>
                <a:lnTo>
                  <a:pt x="646489" y="280338"/>
                </a:lnTo>
                <a:lnTo>
                  <a:pt x="629582" y="266841"/>
                </a:lnTo>
                <a:lnTo>
                  <a:pt x="611610" y="254799"/>
                </a:lnTo>
                <a:lnTo>
                  <a:pt x="592697" y="244295"/>
                </a:lnTo>
                <a:lnTo>
                  <a:pt x="572975" y="235403"/>
                </a:lnTo>
                <a:lnTo>
                  <a:pt x="552581" y="228184"/>
                </a:lnTo>
                <a:lnTo>
                  <a:pt x="531657" y="222689"/>
                </a:lnTo>
                <a:lnTo>
                  <a:pt x="510347" y="218956"/>
                </a:lnTo>
                <a:lnTo>
                  <a:pt x="488801" y="217010"/>
                </a:lnTo>
                <a:lnTo>
                  <a:pt x="467168" y="216865"/>
                </a:lnTo>
                <a:lnTo>
                  <a:pt x="445598" y="218523"/>
                </a:lnTo>
                <a:lnTo>
                  <a:pt x="424240" y="221971"/>
                </a:lnTo>
                <a:lnTo>
                  <a:pt x="403244" y="227186"/>
                </a:lnTo>
                <a:lnTo>
                  <a:pt x="382756" y="234131"/>
                </a:lnTo>
                <a:lnTo>
                  <a:pt x="362916" y="242758"/>
                </a:lnTo>
                <a:lnTo>
                  <a:pt x="343865" y="253008"/>
                </a:lnTo>
                <a:lnTo>
                  <a:pt x="325733" y="264809"/>
                </a:lnTo>
                <a:lnTo>
                  <a:pt x="308647" y="278078"/>
                </a:lnTo>
                <a:lnTo>
                  <a:pt x="292725" y="292725"/>
                </a:lnTo>
                <a:close/>
              </a:path>
            </a:pathLst>
          </a:custGeom>
          <a:solidFill>
            <a:srgbClr val="1359A0"/>
          </a:solidFill>
          <a:ln w="14288">
            <a:noFill/>
            <a:prstDash val="solid"/>
          </a:ln>
        </p:spPr>
      </p:sp>
      <p:sp>
        <p:nvSpPr>
          <p:cNvPr id="154" name="icon-location-154"/>
          <p:cNvSpPr/>
          <p:nvPr/>
        </p:nvSpPr>
        <p:spPr>
          <a:xfrm>
            <a:off x="5917375" y="1962150"/>
            <a:ext cx="263236" cy="2667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5469" cap="rnd">
            <a:solidFill>
              <a:srgbClr val="FFFFFF"/>
            </a:solidFill>
          </a:ln>
        </p:spPr>
      </p:sp>
      <p:sp>
        <p:nvSpPr>
          <p:cNvPr id="155" name="icon-location-dot-155"/>
          <p:cNvSpPr/>
          <p:nvPr/>
        </p:nvSpPr>
        <p:spPr>
          <a:xfrm>
            <a:off x="6017405" y="2034159"/>
            <a:ext cx="63177" cy="64008"/>
          </a:xfrm>
          <a:prstGeom prst="ellipse">
            <a:avLst/>
          </a:prstGeom>
          <a:noFill/>
          <a:ln w="13922" cap="rnd">
            <a:solidFill>
              <a:srgbClr val="FFFFFF"/>
            </a:solidFill>
          </a:ln>
        </p:spPr>
      </p:sp>
      <p:sp>
        <p:nvSpPr>
          <p:cNvPr id="104" name="text-102">
            <a:extLst>
              <a:ext uri="{FF2B5EF4-FFF2-40B4-BE49-F238E27FC236}">
                <ns2:creationId id="{5FB1ECEC-D761-4CAA-9B22-43E354BF6BCB}"/>
              </a:ext>
            </a:extLst>
          </p:cNvPr>
          <p:cNvSpPr>
            <a:spLocks noGrp="1"/>
          </p:cNvSpPr>
          <p:nvPr/>
        </p:nvSpPr>
        <p:spPr>
          <a:xfrm>
            <a:off x="5484916" y="2286000"/>
            <a:ext cx="122216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数据获取</a:t>
            </a:r>
            <a:endParaRPr/>
          </a:p>
        </p:txBody>
      </p:sp>
      <p:sp>
        <p:nvSpPr>
          <p:cNvPr id="105" name="vector-103">
            <a:extLst>
              <a:ext uri="{FF2B5EF4-FFF2-40B4-BE49-F238E27FC236}">
                <ns2:creationId id="{A06194DA-712A-46A4-BF1E-682EC4A499C5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139490"/>
                </a:moveTo>
                <a:lnTo>
                  <a:pt x="839885" y="168706"/>
                </a:lnTo>
                <a:lnTo>
                  <a:pt x="864235" y="200058"/>
                </a:lnTo>
                <a:lnTo>
                  <a:pt x="885888" y="233329"/>
                </a:lnTo>
                <a:lnTo>
                  <a:pt x="904696" y="268288"/>
                </a:lnTo>
                <a:lnTo>
                  <a:pt x="920527" y="304692"/>
                </a:lnTo>
                <a:lnTo>
                  <a:pt x="933271" y="342288"/>
                </a:lnTo>
                <a:lnTo>
                  <a:pt x="942840" y="380815"/>
                </a:lnTo>
                <a:lnTo>
                  <a:pt x="949167" y="420004"/>
                </a:lnTo>
                <a:lnTo>
                  <a:pt x="952208" y="459585"/>
                </a:lnTo>
                <a:lnTo>
                  <a:pt x="951943" y="499281"/>
                </a:lnTo>
                <a:lnTo>
                  <a:pt x="948372" y="538817"/>
                </a:lnTo>
                <a:lnTo>
                  <a:pt x="941522" y="577918"/>
                </a:lnTo>
                <a:lnTo>
                  <a:pt x="931438" y="616314"/>
                </a:lnTo>
                <a:lnTo>
                  <a:pt x="918192" y="653736"/>
                </a:lnTo>
                <a:lnTo>
                  <a:pt x="901876" y="689924"/>
                </a:lnTo>
                <a:lnTo>
                  <a:pt x="882602" y="724629"/>
                </a:lnTo>
                <a:lnTo>
                  <a:pt x="860505" y="757607"/>
                </a:lnTo>
                <a:lnTo>
                  <a:pt x="835739" y="788631"/>
                </a:lnTo>
                <a:lnTo>
                  <a:pt x="828903" y="843299"/>
                </a:lnTo>
                <a:lnTo>
                  <a:pt x="672162" y="646489"/>
                </a:lnTo>
                <a:lnTo>
                  <a:pt x="685659" y="629582"/>
                </a:lnTo>
                <a:lnTo>
                  <a:pt x="697701" y="611610"/>
                </a:lnTo>
                <a:lnTo>
                  <a:pt x="708205" y="592697"/>
                </a:lnTo>
                <a:lnTo>
                  <a:pt x="717097" y="572975"/>
                </a:lnTo>
                <a:lnTo>
                  <a:pt x="724316" y="552581"/>
                </a:lnTo>
                <a:lnTo>
                  <a:pt x="729811" y="531657"/>
                </a:lnTo>
                <a:lnTo>
                  <a:pt x="733544" y="510347"/>
                </a:lnTo>
                <a:lnTo>
                  <a:pt x="735490" y="488801"/>
                </a:lnTo>
                <a:lnTo>
                  <a:pt x="735635" y="467168"/>
                </a:lnTo>
                <a:lnTo>
                  <a:pt x="733977" y="445598"/>
                </a:lnTo>
                <a:lnTo>
                  <a:pt x="730529" y="424240"/>
                </a:lnTo>
                <a:lnTo>
                  <a:pt x="725314" y="403244"/>
                </a:lnTo>
                <a:lnTo>
                  <a:pt x="718369" y="382756"/>
                </a:lnTo>
                <a:lnTo>
                  <a:pt x="709742" y="362916"/>
                </a:lnTo>
                <a:lnTo>
                  <a:pt x="699492" y="343865"/>
                </a:lnTo>
                <a:lnTo>
                  <a:pt x="687691" y="325733"/>
                </a:lnTo>
                <a:lnTo>
                  <a:pt x="674422" y="308647"/>
                </a:lnTo>
                <a:lnTo>
                  <a:pt x="659775" y="292725"/>
                </a:lnTo>
                <a:close/>
              </a:path>
            </a:pathLst>
          </a:custGeom>
          <a:solidFill>
            <a:srgbClr val="3B75B0"/>
          </a:solidFill>
          <a:ln w="14288">
            <a:noFill/>
            <a:prstDash val="solid"/>
          </a:ln>
        </p:spPr>
      </p:sp>
      <p:sp>
        <p:nvSpPr>
          <p:cNvPr id="160" name="icon-wf-1-160"/>
          <p:cNvSpPr/>
          <p:nvPr/>
        </p:nvSpPr>
        <p:spPr>
          <a:xfrm>
            <a:off x="7295606" y="3322320"/>
            <a:ext cx="73330" cy="74295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1" name="icon-wf-2-161"/>
          <p:cNvSpPr/>
          <p:nvPr/>
        </p:nvSpPr>
        <p:spPr>
          <a:xfrm>
            <a:off x="7436625" y="3322320"/>
            <a:ext cx="73330" cy="74295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2" name="icon-wf-3-162"/>
          <p:cNvSpPr/>
          <p:nvPr/>
        </p:nvSpPr>
        <p:spPr>
          <a:xfrm>
            <a:off x="7366116" y="3448050"/>
            <a:ext cx="73330" cy="74295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3" name="icon-wf-edges-163"/>
          <p:cNvSpPr/>
          <p:nvPr/>
        </p:nvSpPr>
        <p:spPr>
          <a:xfrm>
            <a:off x="7261761" y="3276600"/>
            <a:ext cx="282039" cy="2857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80" y="290"/>
                </a:moveTo>
                <a:lnTo>
                  <a:pt x="620" y="290"/>
                </a:lnTo>
              </a:path>
              <a:path w="1000" h="1000">
                <a:moveTo>
                  <a:pt x="310" y="400"/>
                </a:moveTo>
                <a:lnTo>
                  <a:pt x="430" y="620"/>
                </a:lnTo>
              </a:path>
              <a:path w="1000" h="1000">
                <a:moveTo>
                  <a:pt x="690" y="400"/>
                </a:moveTo>
                <a:lnTo>
                  <a:pt x="570" y="620"/>
                </a:lnTo>
              </a:path>
            </a:pathLst>
          </a:custGeom>
          <a:noFill/>
          <a:ln w="14916" cap="rnd">
            <a:solidFill>
              <a:srgbClr val="FFFFFF"/>
            </a:solidFill>
          </a:ln>
        </p:spPr>
      </p:sp>
      <p:sp>
        <p:nvSpPr>
          <p:cNvPr id="118" name="text-116">
            <a:extLst>
              <a:ext uri="{FF2B5EF4-FFF2-40B4-BE49-F238E27FC236}">
                <ns2:creationId id="{799E5964-98B5-4636-A8B3-4A10371F1315}"/>
              </a:ext>
            </a:extLst>
          </p:cNvPr>
          <p:cNvSpPr>
            <a:spLocks noGrp="1"/>
          </p:cNvSpPr>
          <p:nvPr/>
        </p:nvSpPr>
        <p:spPr>
          <a:xfrm>
            <a:off x="7177149" y="3562350"/>
            <a:ext cx="451262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模型分析</a:t>
            </a:r>
            <a:endParaRPr/>
          </a:p>
        </p:txBody>
      </p:sp>
      <p:sp>
        <p:nvSpPr>
          <p:cNvPr id="119" name="vector-117">
            <a:extLst>
              <a:ext uri="{FF2B5EF4-FFF2-40B4-BE49-F238E27FC236}">
                <ns2:creationId id="{0BF875E0-041A-4650-AB69-AB2EFFB8B1EA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813010" y="813010"/>
                </a:moveTo>
                <a:lnTo>
                  <a:pt x="783794" y="839885"/>
                </a:lnTo>
                <a:lnTo>
                  <a:pt x="752442" y="864235"/>
                </a:lnTo>
                <a:lnTo>
                  <a:pt x="719171" y="885888"/>
                </a:lnTo>
                <a:lnTo>
                  <a:pt x="684212" y="904696"/>
                </a:lnTo>
                <a:lnTo>
                  <a:pt x="647808" y="920527"/>
                </a:lnTo>
                <a:lnTo>
                  <a:pt x="610212" y="933271"/>
                </a:lnTo>
                <a:lnTo>
                  <a:pt x="571685" y="942840"/>
                </a:lnTo>
                <a:lnTo>
                  <a:pt x="532496" y="949167"/>
                </a:lnTo>
                <a:lnTo>
                  <a:pt x="492915" y="952208"/>
                </a:lnTo>
                <a:lnTo>
                  <a:pt x="453219" y="951943"/>
                </a:lnTo>
                <a:lnTo>
                  <a:pt x="413683" y="948372"/>
                </a:lnTo>
                <a:lnTo>
                  <a:pt x="374582" y="941522"/>
                </a:lnTo>
                <a:lnTo>
                  <a:pt x="336186" y="931438"/>
                </a:lnTo>
                <a:lnTo>
                  <a:pt x="298764" y="918192"/>
                </a:lnTo>
                <a:lnTo>
                  <a:pt x="262576" y="901876"/>
                </a:lnTo>
                <a:lnTo>
                  <a:pt x="227871" y="882602"/>
                </a:lnTo>
                <a:lnTo>
                  <a:pt x="194893" y="860505"/>
                </a:lnTo>
                <a:lnTo>
                  <a:pt x="163869" y="835739"/>
                </a:lnTo>
                <a:lnTo>
                  <a:pt x="109201" y="828903"/>
                </a:lnTo>
                <a:lnTo>
                  <a:pt x="306011" y="672162"/>
                </a:lnTo>
                <a:lnTo>
                  <a:pt x="322918" y="685659"/>
                </a:lnTo>
                <a:lnTo>
                  <a:pt x="340890" y="697701"/>
                </a:lnTo>
                <a:lnTo>
                  <a:pt x="359803" y="708205"/>
                </a:lnTo>
                <a:lnTo>
                  <a:pt x="379525" y="717097"/>
                </a:lnTo>
                <a:lnTo>
                  <a:pt x="399919" y="724316"/>
                </a:lnTo>
                <a:lnTo>
                  <a:pt x="420843" y="729811"/>
                </a:lnTo>
                <a:lnTo>
                  <a:pt x="442153" y="733544"/>
                </a:lnTo>
                <a:lnTo>
                  <a:pt x="463699" y="735490"/>
                </a:lnTo>
                <a:lnTo>
                  <a:pt x="485332" y="735635"/>
                </a:lnTo>
                <a:lnTo>
                  <a:pt x="506902" y="733977"/>
                </a:lnTo>
                <a:lnTo>
                  <a:pt x="528260" y="730529"/>
                </a:lnTo>
                <a:lnTo>
                  <a:pt x="549256" y="725314"/>
                </a:lnTo>
                <a:lnTo>
                  <a:pt x="569744" y="718369"/>
                </a:lnTo>
                <a:lnTo>
                  <a:pt x="589584" y="709742"/>
                </a:lnTo>
                <a:lnTo>
                  <a:pt x="608635" y="699492"/>
                </a:lnTo>
                <a:lnTo>
                  <a:pt x="626767" y="687691"/>
                </a:lnTo>
                <a:lnTo>
                  <a:pt x="643853" y="674422"/>
                </a:lnTo>
                <a:lnTo>
                  <a:pt x="659775" y="659775"/>
                </a:lnTo>
                <a:close/>
              </a:path>
            </a:pathLst>
          </a:custGeom>
          <a:solidFill>
            <a:srgbClr val="6391C0"/>
          </a:solidFill>
          <a:ln w="14288">
            <a:noFill/>
            <a:prstDash val="solid"/>
          </a:ln>
        </p:spPr>
      </p:sp>
      <p:sp>
        <p:nvSpPr>
          <p:cNvPr id="166" name="icon-check-ring-166"/>
          <p:cNvSpPr/>
          <p:nvPr/>
        </p:nvSpPr>
        <p:spPr>
          <a:xfrm>
            <a:off x="5988825" y="4701540"/>
            <a:ext cx="214350" cy="217170"/>
          </a:xfrm>
          <a:prstGeom prst="ellipse">
            <a:avLst/>
          </a:prstGeom>
          <a:noFill/>
          <a:ln w="16574" cap="rnd">
            <a:solidFill>
              <a:srgbClr val="FFFFFF"/>
            </a:solidFill>
          </a:ln>
        </p:spPr>
      </p:sp>
      <p:sp>
        <p:nvSpPr>
          <p:cNvPr id="167" name="icon-check-mark-167"/>
          <p:cNvSpPr/>
          <p:nvPr/>
        </p:nvSpPr>
        <p:spPr>
          <a:xfrm>
            <a:off x="5954981" y="4667250"/>
            <a:ext cx="282039" cy="2857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19060" cap="rnd">
            <a:solidFill>
              <a:srgbClr val="FFFFFF"/>
            </a:solidFill>
          </a:ln>
        </p:spPr>
      </p:sp>
      <p:sp>
        <p:nvSpPr>
          <p:cNvPr id="123" name="text-121">
            <a:extLst>
              <a:ext uri="{FF2B5EF4-FFF2-40B4-BE49-F238E27FC236}">
                <ns2:creationId id="{67E76804-A1AE-4C2D-A4CE-D6D546C00C25}"/>
              </a:ext>
            </a:extLst>
          </p:cNvPr>
          <p:cNvSpPr>
            <a:spLocks noGrp="1"/>
          </p:cNvSpPr>
          <p:nvPr/>
        </p:nvSpPr>
        <p:spPr>
          <a:xfrm>
            <a:off x="5484916" y="4953000"/>
            <a:ext cx="122216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现场验证</a:t>
            </a:r>
            <a:endParaRPr/>
          </a:p>
        </p:txBody>
      </p:sp>
      <p:sp>
        <p:nvSpPr>
          <p:cNvPr id="124" name="vector-122">
            <a:extLst>
              <a:ext uri="{FF2B5EF4-FFF2-40B4-BE49-F238E27FC236}">
                <ns2:creationId id="{83ECFBD5-8846-4592-978F-D7401D0DBEA6}"/>
              </a:ext>
            </a:extLst>
          </p:cNvPr>
          <p:cNvSpPr>
            <a:spLocks noGrp="1"/>
          </p:cNvSpPr>
          <p:nvPr/>
        </p:nvSpPr>
        <p:spPr>
          <a:xfrm>
            <a:off x="4319155" y="1752600"/>
            <a:ext cx="3553691" cy="3600450"/>
          </a:xfrm>
          <a:custGeom>
            <a:pathLst>
              <a:path w="952500" h="952500">
                <a:moveTo>
                  <a:pt x="139490" y="813010"/>
                </a:moveTo>
                <a:lnTo>
                  <a:pt x="112615" y="783794"/>
                </a:lnTo>
                <a:lnTo>
                  <a:pt x="88265" y="752442"/>
                </a:lnTo>
                <a:lnTo>
                  <a:pt x="66612" y="719171"/>
                </a:lnTo>
                <a:lnTo>
                  <a:pt x="47804" y="684212"/>
                </a:lnTo>
                <a:lnTo>
                  <a:pt x="31973" y="647808"/>
                </a:lnTo>
                <a:lnTo>
                  <a:pt x="19229" y="610212"/>
                </a:lnTo>
                <a:lnTo>
                  <a:pt x="9660" y="571685"/>
                </a:lnTo>
                <a:lnTo>
                  <a:pt x="3333" y="532496"/>
                </a:lnTo>
                <a:lnTo>
                  <a:pt x="292" y="492915"/>
                </a:lnTo>
                <a:lnTo>
                  <a:pt x="557" y="453219"/>
                </a:lnTo>
                <a:lnTo>
                  <a:pt x="4128" y="413683"/>
                </a:lnTo>
                <a:lnTo>
                  <a:pt x="10978" y="374582"/>
                </a:lnTo>
                <a:lnTo>
                  <a:pt x="21062" y="336186"/>
                </a:lnTo>
                <a:lnTo>
                  <a:pt x="34308" y="298764"/>
                </a:lnTo>
                <a:lnTo>
                  <a:pt x="50624" y="262576"/>
                </a:lnTo>
                <a:lnTo>
                  <a:pt x="69898" y="227871"/>
                </a:lnTo>
                <a:lnTo>
                  <a:pt x="91995" y="194893"/>
                </a:lnTo>
                <a:lnTo>
                  <a:pt x="116761" y="163869"/>
                </a:lnTo>
                <a:lnTo>
                  <a:pt x="123597" y="109201"/>
                </a:lnTo>
                <a:lnTo>
                  <a:pt x="280338" y="306011"/>
                </a:lnTo>
                <a:lnTo>
                  <a:pt x="266841" y="322918"/>
                </a:lnTo>
                <a:lnTo>
                  <a:pt x="254799" y="340890"/>
                </a:lnTo>
                <a:lnTo>
                  <a:pt x="244295" y="359803"/>
                </a:lnTo>
                <a:lnTo>
                  <a:pt x="235403" y="379525"/>
                </a:lnTo>
                <a:lnTo>
                  <a:pt x="228184" y="399919"/>
                </a:lnTo>
                <a:lnTo>
                  <a:pt x="222689" y="420843"/>
                </a:lnTo>
                <a:lnTo>
                  <a:pt x="218956" y="442153"/>
                </a:lnTo>
                <a:lnTo>
                  <a:pt x="217010" y="463699"/>
                </a:lnTo>
                <a:lnTo>
                  <a:pt x="216865" y="485332"/>
                </a:lnTo>
                <a:lnTo>
                  <a:pt x="218523" y="506902"/>
                </a:lnTo>
                <a:lnTo>
                  <a:pt x="221971" y="528260"/>
                </a:lnTo>
                <a:lnTo>
                  <a:pt x="227186" y="549256"/>
                </a:lnTo>
                <a:lnTo>
                  <a:pt x="234131" y="569744"/>
                </a:lnTo>
                <a:lnTo>
                  <a:pt x="242758" y="589584"/>
                </a:lnTo>
                <a:lnTo>
                  <a:pt x="253008" y="608635"/>
                </a:lnTo>
                <a:lnTo>
                  <a:pt x="264809" y="626767"/>
                </a:lnTo>
                <a:lnTo>
                  <a:pt x="278078" y="643853"/>
                </a:lnTo>
                <a:lnTo>
                  <a:pt x="292725" y="659775"/>
                </a:lnTo>
                <a:close/>
              </a:path>
            </a:pathLst>
          </a:custGeom>
          <a:solidFill>
            <a:srgbClr val="8BAED0"/>
          </a:solidFill>
          <a:ln w="14288">
            <a:noFill/>
            <a:prstDash val="solid"/>
          </a:ln>
        </p:spPr>
      </p:sp>
      <p:sp>
        <p:nvSpPr>
          <p:cNvPr id="169" name="icon-doc-169"/>
          <p:cNvSpPr/>
          <p:nvPr/>
        </p:nvSpPr>
        <p:spPr>
          <a:xfrm>
            <a:off x="4591792" y="3352800"/>
            <a:ext cx="282039" cy="2857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6574" cap="rnd">
            <a:solidFill>
              <a:srgbClr val="FFFFFF"/>
            </a:solidFill>
          </a:ln>
        </p:spPr>
      </p:sp>
      <p:sp>
        <p:nvSpPr>
          <p:cNvPr id="136" name="text-134">
            <a:extLst>
              <a:ext uri="{FF2B5EF4-FFF2-40B4-BE49-F238E27FC236}">
                <ns2:creationId id="{CF0CB36C-724A-43DB-A6CA-CB7FB893EBD1}"/>
              </a:ext>
            </a:extLst>
          </p:cNvPr>
          <p:cNvSpPr>
            <a:spLocks noGrp="1"/>
          </p:cNvSpPr>
          <p:nvPr/>
        </p:nvSpPr>
        <p:spPr>
          <a:xfrm>
            <a:off x="4563588" y="3562350"/>
            <a:ext cx="451262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反馈修订</a:t>
            </a:r>
            <a:endParaRPr/>
          </a:p>
        </p:txBody>
      </p:sp>
      <p:sp>
        <p:nvSpPr>
          <p:cNvPr id="137" name="text-135">
            <a:extLst>
              <a:ext uri="{FF2B5EF4-FFF2-40B4-BE49-F238E27FC236}">
                <ns2:creationId id="{4766E747-6417-4007-ACB1-AFD8C87A5C15}"/>
              </a:ext>
            </a:extLst>
          </p:cNvPr>
          <p:cNvSpPr>
            <a:spLocks noGrp="1"/>
          </p:cNvSpPr>
          <p:nvPr/>
        </p:nvSpPr>
        <p:spPr>
          <a:xfrm>
            <a:off x="5165271" y="3095625"/>
            <a:ext cx="1861457" cy="923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持续监测</a:t>
            </a:r>
            <a:endParaRPr/>
          </a:p>
          <a:p>
            <a:pPr algn="ctr">
              <a:def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迭代验证</a:t>
            </a:r>
            <a:endParaRPr/>
          </a:p>
        </p:txBody>
      </p:sp>
      <p:sp>
        <p:nvSpPr>
          <p:cNvPr id="138" name="shape-136">
            <a:extLst>
              <a:ext uri="{FF2B5EF4-FFF2-40B4-BE49-F238E27FC236}">
                <ns2:creationId id="{E73D0620-9613-44ED-AB8C-CFA2A60CFB6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39" name="text-137">
            <a:extLst>
              <a:ext uri="{FF2B5EF4-FFF2-40B4-BE49-F238E27FC236}">
                <ns2:creationId id="{98B96263-F017-4A2A-B139-1B25B128270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研究重点：用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验证结果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修订下一轮观测与分析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40" name="text-138">
            <a:extLst>
              <a:ext uri="{FF2B5EF4-FFF2-40B4-BE49-F238E27FC236}">
                <ns2:creationId id="{D227AC01-9582-420B-A934-313262E927A0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41" name="text-139">
            <a:extLst>
              <a:ext uri="{FF2B5EF4-FFF2-40B4-BE49-F238E27FC236}">
                <ns2:creationId id="{5FC6F965-C9A5-4238-B566-E48ACEC9820C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1485256309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9" name="text-140">
            <a:extLst>
              <a:ext uri="{FF2B5EF4-FFF2-40B4-BE49-F238E27FC236}">
                <ns2:creationId id="{E0CD6246-8BA7-4332-AD81-F92F892A4A9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技术路线｜森林动物监测与生境分析</a:t>
            </a:r>
            <a:endParaRPr/>
          </a:p>
        </p:txBody>
      </p:sp>
      <p:sp>
        <p:nvSpPr>
          <p:cNvPr id="2" name="line-141">
            <a:extLst>
              <a:ext uri="{FF2B5EF4-FFF2-40B4-BE49-F238E27FC236}">
                <ns2:creationId id="{7B803D0C-FD4B-4541-AF4F-F7A98F40DE8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142">
            <a:extLst>
              <a:ext uri="{FF2B5EF4-FFF2-40B4-BE49-F238E27FC236}">
                <ns2:creationId id="{07B8342B-2C95-4275-A646-4418CE17169C}"/>
              </a:ext>
            </a:extLst>
          </p:cNvPr>
          <p:cNvSpPr>
            <a:spLocks noGrp="1"/>
          </p:cNvSpPr>
          <p:nvPr/>
        </p:nvSpPr>
        <p:spPr>
          <a:xfrm>
            <a:off x="304800" y="914400"/>
            <a:ext cx="338447" cy="14287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143">
            <a:extLst>
              <a:ext uri="{FF2B5EF4-FFF2-40B4-BE49-F238E27FC236}">
                <ns2:creationId id="{167F082A-9F07-4833-AF5D-E54DA56A45C1}"/>
              </a:ext>
            </a:extLst>
          </p:cNvPr>
          <p:cNvSpPr>
            <a:spLocks noGrp="1"/>
          </p:cNvSpPr>
          <p:nvPr/>
        </p:nvSpPr>
        <p:spPr>
          <a:xfrm>
            <a:off x="333004" y="1009650"/>
            <a:ext cx="282039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测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5" name="shape-144">
            <a:extLst>
              <a:ext uri="{FF2B5EF4-FFF2-40B4-BE49-F238E27FC236}">
                <ns2:creationId id="{062D7FB8-0C1F-4617-9DCA-169D38585D61}"/>
              </a:ext>
            </a:extLst>
          </p:cNvPr>
          <p:cNvSpPr>
            <a:spLocks noGrp="1"/>
          </p:cNvSpPr>
          <p:nvPr/>
        </p:nvSpPr>
        <p:spPr>
          <a:xfrm>
            <a:off x="304800" y="2571750"/>
            <a:ext cx="338447" cy="1190625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145">
            <a:extLst>
              <a:ext uri="{FF2B5EF4-FFF2-40B4-BE49-F238E27FC236}">
                <ns2:creationId id="{B1927359-AC9F-45AA-8407-1C872F78ADDC}"/>
              </a:ext>
            </a:extLst>
          </p:cNvPr>
          <p:cNvSpPr>
            <a:spLocks noGrp="1"/>
          </p:cNvSpPr>
          <p:nvPr/>
        </p:nvSpPr>
        <p:spPr>
          <a:xfrm>
            <a:off x="333004" y="2667000"/>
            <a:ext cx="282039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析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7" name="shape-146">
            <a:extLst>
              <a:ext uri="{FF2B5EF4-FFF2-40B4-BE49-F238E27FC236}">
                <ns2:creationId id="{D5E3112B-4FA7-45B8-AD3E-AB36C837B16D}"/>
              </a:ext>
            </a:extLst>
          </p:cNvPr>
          <p:cNvSpPr>
            <a:spLocks noGrp="1"/>
          </p:cNvSpPr>
          <p:nvPr/>
        </p:nvSpPr>
        <p:spPr>
          <a:xfrm>
            <a:off x="304800" y="3962400"/>
            <a:ext cx="338447" cy="2152650"/>
          </a:xfrm>
          <a:prstGeom prst="roundRect">
            <a:avLst>
              <a:gd name="adj" fmla="val 22222"/>
            </a:avLst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" name="text-147">
            <a:extLst>
              <a:ext uri="{FF2B5EF4-FFF2-40B4-BE49-F238E27FC236}">
                <ns2:creationId id="{C4FD96AB-9059-4D04-8A2D-DF4680EBF980}"/>
              </a:ext>
            </a:extLst>
          </p:cNvPr>
          <p:cNvSpPr>
            <a:spLocks noGrp="1"/>
          </p:cNvSpPr>
          <p:nvPr/>
        </p:nvSpPr>
        <p:spPr>
          <a:xfrm>
            <a:off x="333004" y="4057650"/>
            <a:ext cx="282039" cy="1962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出</a:t>
            </a:r>
          </a:p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层</a:t>
            </a:r>
          </a:p>
        </p:txBody>
      </p:sp>
      <p:sp>
        <p:nvSpPr>
          <p:cNvPr id="9" name="shape-148">
            <a:extLst>
              <a:ext uri="{FF2B5EF4-FFF2-40B4-BE49-F238E27FC236}">
                <ns2:creationId id="{603B74B3-C890-435B-A94D-8C3D48B6571A}"/>
              </a:ext>
            </a:extLst>
          </p:cNvPr>
          <p:cNvSpPr>
            <a:spLocks noGrp="1"/>
          </p:cNvSpPr>
          <p:nvPr/>
        </p:nvSpPr>
        <p:spPr>
          <a:xfrm>
            <a:off x="793668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2" name="solid-title-band-112"/>
          <p:cNvSpPr/>
          <p:nvPr/>
        </p:nvSpPr>
        <p:spPr>
          <a:xfrm>
            <a:off x="793668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26" name="icon-location-126"/>
          <p:cNvSpPr/>
          <p:nvPr/>
        </p:nvSpPr>
        <p:spPr>
          <a:xfrm>
            <a:off x="962891" y="1009650"/>
            <a:ext cx="300842" cy="3048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7678" cap="rnd">
            <a:solidFill>
              <a:srgbClr val="FFFFFF"/>
            </a:solidFill>
          </a:ln>
        </p:spPr>
      </p:sp>
      <p:sp>
        <p:nvSpPr>
          <p:cNvPr id="127" name="icon-location-dot-127"/>
          <p:cNvSpPr/>
          <p:nvPr/>
        </p:nvSpPr>
        <p:spPr>
          <a:xfrm>
            <a:off x="1077211" y="1091946"/>
            <a:ext cx="72202" cy="73152"/>
          </a:xfrm>
          <a:prstGeom prst="ellipse">
            <a:avLst/>
          </a:prstGeom>
          <a:noFill/>
          <a:ln w="15911" cap="rnd">
            <a:solidFill>
              <a:srgbClr val="FFFFFF"/>
            </a:solidFill>
          </a:ln>
        </p:spPr>
      </p:sp>
      <p:sp>
        <p:nvSpPr>
          <p:cNvPr id="14" name="text-153">
            <a:extLst>
              <a:ext uri="{FF2B5EF4-FFF2-40B4-BE49-F238E27FC236}">
                <ns2:creationId id="{8F2C8A44-0EB5-4D1A-A99B-AB0D055D5F7C}"/>
              </a:ext>
            </a:extLst>
          </p:cNvPr>
          <p:cNvSpPr>
            <a:spLocks noGrp="1"/>
          </p:cNvSpPr>
          <p:nvPr/>
        </p:nvSpPr>
        <p:spPr>
          <a:xfrm>
            <a:off x="1395351" y="1000125"/>
            <a:ext cx="285799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相机记录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9" name="obs-accent-109"/>
          <p:cNvSpPr/>
          <p:nvPr/>
        </p:nvSpPr>
        <p:spPr>
          <a:xfrm>
            <a:off x="906483" y="1524000"/>
            <a:ext cx="37605" cy="6286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5" name="text-154">
            <a:extLst>
              <a:ext uri="{FF2B5EF4-FFF2-40B4-BE49-F238E27FC236}">
                <ns2:creationId id="{AE10D43F-33BE-4EFC-AF0F-ED67DF344909}"/>
              </a:ext>
            </a:extLst>
          </p:cNvPr>
          <p:cNvSpPr>
            <a:spLocks noGrp="1"/>
          </p:cNvSpPr>
          <p:nvPr/>
        </p:nvSpPr>
        <p:spPr>
          <a:xfrm>
            <a:off x="1019299" y="1466850"/>
            <a:ext cx="3234047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 · 时间 · 样点</a:t>
            </a:r>
            <a:endParaRPr/>
          </a:p>
        </p:txBody>
      </p:sp>
      <p:sp>
        <p:nvSpPr>
          <p:cNvPr id="29" name="shape-168">
            <a:extLst>
              <a:ext uri="{FF2B5EF4-FFF2-40B4-BE49-F238E27FC236}">
                <ns2:creationId id="{9C57E577-ACDA-42EA-9EC8-247A01B6A324}"/>
              </a:ext>
            </a:extLst>
          </p:cNvPr>
          <p:cNvSpPr>
            <a:spLocks noGrp="1"/>
          </p:cNvSpPr>
          <p:nvPr/>
        </p:nvSpPr>
        <p:spPr>
          <a:xfrm>
            <a:off x="4525983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3" name="solid-title-band-113"/>
          <p:cNvSpPr/>
          <p:nvPr/>
        </p:nvSpPr>
        <p:spPr>
          <a:xfrm>
            <a:off x="4525983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28" name="icon-layers-128"/>
          <p:cNvSpPr/>
          <p:nvPr/>
        </p:nvSpPr>
        <p:spPr>
          <a:xfrm>
            <a:off x="4695206" y="1009650"/>
            <a:ext cx="300842" cy="3048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60"/>
                </a:moveTo>
                <a:lnTo>
                  <a:pt x="860" y="320"/>
                </a:lnTo>
                <a:lnTo>
                  <a:pt x="500" y="480"/>
                </a:lnTo>
                <a:lnTo>
                  <a:pt x="140" y="320"/>
                </a:lnTo>
                <a:close/>
              </a:path>
              <a:path w="1000" h="1000">
                <a:moveTo>
                  <a:pt x="140" y="500"/>
                </a:moveTo>
                <a:lnTo>
                  <a:pt x="500" y="660"/>
                </a:lnTo>
                <a:lnTo>
                  <a:pt x="860" y="500"/>
                </a:lnTo>
              </a:path>
              <a:path w="1000" h="1000">
                <a:moveTo>
                  <a:pt x="140" y="680"/>
                </a:moveTo>
                <a:lnTo>
                  <a:pt x="500" y="840"/>
                </a:lnTo>
                <a:lnTo>
                  <a:pt x="860" y="680"/>
                </a:lnTo>
              </a:path>
            </a:pathLst>
          </a:custGeom>
          <a:noFill/>
          <a:ln w="17678" cap="rnd">
            <a:solidFill>
              <a:srgbClr val="FFFFFF"/>
            </a:solidFill>
          </a:ln>
        </p:spPr>
      </p:sp>
      <p:sp>
        <p:nvSpPr>
          <p:cNvPr id="32" name="text-171">
            <a:extLst>
              <a:ext uri="{FF2B5EF4-FFF2-40B4-BE49-F238E27FC236}">
                <ns2:creationId id="{E3CD4B66-FA4A-41FD-9311-355C7400D4B8}"/>
              </a:ext>
            </a:extLst>
          </p:cNvPr>
          <p:cNvSpPr>
            <a:spLocks noGrp="1"/>
          </p:cNvSpPr>
          <p:nvPr/>
        </p:nvSpPr>
        <p:spPr>
          <a:xfrm>
            <a:off x="5127666" y="1000125"/>
            <a:ext cx="285799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植被调查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0" name="obs-accent-110"/>
          <p:cNvSpPr/>
          <p:nvPr/>
        </p:nvSpPr>
        <p:spPr>
          <a:xfrm>
            <a:off x="4638799" y="1524000"/>
            <a:ext cx="37605" cy="6286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3" name="text-172">
            <a:extLst>
              <a:ext uri="{FF2B5EF4-FFF2-40B4-BE49-F238E27FC236}">
                <ns2:creationId id="{B29ACA1F-484D-4A46-9688-942668E27069}"/>
              </a:ext>
            </a:extLst>
          </p:cNvPr>
          <p:cNvSpPr>
            <a:spLocks noGrp="1"/>
          </p:cNvSpPr>
          <p:nvPr/>
        </p:nvSpPr>
        <p:spPr>
          <a:xfrm>
            <a:off x="4751614" y="1466850"/>
            <a:ext cx="3234047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盖度 · 高度 · 结构</a:t>
            </a:r>
            <a:endParaRPr/>
          </a:p>
        </p:txBody>
      </p:sp>
      <p:sp>
        <p:nvSpPr>
          <p:cNvPr id="35" name="shape-173">
            <a:extLst>
              <a:ext uri="{FF2B5EF4-FFF2-40B4-BE49-F238E27FC236}">
                <ns2:creationId id="{4C62072D-8947-449A-9435-4F91FA0A7B80}"/>
              </a:ext>
            </a:extLst>
          </p:cNvPr>
          <p:cNvSpPr>
            <a:spLocks noGrp="1"/>
          </p:cNvSpPr>
          <p:nvPr/>
        </p:nvSpPr>
        <p:spPr>
          <a:xfrm>
            <a:off x="8258299" y="914400"/>
            <a:ext cx="3600697" cy="1428750"/>
          </a:xfrm>
          <a:prstGeom prst="rect">
            <a:avLst>
              <a:gd name="adj" fmla="val 533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4" name="solid-title-band-114"/>
          <p:cNvSpPr/>
          <p:nvPr/>
        </p:nvSpPr>
        <p:spPr>
          <a:xfrm>
            <a:off x="8258299" y="914400"/>
            <a:ext cx="3600697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29" name="icon-doc-129"/>
          <p:cNvSpPr/>
          <p:nvPr/>
        </p:nvSpPr>
        <p:spPr>
          <a:xfrm>
            <a:off x="8427522" y="1009650"/>
            <a:ext cx="300842" cy="3048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7678" cap="rnd">
            <a:solidFill>
              <a:srgbClr val="FFFFFF"/>
            </a:solidFill>
          </a:ln>
        </p:spPr>
      </p:sp>
      <p:sp>
        <p:nvSpPr>
          <p:cNvPr id="40" name="text-178">
            <a:extLst>
              <a:ext uri="{FF2B5EF4-FFF2-40B4-BE49-F238E27FC236}">
                <ns2:creationId id="{99A5B0D7-C8DF-4635-A9F4-9B8E8272A12E}"/>
              </a:ext>
            </a:extLst>
          </p:cNvPr>
          <p:cNvSpPr>
            <a:spLocks noGrp="1"/>
          </p:cNvSpPr>
          <p:nvPr/>
        </p:nvSpPr>
        <p:spPr>
          <a:xfrm>
            <a:off x="8859982" y="1000125"/>
            <a:ext cx="285799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1" name="obs-accent-111"/>
          <p:cNvSpPr/>
          <p:nvPr/>
        </p:nvSpPr>
        <p:spPr>
          <a:xfrm>
            <a:off x="8371114" y="1524000"/>
            <a:ext cx="37605" cy="6286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41" name="text-179">
            <a:extLst>
              <a:ext uri="{FF2B5EF4-FFF2-40B4-BE49-F238E27FC236}">
                <ns2:creationId id="{0DA61E54-1A04-4C76-84C8-A67F1AA66A0A}"/>
              </a:ext>
            </a:extLst>
          </p:cNvPr>
          <p:cNvSpPr>
            <a:spLocks noGrp="1"/>
          </p:cNvSpPr>
          <p:nvPr/>
        </p:nvSpPr>
        <p:spPr>
          <a:xfrm>
            <a:off x="8483930" y="1466850"/>
            <a:ext cx="3234047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地形 · 道路 · 生境</a:t>
            </a:r>
            <a:endParaRPr/>
          </a:p>
        </p:txBody>
      </p:sp>
      <p:sp>
        <p:nvSpPr>
          <p:cNvPr id="45" name="node-183">
            <a:extLst>
              <a:ext uri="{FF2B5EF4-FFF2-40B4-BE49-F238E27FC236}">
                <ns2:creationId id="{3C3781CA-F167-4EF1-8C5D-6EBEA0A8EC59}"/>
              </a:ext>
            </a:extLst>
          </p:cNvPr>
          <p:cNvSpPr>
            <a:spLocks noGrp="1"/>
          </p:cNvSpPr>
          <p:nvPr/>
        </p:nvSpPr>
        <p:spPr>
          <a:xfrm>
            <a:off x="812470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30" name="icon-check-ring-130"/>
          <p:cNvSpPr/>
          <p:nvPr/>
        </p:nvSpPr>
        <p:spPr>
          <a:xfrm>
            <a:off x="989215" y="2836545"/>
            <a:ext cx="285799" cy="289560"/>
          </a:xfrm>
          <a:prstGeom prst="ellipse">
            <a:avLst/>
          </a:prstGeom>
          <a:noFill/>
          <a:ln w="19050" cap="rnd">
            <a:solidFill>
              <a:srgbClr val="FFFFFF"/>
            </a:solidFill>
          </a:ln>
        </p:spPr>
      </p:sp>
      <p:sp>
        <p:nvSpPr>
          <p:cNvPr id="131" name="icon-check-mark-131"/>
          <p:cNvSpPr/>
          <p:nvPr/>
        </p:nvSpPr>
        <p:spPr>
          <a:xfrm>
            <a:off x="944088" y="2790825"/>
            <a:ext cx="376052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FFFFFF"/>
            </a:solidFill>
          </a:ln>
        </p:spPr>
      </p:sp>
      <p:sp>
        <p:nvSpPr>
          <p:cNvPr id="49" name="text-187">
            <a:extLst>
              <a:ext uri="{FF2B5EF4-FFF2-40B4-BE49-F238E27FC236}">
                <ns2:creationId id="{8A7C70BC-FA6A-44B7-B14C-4CB41DB628C4}"/>
              </a:ext>
            </a:extLst>
          </p:cNvPr>
          <p:cNvSpPr>
            <a:spLocks noGrp="1"/>
          </p:cNvSpPr>
          <p:nvPr/>
        </p:nvSpPr>
        <p:spPr>
          <a:xfrm>
            <a:off x="1451758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数据核对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0" name="node-188">
            <a:extLst>
              <a:ext uri="{FF2B5EF4-FFF2-40B4-BE49-F238E27FC236}">
                <ns2:creationId id="{B44CB072-67BD-4ABF-A9F5-F77D4CF1B3B9}"/>
              </a:ext>
            </a:extLst>
          </p:cNvPr>
          <p:cNvSpPr>
            <a:spLocks noGrp="1"/>
          </p:cNvSpPr>
          <p:nvPr/>
        </p:nvSpPr>
        <p:spPr>
          <a:xfrm>
            <a:off x="3595255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32" name="icon-doc-132"/>
          <p:cNvSpPr/>
          <p:nvPr/>
        </p:nvSpPr>
        <p:spPr>
          <a:xfrm>
            <a:off x="3726873" y="2790825"/>
            <a:ext cx="376052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9050" cap="rnd">
            <a:solidFill>
              <a:srgbClr val="FFFFFF"/>
            </a:solidFill>
          </a:ln>
        </p:spPr>
      </p:sp>
      <p:sp>
        <p:nvSpPr>
          <p:cNvPr id="61" name="text-199">
            <a:extLst>
              <a:ext uri="{FF2B5EF4-FFF2-40B4-BE49-F238E27FC236}">
                <ns2:creationId id="{6D2372C8-CC1F-47BA-B81E-41998C75594D}"/>
              </a:ext>
            </a:extLst>
          </p:cNvPr>
          <p:cNvSpPr>
            <a:spLocks noGrp="1"/>
          </p:cNvSpPr>
          <p:nvPr/>
        </p:nvSpPr>
        <p:spPr>
          <a:xfrm>
            <a:off x="4234543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统一时间窗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" name="node-200">
            <a:extLst>
              <a:ext uri="{FF2B5EF4-FFF2-40B4-BE49-F238E27FC236}">
                <ns2:creationId id="{9D3A58A1-5722-4F33-B36F-8E5AB83013BC}"/>
              </a:ext>
            </a:extLst>
          </p:cNvPr>
          <p:cNvSpPr>
            <a:spLocks noGrp="1"/>
          </p:cNvSpPr>
          <p:nvPr/>
        </p:nvSpPr>
        <p:spPr>
          <a:xfrm>
            <a:off x="6378039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33" name="icon-layers-133"/>
          <p:cNvSpPr/>
          <p:nvPr/>
        </p:nvSpPr>
        <p:spPr>
          <a:xfrm>
            <a:off x="6509657" y="2790825"/>
            <a:ext cx="376052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60"/>
                </a:moveTo>
                <a:lnTo>
                  <a:pt x="860" y="320"/>
                </a:lnTo>
                <a:lnTo>
                  <a:pt x="500" y="480"/>
                </a:lnTo>
                <a:lnTo>
                  <a:pt x="140" y="320"/>
                </a:lnTo>
                <a:close/>
              </a:path>
              <a:path w="1000" h="1000">
                <a:moveTo>
                  <a:pt x="140" y="500"/>
                </a:moveTo>
                <a:lnTo>
                  <a:pt x="500" y="660"/>
                </a:lnTo>
                <a:lnTo>
                  <a:pt x="860" y="500"/>
                </a:lnTo>
              </a:path>
              <a:path w="1000" h="1000">
                <a:moveTo>
                  <a:pt x="140" y="680"/>
                </a:moveTo>
                <a:lnTo>
                  <a:pt x="500" y="840"/>
                </a:lnTo>
                <a:lnTo>
                  <a:pt x="860" y="680"/>
                </a:lnTo>
              </a:path>
            </a:pathLst>
          </a:custGeom>
          <a:noFill/>
          <a:ln w="19050" cap="rnd">
            <a:solidFill>
              <a:srgbClr val="FFFFFF"/>
            </a:solidFill>
          </a:ln>
        </p:spPr>
      </p:sp>
      <p:sp>
        <p:nvSpPr>
          <p:cNvPr id="75" name="text-213">
            <a:extLst>
              <a:ext uri="{FF2B5EF4-FFF2-40B4-BE49-F238E27FC236}">
                <ns2:creationId id="{35B47CD3-1E12-45B3-956B-A2C8398B2A8A}"/>
              </a:ext>
            </a:extLst>
          </p:cNvPr>
          <p:cNvSpPr>
            <a:spLocks noGrp="1"/>
          </p:cNvSpPr>
          <p:nvPr/>
        </p:nvSpPr>
        <p:spPr>
          <a:xfrm>
            <a:off x="7017327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候选模型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6" name="node-214">
            <a:extLst>
              <a:ext uri="{FF2B5EF4-FFF2-40B4-BE49-F238E27FC236}">
                <ns2:creationId id="{7B1DED00-78B5-4303-A44A-D1AFB1AB6CAE}"/>
              </a:ext>
            </a:extLst>
          </p:cNvPr>
          <p:cNvSpPr>
            <a:spLocks noGrp="1"/>
          </p:cNvSpPr>
          <p:nvPr/>
        </p:nvSpPr>
        <p:spPr>
          <a:xfrm>
            <a:off x="9160823" y="2647950"/>
            <a:ext cx="2538351" cy="666750"/>
          </a:xfrm>
          <a:prstGeom prst="roundRect">
            <a:avLst>
              <a:gd name="adj" fmla="val 114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34" name="icon-compass-ring-134"/>
          <p:cNvSpPr/>
          <p:nvPr/>
        </p:nvSpPr>
        <p:spPr>
          <a:xfrm>
            <a:off x="9337568" y="2836545"/>
            <a:ext cx="285799" cy="289560"/>
          </a:xfrm>
          <a:prstGeom prst="ellipse">
            <a:avLst/>
          </a:prstGeom>
          <a:noFill/>
          <a:ln w="19050" cap="rnd">
            <a:solidFill>
              <a:srgbClr val="FFFFFF"/>
            </a:solidFill>
          </a:ln>
        </p:spPr>
      </p:sp>
      <p:sp>
        <p:nvSpPr>
          <p:cNvPr id="135" name="icon-compass-needle-135"/>
          <p:cNvSpPr/>
          <p:nvPr/>
        </p:nvSpPr>
        <p:spPr>
          <a:xfrm>
            <a:off x="9292442" y="2790825"/>
            <a:ext cx="376052" cy="3810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260"/>
                </a:moveTo>
                <a:lnTo>
                  <a:pt x="630" y="500"/>
                </a:lnTo>
                <a:lnTo>
                  <a:pt x="500" y="740"/>
                </a:lnTo>
                <a:lnTo>
                  <a:pt x="370" y="500"/>
                </a:lnTo>
                <a:close/>
              </a:path>
            </a:pathLst>
          </a:custGeom>
          <a:noFill/>
          <a:ln w="17145" cap="rnd">
            <a:solidFill>
              <a:srgbClr val="FFFFFF"/>
            </a:solidFill>
          </a:ln>
        </p:spPr>
      </p:sp>
      <p:sp>
        <p:nvSpPr>
          <p:cNvPr id="80" name="text-218">
            <a:extLst>
              <a:ext uri="{FF2B5EF4-FFF2-40B4-BE49-F238E27FC236}">
                <ns2:creationId id="{F56B3D0E-F184-47BD-8BB6-3308BDF78B5F}"/>
              </a:ext>
            </a:extLst>
          </p:cNvPr>
          <p:cNvSpPr>
            <a:spLocks noGrp="1"/>
          </p:cNvSpPr>
          <p:nvPr/>
        </p:nvSpPr>
        <p:spPr>
          <a:xfrm>
            <a:off x="9800112" y="2724150"/>
            <a:ext cx="1786247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诊断与验证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81" name="">
            <a:extLst>
              <a:ext uri="{FF2B5EF4-FFF2-40B4-BE49-F238E27FC236}">
                <ns2:creationId id="{7CC0558E-564C-427F-994D-72A8BB7A3658}"/>
              </a:ext>
            </a:extLst>
          </p:cNvPr>
          <p:cNvCxnSpPr>
            <a:stCxn id="45" idx="3"/>
            <a:endCxn id="50" idx="1"/>
          </p:cNvCxnSpPr>
          <p:nvPr/>
        </p:nvCxnSpPr>
        <p:spPr>
          <a:xfrm>
            <a:off x="3350821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2" name="">
            <a:extLst>
              <a:ext uri="{FF2B5EF4-FFF2-40B4-BE49-F238E27FC236}">
                <ns2:creationId id="{11C87C13-9B1D-4B8E-BB39-D40613A29D6D}"/>
              </a:ext>
            </a:extLst>
          </p:cNvPr>
          <p:cNvCxnSpPr>
            <a:stCxn id="50" idx="3"/>
            <a:endCxn id="62" idx="1"/>
          </p:cNvCxnSpPr>
          <p:nvPr/>
        </p:nvCxnSpPr>
        <p:spPr>
          <a:xfrm>
            <a:off x="6133605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83" name="">
            <a:extLst>
              <a:ext uri="{FF2B5EF4-FFF2-40B4-BE49-F238E27FC236}">
                <ns2:creationId id="{53852DB2-DDDD-4527-8C73-8B84DE1B85DE}"/>
              </a:ext>
            </a:extLst>
          </p:cNvPr>
          <p:cNvCxnSpPr>
            <a:stCxn id="62" idx="3"/>
            <a:endCxn id="76" idx="1"/>
          </p:cNvCxnSpPr>
          <p:nvPr/>
        </p:nvCxnSpPr>
        <p:spPr>
          <a:xfrm>
            <a:off x="8916390" y="2981325"/>
            <a:ext cx="244434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84" name="text-219">
            <a:extLst>
              <a:ext uri="{FF2B5EF4-FFF2-40B4-BE49-F238E27FC236}">
                <ns2:creationId id="{CA7B2E47-498A-4D1B-856D-53F22ECBF934}"/>
              </a:ext>
            </a:extLst>
          </p:cNvPr>
          <p:cNvSpPr>
            <a:spLocks noGrp="1"/>
          </p:cNvSpPr>
          <p:nvPr/>
        </p:nvSpPr>
        <p:spPr>
          <a:xfrm>
            <a:off x="3463636" y="3457575"/>
            <a:ext cx="5922818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异常回查：回到</a:t>
            </a:r>
            <a:r>
              <a:rPr sz="1875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原始记录</a:t>
            </a:r>
            <a:r>
              <a:rPr sz="187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与采样过程</a:t>
            </a:r>
            <a:endParaRPr/>
          </a:p>
        </p:txBody>
      </p:sp>
      <p:sp>
        <p:nvSpPr>
          <p:cNvPr id="115" name="solid-title-band-115"/>
          <p:cNvSpPr/>
          <p:nvPr/>
        </p:nvSpPr>
        <p:spPr>
          <a:xfrm>
            <a:off x="793668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85" name="text-220">
            <a:extLst>
              <a:ext uri="{FF2B5EF4-FFF2-40B4-BE49-F238E27FC236}">
                <ns2:creationId id="{8FB9864F-7BB8-439F-8D9E-15BEDE6A5CFD}"/>
              </a:ext>
            </a:extLst>
          </p:cNvPr>
          <p:cNvSpPr>
            <a:spLocks noGrp="1"/>
          </p:cNvSpPr>
          <p:nvPr/>
        </p:nvSpPr>
        <p:spPr>
          <a:xfrm>
            <a:off x="925286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观测记录的季节变化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6" name="Chart">
            <a:extLst>
              <a:ext uri="{FF2B5EF4-FFF2-40B4-BE49-F238E27FC236}">
                <ns2:creationId id="{24D0E085-D9FA-4884-A9E8-7418BA4C6EF0}"/>
              </a:ext>
            </a:extLst>
          </p:cNvPr>
          <p:cNvGraphicFramePr/>
          <p:nvPr/>
        </p:nvGraphicFramePr>
        <p:xfrm>
          <a:off x="812470" y="4305300"/>
          <a:ext cx="5396345" cy="1600200"/>
        </p:xfrm>
        <a:graphic>
          <a:graphicData uri="http://schemas.openxmlformats.org/drawingml/2006/chart">
            <c:chart r:id="Rd2fd00bda74e4d93"/>
          </a:graphicData>
        </a:graphic>
      </p:graphicFrame>
      <p:sp>
        <p:nvSpPr>
          <p:cNvPr id="87" name="line-221">
            <a:extLst>
              <a:ext uri="{FF2B5EF4-FFF2-40B4-BE49-F238E27FC236}">
                <ns2:creationId id="{E1D94CFE-4A43-4873-AC65-6ACA67D9CA00}"/>
              </a:ext>
            </a:extLst>
          </p:cNvPr>
          <p:cNvSpPr>
            <a:spLocks noGrp="1"/>
          </p:cNvSpPr>
          <p:nvPr/>
        </p:nvSpPr>
        <p:spPr>
          <a:xfrm>
            <a:off x="5080660" y="452437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88" name="text-222">
            <a:extLst>
              <a:ext uri="{FF2B5EF4-FFF2-40B4-BE49-F238E27FC236}">
                <ns2:creationId id="{23795127-6D4E-461E-8FBA-0780024DB756}"/>
              </a:ext>
            </a:extLst>
          </p:cNvPr>
          <p:cNvSpPr>
            <a:spLocks noGrp="1"/>
          </p:cNvSpPr>
          <p:nvPr/>
        </p:nvSpPr>
        <p:spPr>
          <a:xfrm>
            <a:off x="5353297" y="44386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物种甲</a:t>
            </a:r>
            <a:endParaRPr/>
          </a:p>
        </p:txBody>
      </p:sp>
      <p:sp>
        <p:nvSpPr>
          <p:cNvPr id="89" name="line-223">
            <a:extLst>
              <a:ext uri="{FF2B5EF4-FFF2-40B4-BE49-F238E27FC236}">
                <ns2:creationId id="{0299A293-19F9-4246-9637-EC5E76A48BF3}"/>
              </a:ext>
            </a:extLst>
          </p:cNvPr>
          <p:cNvSpPr>
            <a:spLocks noGrp="1"/>
          </p:cNvSpPr>
          <p:nvPr/>
        </p:nvSpPr>
        <p:spPr>
          <a:xfrm>
            <a:off x="5080660" y="475297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90" name="text-224">
            <a:extLst>
              <a:ext uri="{FF2B5EF4-FFF2-40B4-BE49-F238E27FC236}">
                <ns2:creationId id="{F53E793A-59EE-438C-84D6-EF26EF0EB952}"/>
              </a:ext>
            </a:extLst>
          </p:cNvPr>
          <p:cNvSpPr>
            <a:spLocks noGrp="1"/>
          </p:cNvSpPr>
          <p:nvPr/>
        </p:nvSpPr>
        <p:spPr>
          <a:xfrm>
            <a:off x="5353297" y="466725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物种乙</a:t>
            </a:r>
            <a:endParaRPr/>
          </a:p>
        </p:txBody>
      </p:sp>
      <p:sp>
        <p:nvSpPr>
          <p:cNvPr id="91" name="text-225">
            <a:extLst>
              <a:ext uri="{FF2B5EF4-FFF2-40B4-BE49-F238E27FC236}">
                <ns2:creationId id="{3A779918-D902-4032-83B4-DB9CF94FA4CC}"/>
              </a:ext>
            </a:extLst>
          </p:cNvPr>
          <p:cNvSpPr>
            <a:spLocks noGrp="1"/>
          </p:cNvSpPr>
          <p:nvPr/>
        </p:nvSpPr>
        <p:spPr>
          <a:xfrm>
            <a:off x="2147455" y="5924550"/>
            <a:ext cx="2726377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116" name="solid-title-band-116"/>
          <p:cNvSpPr/>
          <p:nvPr/>
        </p:nvSpPr>
        <p:spPr>
          <a:xfrm>
            <a:off x="6396842" y="3924300"/>
            <a:ext cx="5396345" cy="3619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ext-226">
            <a:extLst>
              <a:ext uri="{FF2B5EF4-FFF2-40B4-BE49-F238E27FC236}">
                <ns2:creationId id="{4444D133-9447-4F68-8FF5-3206A34D206A}"/>
              </a:ext>
            </a:extLst>
          </p:cNvPr>
          <p:cNvSpPr>
            <a:spLocks noGrp="1"/>
          </p:cNvSpPr>
          <p:nvPr/>
        </p:nvSpPr>
        <p:spPr>
          <a:xfrm>
            <a:off x="6528460" y="3962400"/>
            <a:ext cx="5133109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93" name="Chart">
            <a:extLst>
              <a:ext uri="{FF2B5EF4-FFF2-40B4-BE49-F238E27FC236}">
                <ns2:creationId id="{042C6303-E2C5-4297-A8BF-F77595E35CD8}"/>
              </a:ext>
            </a:extLst>
          </p:cNvPr>
          <p:cNvGraphicFramePr/>
          <p:nvPr/>
        </p:nvGraphicFramePr>
        <p:xfrm>
          <a:off x="6415644" y="4305300"/>
          <a:ext cx="5396345" cy="1600200"/>
        </p:xfrm>
        <a:graphic>
          <a:graphicData uri="http://schemas.openxmlformats.org/drawingml/2006/chart">
            <c:chart r:id="Re728cd7a426649f7"/>
          </a:graphicData>
        </a:graphic>
      </p:graphicFrame>
      <p:sp>
        <p:nvSpPr>
          <p:cNvPr id="94" name="text-227">
            <a:extLst>
              <a:ext uri="{FF2B5EF4-FFF2-40B4-BE49-F238E27FC236}">
                <ns2:creationId id="{FF007E7C-BF74-48BB-9C8C-821F54B6F165}"/>
              </a:ext>
            </a:extLst>
          </p:cNvPr>
          <p:cNvSpPr>
            <a:spLocks noGrp="1"/>
          </p:cNvSpPr>
          <p:nvPr/>
        </p:nvSpPr>
        <p:spPr>
          <a:xfrm>
            <a:off x="7750629" y="5924550"/>
            <a:ext cx="2726377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95" name="shape-228">
            <a:extLst>
              <a:ext uri="{FF2B5EF4-FFF2-40B4-BE49-F238E27FC236}">
                <ns2:creationId id="{3E8C959E-CAE3-4A6B-BAB5-6918CCA051EC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96" name="text-229">
            <a:extLst>
              <a:ext uri="{FF2B5EF4-FFF2-40B4-BE49-F238E27FC236}">
                <ns2:creationId id="{FFE6F97F-FA22-4C8E-8A6C-435DA37B4FA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分析原则：保留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原始记录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，区分观测差异与模型解释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7" name="text-230">
            <a:extLst>
              <a:ext uri="{FF2B5EF4-FFF2-40B4-BE49-F238E27FC236}">
                <ns2:creationId id="{648BC5F7-5631-4C0B-A519-A323322A38EB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8" name="text-231">
            <a:extLst>
              <a:ext uri="{FF2B5EF4-FFF2-40B4-BE49-F238E27FC236}">
                <ns2:creationId id="{EEFA9D41-10F9-43A3-A517-D6C1F18FF7DA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942761393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304800" y="1057275"/>
            <a:ext cx="5076701" cy="36195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455221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74489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911372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662049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74023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96658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133541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8421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9619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218827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55709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10638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91836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40995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77878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2855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4053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304800" y="2562225"/>
          <a:ext cx="5076701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0499" y="1057275"/>
            <a:ext cx="5076701" cy="361950"/>
          </a:xfrm>
          <a:prstGeom prst="rect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60919" y="1085850"/>
            <a:ext cx="477586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80188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17070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67748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79722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02356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39239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389917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01891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24525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861408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12086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24060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0946694" y="1649349"/>
            <a:ext cx="131994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083577" y="1758315"/>
            <a:ext cx="146660" cy="222885"/>
          </a:xfrm>
          <a:prstGeom prst="ellipse">
            <a:avLst/>
          </a:prstGeom>
          <a:solidFill>
            <a:srgbClr val="1359A0"/>
          </a:solidFill>
          <a:ln w="15478">
            <a:solidFill>
              <a:srgbClr val="2685C9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34255" y="1609725"/>
            <a:ext cx="488868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646229" y="2152650"/>
            <a:ext cx="864919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0499" y="2562225"/>
          <a:ext cx="5076701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63570" y="1685544"/>
            <a:ext cx="420426" cy="302133"/>
          </a:xfrm>
          <a:prstGeom prst="roundRect">
            <a:avLst>
              <a:gd name="adj" fmla="val 25221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90676" y="1621155"/>
            <a:ext cx="161326" cy="84201"/>
          </a:xfrm>
          <a:prstGeom prst="roundRect">
            <a:avLst>
              <a:gd name="adj" fmla="val 50000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5787" y="1749933"/>
            <a:ext cx="175992" cy="178308"/>
          </a:xfrm>
          <a:prstGeom prst="ellipse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111" y="1725168"/>
            <a:ext cx="39109" cy="39624"/>
          </a:xfrm>
          <a:prstGeom prst="ellipse">
            <a:avLst/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9705" y="211455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7568" y="2684907"/>
            <a:ext cx="332430" cy="312039"/>
          </a:xfrm>
          <a:prstGeom prst="can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9349" y="2590800"/>
            <a:ext cx="488868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9705" y="3133725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7346" y="3669411"/>
            <a:ext cx="317764" cy="386334"/>
          </a:xfrm>
          <a:prstGeom prst="roundRect">
            <a:avLst>
              <a:gd name="adj" fmla="val 23669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900453" y="3634740"/>
            <a:ext cx="146660" cy="74295"/>
          </a:xfrm>
          <a:prstGeom prst="roundRect">
            <a:avLst>
              <a:gd name="adj" fmla="val 50000"/>
            </a:avLst>
          </a:prstGeom>
          <a:solidFill>
            <a:srgbClr val="1359A0"/>
          </a:solidFill>
          <a:ln w="15478">
            <a:solidFill>
              <a:srgbClr val="1359A0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9349" y="3609975"/>
            <a:ext cx="488868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9705" y="4152900"/>
            <a:ext cx="139139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304800" y="4552950"/>
          <a:ext cx="11582400" cy="1295400"/>
        </p:xfrm>
        <a:graphic>
          <a:graphicData uri="http://schemas.openxmlformats.org/drawingml/2006/table">
            <a:tbl>
              <a:tblPr/>
              <a:tblGrid>
                <a:gridCol w="3068681"/>
                <a:gridCol w="5445038"/>
                <a:gridCol w="3068682"/>
              </a:tblGrid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3238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304800" y="5876925"/>
            <a:ext cx="115824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950" b="0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均匀度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3" name="text-312">
            <a:extLst>
              <a:ext uri="{FF2B5EF4-FFF2-40B4-BE49-F238E27FC236}">
                <ns2:creationId id="{DB74890F-FA42-414A-897E-CCB303FA2F13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实验进展｜复测完成情况与问题追踪</a:t>
            </a:r>
            <a:endParaRPr/>
          </a:p>
        </p:txBody>
      </p:sp>
      <p:sp>
        <p:nvSpPr>
          <p:cNvPr id="2" name="line-313">
            <a:extLst>
              <a:ext uri="{FF2B5EF4-FFF2-40B4-BE49-F238E27FC236}">
                <ns2:creationId id="{AFAB16AE-3C42-42C8-91A9-84D743EA424C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83" name="icon-table-83"/>
          <p:cNvSpPr/>
          <p:nvPr/>
        </p:nvSpPr>
        <p:spPr>
          <a:xfrm>
            <a:off x="549234" y="1095375"/>
            <a:ext cx="413657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9050" cap="rnd">
            <a:solidFill>
              <a:srgbClr val="1359A0"/>
            </a:solidFill>
          </a:ln>
        </p:spPr>
      </p:sp>
      <p:sp>
        <p:nvSpPr>
          <p:cNvPr id="7" name="text-318">
            <a:extLst>
              <a:ext uri="{FF2B5EF4-FFF2-40B4-BE49-F238E27FC236}">
                <ns2:creationId id="{E8E5C932-982B-49A4-A5FA-BE990A1777E5}"/>
              </a:ext>
            </a:extLst>
          </p:cNvPr>
          <p:cNvSpPr>
            <a:spLocks noGrp="1"/>
          </p:cNvSpPr>
          <p:nvPr/>
        </p:nvSpPr>
        <p:spPr>
          <a:xfrm>
            <a:off x="1150917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样地建档</a:t>
            </a:r>
            <a:endParaRPr/>
          </a:p>
        </p:txBody>
      </p:sp>
      <p:sp>
        <p:nvSpPr>
          <p:cNvPr id="8" name="text-319">
            <a:extLst>
              <a:ext uri="{FF2B5EF4-FFF2-40B4-BE49-F238E27FC236}">
                <ns2:creationId id="{4D118A3A-C8BF-41B1-96CE-C05AF2730C3E}"/>
              </a:ext>
            </a:extLst>
          </p:cNvPr>
          <p:cNvSpPr>
            <a:spLocks noGrp="1"/>
          </p:cNvSpPr>
          <p:nvPr/>
        </p:nvSpPr>
        <p:spPr>
          <a:xfrm>
            <a:off x="1150917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编号与位置</a:t>
            </a:r>
            <a:endParaRPr/>
          </a:p>
        </p:txBody>
      </p:sp>
      <p:sp>
        <p:nvSpPr>
          <p:cNvPr id="9" name="arrow-320">
            <a:extLst>
              <a:ext uri="{FF2B5EF4-FFF2-40B4-BE49-F238E27FC236}">
                <ns2:creationId id="{D46EBAAB-3E7B-43F4-839F-CD502FD1AA2E}"/>
              </a:ext>
            </a:extLst>
          </p:cNvPr>
          <p:cNvSpPr>
            <a:spLocks noGrp="1"/>
          </p:cNvSpPr>
          <p:nvPr/>
        </p:nvSpPr>
        <p:spPr>
          <a:xfrm>
            <a:off x="1508166" y="1828800"/>
            <a:ext cx="2848594" cy="952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84" name="icon-location-84"/>
          <p:cNvSpPr/>
          <p:nvPr/>
        </p:nvSpPr>
        <p:spPr>
          <a:xfrm>
            <a:off x="4403766" y="1095375"/>
            <a:ext cx="413657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9050" cap="rnd">
            <a:solidFill>
              <a:srgbClr val="1359A0"/>
            </a:solidFill>
          </a:ln>
        </p:spPr>
      </p:sp>
      <p:sp>
        <p:nvSpPr>
          <p:cNvPr id="85" name="icon-location-dot-85"/>
          <p:cNvSpPr/>
          <p:nvPr/>
        </p:nvSpPr>
        <p:spPr>
          <a:xfrm>
            <a:off x="4560956" y="1208532"/>
            <a:ext cx="99278" cy="100584"/>
          </a:xfrm>
          <a:prstGeom prst="ellipse">
            <a:avLst/>
          </a:prstGeom>
          <a:noFill/>
          <a:ln w="17145" cap="rnd">
            <a:solidFill>
              <a:srgbClr val="1359A0"/>
            </a:solidFill>
          </a:ln>
        </p:spPr>
      </p:sp>
      <p:sp>
        <p:nvSpPr>
          <p:cNvPr id="14" name="text-325">
            <a:extLst>
              <a:ext uri="{FF2B5EF4-FFF2-40B4-BE49-F238E27FC236}">
                <ns2:creationId id="{AD1BC031-20F8-4103-95C5-560AA605D2EA}"/>
              </a:ext>
            </a:extLst>
          </p:cNvPr>
          <p:cNvSpPr>
            <a:spLocks noGrp="1"/>
          </p:cNvSpPr>
          <p:nvPr/>
        </p:nvSpPr>
        <p:spPr>
          <a:xfrm>
            <a:off x="5005449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三轮复测</a:t>
            </a:r>
            <a:endParaRPr/>
          </a:p>
        </p:txBody>
      </p:sp>
      <p:sp>
        <p:nvSpPr>
          <p:cNvPr id="15" name="text-326">
            <a:extLst>
              <a:ext uri="{FF2B5EF4-FFF2-40B4-BE49-F238E27FC236}">
                <ns2:creationId id="{FA30E6F8-E7FA-4FA8-8817-95DAA6DFE2D6}"/>
              </a:ext>
            </a:extLst>
          </p:cNvPr>
          <p:cNvSpPr>
            <a:spLocks noGrp="1"/>
          </p:cNvSpPr>
          <p:nvPr/>
        </p:nvSpPr>
        <p:spPr>
          <a:xfrm>
            <a:off x="5005449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同步观测</a:t>
            </a:r>
            <a:endParaRPr/>
          </a:p>
        </p:txBody>
      </p:sp>
      <p:sp>
        <p:nvSpPr>
          <p:cNvPr id="16" name="arrow-327">
            <a:extLst>
              <a:ext uri="{FF2B5EF4-FFF2-40B4-BE49-F238E27FC236}">
                <ns2:creationId id="{BD23A9D3-97CD-49F3-B660-0BD76BAFC663}"/>
              </a:ext>
            </a:extLst>
          </p:cNvPr>
          <p:cNvSpPr>
            <a:spLocks noGrp="1"/>
          </p:cNvSpPr>
          <p:nvPr/>
        </p:nvSpPr>
        <p:spPr>
          <a:xfrm>
            <a:off x="5362699" y="1828800"/>
            <a:ext cx="2848594" cy="952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86" name="icon-check-ring-86"/>
          <p:cNvSpPr/>
          <p:nvPr/>
        </p:nvSpPr>
        <p:spPr>
          <a:xfrm>
            <a:off x="8307938" y="1145667"/>
            <a:ext cx="314379" cy="318516"/>
          </a:xfrm>
          <a:prstGeom prst="ellipse">
            <a:avLst/>
          </a:prstGeom>
          <a:noFill/>
          <a:ln w="19050" cap="rnd">
            <a:solidFill>
              <a:srgbClr val="1359A0"/>
            </a:solidFill>
          </a:ln>
        </p:spPr>
      </p:sp>
      <p:sp>
        <p:nvSpPr>
          <p:cNvPr id="87" name="icon-check-mark-87"/>
          <p:cNvSpPr/>
          <p:nvPr/>
        </p:nvSpPr>
        <p:spPr>
          <a:xfrm>
            <a:off x="8258299" y="1095375"/>
            <a:ext cx="413657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1359A0"/>
            </a:solidFill>
          </a:ln>
        </p:spPr>
      </p:sp>
      <p:sp>
        <p:nvSpPr>
          <p:cNvPr id="28" name="text-339">
            <a:extLst>
              <a:ext uri="{FF2B5EF4-FFF2-40B4-BE49-F238E27FC236}">
                <ns2:creationId id="{37A98DA2-A76D-4CC9-9604-4431A4A2BA97}"/>
              </a:ext>
            </a:extLst>
          </p:cNvPr>
          <p:cNvSpPr>
            <a:spLocks noGrp="1"/>
          </p:cNvSpPr>
          <p:nvPr/>
        </p:nvSpPr>
        <p:spPr>
          <a:xfrm>
            <a:off x="8859982" y="1057275"/>
            <a:ext cx="282039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记录核对</a:t>
            </a:r>
            <a:endParaRPr/>
          </a:p>
        </p:txBody>
      </p:sp>
      <p:sp>
        <p:nvSpPr>
          <p:cNvPr id="29" name="text-340">
            <a:extLst>
              <a:ext uri="{FF2B5EF4-FFF2-40B4-BE49-F238E27FC236}">
                <ns2:creationId id="{00AB248B-3768-4D42-86E1-354998AFFD2F}"/>
              </a:ext>
            </a:extLst>
          </p:cNvPr>
          <p:cNvSpPr>
            <a:spLocks noGrp="1"/>
          </p:cNvSpPr>
          <p:nvPr/>
        </p:nvSpPr>
        <p:spPr>
          <a:xfrm>
            <a:off x="8859982" y="1428750"/>
            <a:ext cx="282039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疑点回查</a:t>
            </a:r>
            <a:endParaRPr/>
          </a:p>
        </p:txBody>
      </p:sp>
      <p:sp>
        <p:nvSpPr>
          <p:cNvPr id="30" name="panel-341">
            <a:extLst>
              <a:ext uri="{FF2B5EF4-FFF2-40B4-BE49-F238E27FC236}">
                <ns2:creationId id="{6182B024-5923-4D09-9F91-7E985D66EFEF}"/>
              </a:ext>
            </a:extLst>
          </p:cNvPr>
          <p:cNvSpPr>
            <a:spLocks noGrp="1"/>
          </p:cNvSpPr>
          <p:nvPr/>
        </p:nvSpPr>
        <p:spPr>
          <a:xfrm>
            <a:off x="304800" y="2190750"/>
            <a:ext cx="7380019" cy="3876675"/>
          </a:xfrm>
          <a:prstGeom prst="rect">
            <a:avLst>
              <a:gd name="adj" fmla="val 1966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31" name="shape-342">
            <a:extLst>
              <a:ext uri="{FF2B5EF4-FFF2-40B4-BE49-F238E27FC236}">
                <ns2:creationId id="{B556E456-E21A-4520-8EF1-17E07AD6812D}"/>
              </a:ext>
            </a:extLst>
          </p:cNvPr>
          <p:cNvSpPr>
            <a:spLocks noGrp="1"/>
          </p:cNvSpPr>
          <p:nvPr/>
        </p:nvSpPr>
        <p:spPr>
          <a:xfrm>
            <a:off x="314201" y="2200275"/>
            <a:ext cx="736121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8" name="icon-table-88"/>
          <p:cNvSpPr/>
          <p:nvPr/>
        </p:nvSpPr>
        <p:spPr>
          <a:xfrm>
            <a:off x="436418" y="227647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4288" cap="rnd">
            <a:solidFill>
              <a:srgbClr val="FFFFFF"/>
            </a:solidFill>
          </a:ln>
        </p:spPr>
      </p:sp>
      <p:sp>
        <p:nvSpPr>
          <p:cNvPr id="37" name="text-348">
            <a:extLst>
              <a:ext uri="{FF2B5EF4-FFF2-40B4-BE49-F238E27FC236}">
                <ns2:creationId id="{5FF7D94F-085D-44E0-9CD8-1B116B8BF64C}"/>
              </a:ext>
            </a:extLst>
          </p:cNvPr>
          <p:cNvSpPr>
            <a:spLocks noGrp="1"/>
          </p:cNvSpPr>
          <p:nvPr/>
        </p:nvSpPr>
        <p:spPr>
          <a:xfrm>
            <a:off x="756062" y="2257425"/>
            <a:ext cx="6815942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样地 × 工作环节</a:t>
            </a:r>
          </a:p>
        </p:txBody>
      </p:sp>
      <p:graphicFrame>
        <p:nvGraphicFramePr>
          <p:cNvPr id="38" name="">
            <a:extLst>
              <a:ext uri="{FF2B5EF4-FFF2-40B4-BE49-F238E27FC236}">
                <ns2:creationId id="{D28CF8D8-13E3-4C8E-ACF2-BCBD0DBB0961}"/>
              </a:ext>
            </a:extLst>
          </p:cNvPr>
          <p:cNvGraphicFramePr/>
          <p:nvPr/>
        </p:nvGraphicFramePr>
        <p:xfrm>
          <a:off x="436418" y="2686050"/>
          <a:ext cx="7116783" cy="2762250"/>
        </p:xfrm>
        <a:graphic>
          <a:graphicData uri="http://schemas.openxmlformats.org/drawingml/2006/table">
            <a:tbl>
              <a:tblPr/>
              <a:tblGrid>
                <a:gridCol w="1251396"/>
                <a:gridCol w="1055600"/>
                <a:gridCol w="1251396"/>
                <a:gridCol w="1251396"/>
                <a:gridCol w="1251396"/>
                <a:gridCol w="1055602"/>
              </a:tblGrid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建档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第1轮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第2轮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第3轮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核对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样地A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样地B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B82D32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△</a:t>
                      </a:r>
                      <a:endParaRPr sz="1500" b="1">
                        <a:solidFill>
                          <a:srgbClr val="B82D32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2685C9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  <a:endParaRPr sz="1500" b="1">
                        <a:solidFill>
                          <a:srgbClr val="2685C9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样地C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2685C9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  <a:endParaRPr sz="1500" b="1">
                        <a:solidFill>
                          <a:srgbClr val="2685C9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2685C9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○</a:t>
                      </a:r>
                      <a:endParaRPr sz="1500" b="1">
                        <a:solidFill>
                          <a:srgbClr val="2685C9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样地D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1359A0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●</a:t>
                      </a:r>
                      <a:endParaRPr sz="1500" b="1">
                        <a:solidFill>
                          <a:srgbClr val="1359A0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1">
                          <a:solidFill>
                            <a:srgbClr val="B82D32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△</a:t>
                      </a:r>
                      <a:endParaRPr sz="1500" b="1">
                        <a:solidFill>
                          <a:srgbClr val="B82D32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</a:tbl>
          </a:graphicData>
        </a:graphic>
      </p:graphicFrame>
      <p:sp>
        <p:nvSpPr>
          <p:cNvPr id="39" name="text-349">
            <a:extLst>
              <a:ext uri="{FF2B5EF4-FFF2-40B4-BE49-F238E27FC236}">
                <ns2:creationId id="{5BCEDC70-14CA-4067-A9AC-2C0524306D59}"/>
              </a:ext>
            </a:extLst>
          </p:cNvPr>
          <p:cNvSpPr>
            <a:spLocks noGrp="1"/>
          </p:cNvSpPr>
          <p:nvPr/>
        </p:nvSpPr>
        <p:spPr>
          <a:xfrm>
            <a:off x="474023" y="5600700"/>
            <a:ext cx="695696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● 完成     △ 待核对     ○ 待开展</a:t>
            </a:r>
          </a:p>
        </p:txBody>
      </p:sp>
      <p:sp>
        <p:nvSpPr>
          <p:cNvPr id="40" name="panel-350">
            <a:extLst>
              <a:ext uri="{FF2B5EF4-FFF2-40B4-BE49-F238E27FC236}">
                <ns2:creationId id="{D78B1662-5436-4AE9-90D5-0CEBD5B61840}"/>
              </a:ext>
            </a:extLst>
          </p:cNvPr>
          <p:cNvSpPr>
            <a:spLocks noGrp="1"/>
          </p:cNvSpPr>
          <p:nvPr/>
        </p:nvSpPr>
        <p:spPr>
          <a:xfrm>
            <a:off x="7872845" y="2190750"/>
            <a:ext cx="4014355" cy="1352550"/>
          </a:xfrm>
          <a:prstGeom prst="rect">
            <a:avLst>
              <a:gd name="adj" fmla="val 5634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1" name="shape-351">
            <a:extLst>
              <a:ext uri="{FF2B5EF4-FFF2-40B4-BE49-F238E27FC236}">
                <ns2:creationId id="{21341275-9869-4E29-BC8E-3E095876FA22}"/>
              </a:ext>
            </a:extLst>
          </p:cNvPr>
          <p:cNvSpPr>
            <a:spLocks noGrp="1"/>
          </p:cNvSpPr>
          <p:nvPr/>
        </p:nvSpPr>
        <p:spPr>
          <a:xfrm>
            <a:off x="7882247" y="2200275"/>
            <a:ext cx="399555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9" name="icon-warning-89"/>
          <p:cNvSpPr/>
          <p:nvPr/>
        </p:nvSpPr>
        <p:spPr>
          <a:xfrm>
            <a:off x="7995062" y="227647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40"/>
                </a:moveTo>
                <a:lnTo>
                  <a:pt x="880" y="820"/>
                </a:lnTo>
                <a:lnTo>
                  <a:pt x="120" y="820"/>
                </a:lnTo>
                <a:close/>
              </a:path>
              <a:path w="1000" h="1000">
                <a:moveTo>
                  <a:pt x="500" y="380"/>
                </a:moveTo>
                <a:lnTo>
                  <a:pt x="500" y="600"/>
                </a:lnTo>
              </a:path>
              <a:path w="1000" h="1000">
                <a:moveTo>
                  <a:pt x="485" y="700"/>
                </a:moveTo>
                <a:lnTo>
                  <a:pt x="515" y="700"/>
                </a:lnTo>
                <a:lnTo>
                  <a:pt x="515" y="730"/>
                </a:lnTo>
                <a:lnTo>
                  <a:pt x="485" y="730"/>
                </a:lnTo>
                <a:close/>
              </a:path>
            </a:pathLst>
          </a:custGeom>
          <a:noFill/>
          <a:ln w="14288" cap="rnd">
            <a:solidFill>
              <a:srgbClr val="FFFFFF"/>
            </a:solidFill>
          </a:ln>
        </p:spPr>
      </p:sp>
      <p:sp>
        <p:nvSpPr>
          <p:cNvPr id="44" name="text-354">
            <a:extLst>
              <a:ext uri="{FF2B5EF4-FFF2-40B4-BE49-F238E27FC236}">
                <ns2:creationId id="{A48B03CC-2483-4B5D-8DB0-6E55D6D79EAD}"/>
              </a:ext>
            </a:extLst>
          </p:cNvPr>
          <p:cNvSpPr>
            <a:spLocks noGrp="1"/>
          </p:cNvSpPr>
          <p:nvPr/>
        </p:nvSpPr>
        <p:spPr>
          <a:xfrm>
            <a:off x="8324108" y="2257425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待核对事项</a:t>
            </a:r>
          </a:p>
        </p:txBody>
      </p:sp>
      <p:sp>
        <p:nvSpPr>
          <p:cNvPr id="45" name="text-355">
            <a:extLst>
              <a:ext uri="{FF2B5EF4-FFF2-40B4-BE49-F238E27FC236}">
                <ns2:creationId id="{AB7132A7-F650-46C0-9754-98EAAB2DD5D0}"/>
              </a:ext>
            </a:extLst>
          </p:cNvPr>
          <p:cNvSpPr>
            <a:spLocks noGrp="1"/>
          </p:cNvSpPr>
          <p:nvPr/>
        </p:nvSpPr>
        <p:spPr>
          <a:xfrm>
            <a:off x="8060871" y="26765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1  部分记录时间不一致</a:t>
            </a:r>
            <a:endParaRPr/>
          </a:p>
        </p:txBody>
      </p:sp>
      <p:sp>
        <p:nvSpPr>
          <p:cNvPr id="46" name="text-356">
            <a:extLst>
              <a:ext uri="{FF2B5EF4-FFF2-40B4-BE49-F238E27FC236}">
                <ns2:creationId id="{95F06569-D2A9-40BB-A226-D58A340A406A}"/>
              </a:ext>
            </a:extLst>
          </p:cNvPr>
          <p:cNvSpPr>
            <a:spLocks noGrp="1"/>
          </p:cNvSpPr>
          <p:nvPr/>
        </p:nvSpPr>
        <p:spPr>
          <a:xfrm>
            <a:off x="8060871" y="3019425"/>
            <a:ext cx="3647704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2  失访与死亡标记混用</a:t>
            </a:r>
            <a:endParaRPr/>
          </a:p>
        </p:txBody>
      </p:sp>
      <p:sp>
        <p:nvSpPr>
          <p:cNvPr id="47" name="panel-357">
            <a:extLst>
              <a:ext uri="{FF2B5EF4-FFF2-40B4-BE49-F238E27FC236}">
                <ns2:creationId id="{86BC235E-D582-4415-AEB6-BB5F688634DC}"/>
              </a:ext>
            </a:extLst>
          </p:cNvPr>
          <p:cNvSpPr>
            <a:spLocks noGrp="1"/>
          </p:cNvSpPr>
          <p:nvPr/>
        </p:nvSpPr>
        <p:spPr>
          <a:xfrm>
            <a:off x="7872845" y="3686175"/>
            <a:ext cx="4014355" cy="2381250"/>
          </a:xfrm>
          <a:prstGeom prst="rect">
            <a:avLst>
              <a:gd name="adj" fmla="val 3200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8" name="shape-358">
            <a:extLst>
              <a:ext uri="{FF2B5EF4-FFF2-40B4-BE49-F238E27FC236}">
                <ns2:creationId id="{9DCCAB6C-28AA-4825-8C19-E61C97BB8DE5}"/>
              </a:ext>
            </a:extLst>
          </p:cNvPr>
          <p:cNvSpPr>
            <a:spLocks noGrp="1"/>
          </p:cNvSpPr>
          <p:nvPr/>
        </p:nvSpPr>
        <p:spPr>
          <a:xfrm>
            <a:off x="7882247" y="3695700"/>
            <a:ext cx="399555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90" name="icon-check-ring-90"/>
          <p:cNvSpPr/>
          <p:nvPr/>
        </p:nvSpPr>
        <p:spPr>
          <a:xfrm>
            <a:off x="8023266" y="3800475"/>
            <a:ext cx="178625" cy="180975"/>
          </a:xfrm>
          <a:prstGeom prst="ellipse">
            <a:avLst/>
          </a:prstGeom>
          <a:noFill/>
          <a:ln w="14288" cap="rnd">
            <a:solidFill>
              <a:srgbClr val="FFFFFF"/>
            </a:solidFill>
          </a:ln>
        </p:spPr>
      </p:sp>
      <p:sp>
        <p:nvSpPr>
          <p:cNvPr id="91" name="icon-check-mark-91"/>
          <p:cNvSpPr/>
          <p:nvPr/>
        </p:nvSpPr>
        <p:spPr>
          <a:xfrm>
            <a:off x="7995062" y="3771900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16431" cap="rnd">
            <a:solidFill>
              <a:srgbClr val="FFFFFF"/>
            </a:solidFill>
          </a:ln>
        </p:spPr>
      </p:sp>
      <p:sp>
        <p:nvSpPr>
          <p:cNvPr id="59" name="text-369">
            <a:extLst>
              <a:ext uri="{FF2B5EF4-FFF2-40B4-BE49-F238E27FC236}">
                <ns2:creationId id="{90DC611A-B021-4636-8233-2D2D5476F92A}"/>
              </a:ext>
            </a:extLst>
          </p:cNvPr>
          <p:cNvSpPr>
            <a:spLocks noGrp="1"/>
          </p:cNvSpPr>
          <p:nvPr/>
        </p:nvSpPr>
        <p:spPr>
          <a:xfrm>
            <a:off x="8324108" y="3752850"/>
            <a:ext cx="345027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下一步行动</a:t>
            </a:r>
          </a:p>
        </p:txBody>
      </p:sp>
      <p:sp>
        <p:nvSpPr>
          <p:cNvPr id="60" name="shape-370">
            <a:extLst>
              <a:ext uri="{FF2B5EF4-FFF2-40B4-BE49-F238E27FC236}">
                <ns2:creationId id="{4FB3C7EE-E394-4E0A-9DC8-FEC27B9F74D8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1" name="text-371">
            <a:extLst>
              <a:ext uri="{FF2B5EF4-FFF2-40B4-BE49-F238E27FC236}">
                <ns2:creationId id="{8F39CBB5-2812-439E-9E16-196354C8147C}"/>
              </a:ext>
            </a:extLst>
          </p:cNvPr>
          <p:cNvSpPr>
            <a:spLocks noGrp="1"/>
          </p:cNvSpPr>
          <p:nvPr/>
        </p:nvSpPr>
        <p:spPr>
          <a:xfrm>
            <a:off x="8032668" y="423862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2" name="text-372">
            <a:extLst>
              <a:ext uri="{FF2B5EF4-FFF2-40B4-BE49-F238E27FC236}">
                <ns2:creationId id="{C0AEA6AB-D165-4BE2-93F2-1DAA05C22161}"/>
              </a:ext>
            </a:extLst>
          </p:cNvPr>
          <p:cNvSpPr>
            <a:spLocks noGrp="1"/>
          </p:cNvSpPr>
          <p:nvPr/>
        </p:nvSpPr>
        <p:spPr>
          <a:xfrm>
            <a:off x="8446325" y="421005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回查原始记录与事件标记</a:t>
            </a:r>
            <a:endParaRPr/>
          </a:p>
        </p:txBody>
      </p:sp>
      <p:sp>
        <p:nvSpPr>
          <p:cNvPr id="63" name="shape-373">
            <a:extLst>
              <a:ext uri="{FF2B5EF4-FFF2-40B4-BE49-F238E27FC236}">
                <ns2:creationId id="{CFD662D2-615F-4486-A0E0-F13FFF019EED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4" name="text-374">
            <a:extLst>
              <a:ext uri="{FF2B5EF4-FFF2-40B4-BE49-F238E27FC236}">
                <ns2:creationId id="{E5DEB7C9-CD44-419B-A012-164A5D3CBAA2}"/>
              </a:ext>
            </a:extLst>
          </p:cNvPr>
          <p:cNvSpPr>
            <a:spLocks noGrp="1"/>
          </p:cNvSpPr>
          <p:nvPr/>
        </p:nvSpPr>
        <p:spPr>
          <a:xfrm>
            <a:off x="8032668" y="48006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65" name="text-375">
            <a:extLst>
              <a:ext uri="{FF2B5EF4-FFF2-40B4-BE49-F238E27FC236}">
                <ns2:creationId id="{17B88C21-9C53-44EE-B6A7-923684183CEC}"/>
              </a:ext>
            </a:extLst>
          </p:cNvPr>
          <p:cNvSpPr>
            <a:spLocks noGrp="1"/>
          </p:cNvSpPr>
          <p:nvPr/>
        </p:nvSpPr>
        <p:spPr>
          <a:xfrm>
            <a:off x="8446325" y="4772025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针对存疑样地补充现场复核</a:t>
            </a:r>
            <a:endParaRPr/>
          </a:p>
        </p:txBody>
      </p:sp>
      <p:sp>
        <p:nvSpPr>
          <p:cNvPr id="66" name="shape-376">
            <a:extLst>
              <a:ext uri="{FF2B5EF4-FFF2-40B4-BE49-F238E27FC236}">
                <ns2:creationId id="{5D766447-3BB4-4C73-B746-7A06259821A3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7" name="text-377">
            <a:extLst>
              <a:ext uri="{FF2B5EF4-FFF2-40B4-BE49-F238E27FC236}">
                <ns2:creationId id="{7687D4EF-9E24-4C9C-A3CA-1E57409329B0}"/>
              </a:ext>
            </a:extLst>
          </p:cNvPr>
          <p:cNvSpPr>
            <a:spLocks noGrp="1"/>
          </p:cNvSpPr>
          <p:nvPr/>
        </p:nvSpPr>
        <p:spPr>
          <a:xfrm>
            <a:off x="8032668" y="5362575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68" name="text-378">
            <a:extLst>
              <a:ext uri="{FF2B5EF4-FFF2-40B4-BE49-F238E27FC236}">
                <ns2:creationId id="{7E4F358F-61F6-44F6-9FEA-4FC20759F931}"/>
              </a:ext>
            </a:extLst>
          </p:cNvPr>
          <p:cNvSpPr>
            <a:spLocks noGrp="1"/>
          </p:cNvSpPr>
          <p:nvPr/>
        </p:nvSpPr>
        <p:spPr>
          <a:xfrm>
            <a:off x="8446325" y="5334000"/>
            <a:ext cx="324344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按核对结果更新分析输入</a:t>
            </a:r>
            <a:endParaRPr/>
          </a:p>
        </p:txBody>
      </p:sp>
      <p:sp>
        <p:nvSpPr>
          <p:cNvPr id="69" name="shape-379">
            <a:extLst>
              <a:ext uri="{FF2B5EF4-FFF2-40B4-BE49-F238E27FC236}">
                <ns2:creationId id="{92D443A4-76C5-4E89-8305-86C91D1AE95E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0" name="text-380">
            <a:extLst>
              <a:ext uri="{FF2B5EF4-FFF2-40B4-BE49-F238E27FC236}">
                <ns2:creationId id="{99CBED85-FC7E-4BD9-AE27-E694A12DC04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汇报重点：完成情况可核查，问题与下一步一一对应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1" name="text-381">
            <a:extLst>
              <a:ext uri="{FF2B5EF4-FFF2-40B4-BE49-F238E27FC236}">
                <ns2:creationId id="{CAA8E449-0DCD-49CB-BF4B-35E6EA81111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72" name="text-382">
            <a:extLst>
              <a:ext uri="{FF2B5EF4-FFF2-40B4-BE49-F238E27FC236}">
                <ns2:creationId id="{C75CE07C-53F3-4FCF-A77C-9DC86A82F4D5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28769073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rPr>
              <a:t>学术分享型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400050" y="1657350"/>
            <a:ext cx="5638800" cy="1866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栖息地变化与</a:t>
            </a:r>
            <a:endParaRPr/>
          </a:p>
          <a:p>
            <a:pPr algn="l">
              <a:def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5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生物多样性响应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400050" y="3771900"/>
            <a:ext cx="5524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250" b="0">
                <a:solidFill>
                  <a:srgbClr val="2685C9"/>
                </a:solidFill>
                <a:latin typeface="Noto Serif CJK SC"/>
                <a:ea typeface="Noto Serif CJK SC"/>
                <a:cs typeface="Noto Serif CJK SC"/>
              </a:rPr>
              <a:t>景观格局、群落响应与生态机制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419100" y="4629150"/>
            <a:ext cx="914400" cy="4762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  <p:sp>
        <p:nvSpPr>
          <p:cNvPr id="32" name="cover-card-bg-32"/>
          <p:cNvSpPr/>
          <p:nvPr/>
        </p:nvSpPr>
        <p:spPr>
          <a:xfrm>
            <a:off x="6362700" y="647700"/>
            <a:ext cx="5410200" cy="5486400"/>
          </a:xfrm>
          <a:prstGeom prst="rect">
            <a:avLst/>
          </a:prstGeom>
          <a:solidFill>
            <a:srgbClr val="FFFFFF"/>
          </a:solidFill>
          <a:ln w="13335" cap="rnd">
            <a:solidFill>
              <a:srgbClr val="1359A0"/>
            </a:solidFill>
          </a:ln>
        </p:spPr>
      </p:sp>
      <p:sp>
        <p:nvSpPr>
          <p:cNvPr id="33" name="cover-card-hdr-33"/>
          <p:cNvSpPr/>
          <p:nvPr/>
        </p:nvSpPr>
        <p:spPr>
          <a:xfrm>
            <a:off x="6362700" y="647700"/>
            <a:ext cx="5410200" cy="4762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4" name="cover-card-hdr-txt-34"/>
          <p:cNvSpPr txBox="1"/>
          <p:nvPr/>
        </p:nvSpPr>
        <p:spPr>
          <a:xfrm>
            <a:off x="6572250" y="723900"/>
            <a:ext cx="49911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核心信息速览  ·  KEY HIGHLIGHTS</a:t>
            </a:r>
            <a:endParaRPr lang="zh-CN" sz="1500">
              <a:solidFill>
                <a:srgbClr val="FFFFFF"/>
              </a:solidFill>
            </a:endParaRPr>
          </a:p>
        </p:txBody>
      </p:sp>
      <p:sp>
        <p:nvSpPr>
          <p:cNvPr id="35" name="cover-hl-box-0-35"/>
          <p:cNvSpPr/>
          <p:nvPr/>
        </p:nvSpPr>
        <p:spPr>
          <a:xfrm>
            <a:off x="6553200" y="1257300"/>
            <a:ext cx="5029200" cy="1076325"/>
          </a:xfrm>
          <a:prstGeom prst="rect">
            <a:avLst/>
          </a:prstGeom>
          <a:solidFill>
            <a:srgbClr val="EDF5FF"/>
          </a:solidFill>
          <a:ln w="7620" cap="rnd">
            <a:solidFill>
              <a:srgbClr val="2685C9"/>
            </a:solidFill>
          </a:ln>
        </p:spPr>
      </p:sp>
      <p:sp>
        <p:nvSpPr>
          <p:cNvPr id="36" name="cover-hl-bar-0-36"/>
          <p:cNvSpPr/>
          <p:nvPr/>
        </p:nvSpPr>
        <p:spPr>
          <a:xfrm>
            <a:off x="6553200" y="1257300"/>
            <a:ext cx="47625" cy="1076325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37" name="cover-hl-title-0-37"/>
          <p:cNvSpPr txBox="1"/>
          <p:nvPr/>
        </p:nvSpPr>
        <p:spPr>
          <a:xfrm>
            <a:off x="6724650" y="1333500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01  研究背景  ·  界定问题与研究对象</a:t>
            </a:r>
            <a:endParaRPr lang="zh-CN" sz="1425"/>
          </a:p>
        </p:txBody>
      </p:sp>
      <p:sp>
        <p:nvSpPr>
          <p:cNvPr id="38" name="cover-hl-det-0-38"/>
          <p:cNvSpPr txBox="1"/>
          <p:nvPr/>
        </p:nvSpPr>
        <p:spPr>
          <a:xfrm>
            <a:off x="6724650" y="1638300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 lang="zh-CN" sz="1275"/>
          </a:p>
        </p:txBody>
      </p:sp>
      <p:sp>
        <p:nvSpPr>
          <p:cNvPr id="39" name="cover-hl-box-1-39"/>
          <p:cNvSpPr/>
          <p:nvPr/>
        </p:nvSpPr>
        <p:spPr>
          <a:xfrm>
            <a:off x="6553200" y="2447925"/>
            <a:ext cx="5029200" cy="1076325"/>
          </a:xfrm>
          <a:prstGeom prst="rect">
            <a:avLst/>
          </a:prstGeom>
          <a:solidFill>
            <a:srgbClr val="EDF5FF"/>
          </a:solidFill>
          <a:ln w="7620" cap="rnd">
            <a:solidFill>
              <a:srgbClr val="2685C9"/>
            </a:solidFill>
          </a:ln>
        </p:spPr>
      </p:sp>
      <p:sp>
        <p:nvSpPr>
          <p:cNvPr id="40" name="cover-hl-bar-1-40"/>
          <p:cNvSpPr/>
          <p:nvPr/>
        </p:nvSpPr>
        <p:spPr>
          <a:xfrm>
            <a:off x="6553200" y="2447925"/>
            <a:ext cx="47625" cy="1076325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41" name="cover-hl-title-1-41"/>
          <p:cNvSpPr txBox="1"/>
          <p:nvPr/>
        </p:nvSpPr>
        <p:spPr>
          <a:xfrm>
            <a:off x="6724650" y="2524125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02  机制与假设  ·  把解释转化为可检验预测</a:t>
            </a:r>
            <a:endParaRPr lang="zh-CN" sz="1425"/>
          </a:p>
        </p:txBody>
      </p:sp>
      <p:sp>
        <p:nvSpPr>
          <p:cNvPr id="42" name="cover-hl-det-1-42"/>
          <p:cNvSpPr txBox="1"/>
          <p:nvPr/>
        </p:nvSpPr>
        <p:spPr>
          <a:xfrm>
            <a:off x="6724650" y="2828925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 lang="zh-CN" sz="1275"/>
          </a:p>
        </p:txBody>
      </p:sp>
      <p:sp>
        <p:nvSpPr>
          <p:cNvPr id="43" name="cover-hl-box-2-43"/>
          <p:cNvSpPr/>
          <p:nvPr/>
        </p:nvSpPr>
        <p:spPr>
          <a:xfrm>
            <a:off x="6553200" y="3638550"/>
            <a:ext cx="5029200" cy="1076325"/>
          </a:xfrm>
          <a:prstGeom prst="rect">
            <a:avLst/>
          </a:prstGeom>
          <a:solidFill>
            <a:srgbClr val="EDF5FF"/>
          </a:solidFill>
          <a:ln w="7620" cap="rnd">
            <a:solidFill>
              <a:srgbClr val="2685C9"/>
            </a:solidFill>
          </a:ln>
        </p:spPr>
      </p:sp>
      <p:sp>
        <p:nvSpPr>
          <p:cNvPr id="44" name="cover-hl-bar-2-44"/>
          <p:cNvSpPr/>
          <p:nvPr/>
        </p:nvSpPr>
        <p:spPr>
          <a:xfrm>
            <a:off x="6553200" y="3638550"/>
            <a:ext cx="47625" cy="1076325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45" name="cover-hl-title-2-45"/>
          <p:cNvSpPr txBox="1"/>
          <p:nvPr/>
        </p:nvSpPr>
        <p:spPr>
          <a:xfrm>
            <a:off x="6724650" y="3714750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03  数据与证据  ·  联合观测、比较与模型分析</a:t>
            </a:r>
            <a:endParaRPr lang="zh-CN" sz="1425"/>
          </a:p>
        </p:txBody>
      </p:sp>
      <p:sp>
        <p:nvSpPr>
          <p:cNvPr id="46" name="cover-hl-det-2-46"/>
          <p:cNvSpPr txBox="1"/>
          <p:nvPr/>
        </p:nvSpPr>
        <p:spPr>
          <a:xfrm>
            <a:off x="6724650" y="4019550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 lang="zh-CN" sz="1275"/>
          </a:p>
        </p:txBody>
      </p:sp>
      <p:sp>
        <p:nvSpPr>
          <p:cNvPr id="47" name="cover-hl-box-3-47"/>
          <p:cNvSpPr/>
          <p:nvPr/>
        </p:nvSpPr>
        <p:spPr>
          <a:xfrm>
            <a:off x="6553200" y="4829175"/>
            <a:ext cx="5029200" cy="1076325"/>
          </a:xfrm>
          <a:prstGeom prst="rect">
            <a:avLst/>
          </a:prstGeom>
          <a:solidFill>
            <a:srgbClr val="EDF5FF"/>
          </a:solidFill>
          <a:ln w="7620" cap="rnd">
            <a:solidFill>
              <a:srgbClr val="2685C9"/>
            </a:solidFill>
          </a:ln>
        </p:spPr>
      </p:sp>
      <p:sp>
        <p:nvSpPr>
          <p:cNvPr id="48" name="cover-hl-bar-3-48"/>
          <p:cNvSpPr/>
          <p:nvPr/>
        </p:nvSpPr>
        <p:spPr>
          <a:xfrm>
            <a:off x="6553200" y="4829175"/>
            <a:ext cx="47625" cy="1076325"/>
          </a:xfrm>
          <a:prstGeom prst="rect">
            <a:avLst/>
          </a:prstGeom>
          <a:solidFill>
            <a:srgbClr val="B82D32"/>
          </a:solidFill>
        </p:spPr>
      </p:sp>
      <p:sp>
        <p:nvSpPr>
          <p:cNvPr id="49" name="cover-hl-title-3-49"/>
          <p:cNvSpPr txBox="1"/>
          <p:nvPr/>
        </p:nvSpPr>
        <p:spPr>
          <a:xfrm>
            <a:off x="6724650" y="4905375"/>
            <a:ext cx="4762500" cy="2667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4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04  结论与展望  ·  明确支持范围与下一步检验</a:t>
            </a:r>
            <a:endParaRPr lang="zh-CN" sz="1425"/>
          </a:p>
        </p:txBody>
      </p:sp>
      <p:sp>
        <p:nvSpPr>
          <p:cNvPr id="50" name="cover-hl-det-3-50"/>
          <p:cNvSpPr txBox="1"/>
          <p:nvPr/>
        </p:nvSpPr>
        <p:spPr>
          <a:xfrm>
            <a:off x="6724650" y="5210175"/>
            <a:ext cx="4762500" cy="6381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 lang="zh-CN" sz="1275"/>
          </a:p>
        </p:txBody>
      </p:sp>
    </p:spTree>
    <p:extLst>
      <p:ext uri="{BB962C8B-B14F-4D97-AF65-F5344CB8AC3E}">
        <ns3:creationId val="997978090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1" name="shape-403">
            <a:extLst>
              <a:ext uri="{FF2B5EF4-FFF2-40B4-BE49-F238E27FC236}">
                <ns2:creationId id="{ACE9B249-1691-4296-AD80-038DF8468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00300" cy="6562725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" name="text-404">
            <a:extLst>
              <a:ext uri="{FF2B5EF4-FFF2-40B4-BE49-F238E27FC236}">
                <ns2:creationId id="{648965C4-B61B-4D50-8C48-35AF0CD3A0E3}"/>
              </a:ext>
            </a:extLst>
          </p:cNvPr>
          <p:cNvSpPr>
            <a:spLocks noGrp="1"/>
          </p:cNvSpPr>
          <p:nvPr/>
        </p:nvSpPr>
        <p:spPr>
          <a:xfrm>
            <a:off x="285750" y="762000"/>
            <a:ext cx="1809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5325" b="1">
                <a:solidFill>
                  <a:srgbClr val="FFFFFF"/>
                </a:solidFill>
                <a:latin typeface="Noto Serif CJK SC"/>
                <a:ea typeface="Noto Serif CJK SC"/>
                <a:cs typeface="Noto Serif CJK SC"/>
              </a:rPr>
              <a:t>目录</a:t>
            </a:r>
          </a:p>
        </p:txBody>
      </p:sp>
      <p:sp>
        <p:nvSpPr>
          <p:cNvPr id="3" name="text-405">
            <a:extLst>
              <a:ext uri="{FF2B5EF4-FFF2-40B4-BE49-F238E27FC236}">
                <ns2:creationId id="{DCB769A3-30E0-440D-AF51-8BD60E51B529}"/>
              </a:ext>
            </a:extLst>
          </p:cNvPr>
          <p:cNvSpPr>
            <a:spLocks noGrp="1"/>
          </p:cNvSpPr>
          <p:nvPr/>
        </p:nvSpPr>
        <p:spPr>
          <a:xfrm>
            <a:off x="381000" y="1685925"/>
            <a:ext cx="1657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CONTENTS</a:t>
            </a:r>
          </a:p>
        </p:txBody>
      </p:sp>
      <p:sp>
        <p:nvSpPr>
          <p:cNvPr id="4" name="text-406">
            <a:extLst>
              <a:ext uri="{FF2B5EF4-FFF2-40B4-BE49-F238E27FC236}">
                <ns2:creationId id="{26C6A3FD-F962-4B40-A3C3-5D22B2AC2063}"/>
              </a:ext>
            </a:extLst>
          </p:cNvPr>
          <p:cNvSpPr>
            <a:spLocks noGrp="1"/>
          </p:cNvSpPr>
          <p:nvPr/>
        </p:nvSpPr>
        <p:spPr>
          <a:xfrm>
            <a:off x="342900" y="25336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" name="text-407">
            <a:extLst>
              <a:ext uri="{FF2B5EF4-FFF2-40B4-BE49-F238E27FC236}">
                <ns2:creationId id="{9EEC8B94-8E22-4FB7-A28C-AA5F2CFB0157}"/>
              </a:ext>
            </a:extLst>
          </p:cNvPr>
          <p:cNvSpPr>
            <a:spLocks noGrp="1"/>
          </p:cNvSpPr>
          <p:nvPr/>
        </p:nvSpPr>
        <p:spPr>
          <a:xfrm>
            <a:off x="342900" y="29718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408">
            <a:extLst>
              <a:ext uri="{FF2B5EF4-FFF2-40B4-BE49-F238E27FC236}">
                <ns2:creationId id="{FF9A0459-E9E5-4072-A60C-EBF418C16203}"/>
              </a:ext>
            </a:extLst>
          </p:cNvPr>
          <p:cNvSpPr>
            <a:spLocks noGrp="1"/>
          </p:cNvSpPr>
          <p:nvPr/>
        </p:nvSpPr>
        <p:spPr>
          <a:xfrm>
            <a:off x="342900" y="340995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" name="text-409">
            <a:extLst>
              <a:ext uri="{FF2B5EF4-FFF2-40B4-BE49-F238E27FC236}">
                <ns2:creationId id="{A08C066F-135A-4CC9-8EAF-C1C7110A0CCE}"/>
              </a:ext>
            </a:extLst>
          </p:cNvPr>
          <p:cNvSpPr>
            <a:spLocks noGrp="1"/>
          </p:cNvSpPr>
          <p:nvPr/>
        </p:nvSpPr>
        <p:spPr>
          <a:xfrm>
            <a:off x="342900" y="3848100"/>
            <a:ext cx="1866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" name="text-410">
            <a:extLst>
              <a:ext uri="{FF2B5EF4-FFF2-40B4-BE49-F238E27FC236}">
                <ns2:creationId id="{F354DA90-1B3B-4505-9C1B-F0DBE55207E5}"/>
              </a:ext>
            </a:extLst>
          </p:cNvPr>
          <p:cNvSpPr>
            <a:spLocks noGrp="1"/>
          </p:cNvSpPr>
          <p:nvPr/>
        </p:nvSpPr>
        <p:spPr>
          <a:xfrm>
            <a:off x="2686050" y="95250"/>
            <a:ext cx="904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31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汇报结构｜从问题到证据</a:t>
            </a:r>
            <a:endParaRPr/>
          </a:p>
        </p:txBody>
      </p:sp>
      <p:sp>
        <p:nvSpPr>
          <p:cNvPr id="9" name="shape-411">
            <a:extLst>
              <a:ext uri="{FF2B5EF4-FFF2-40B4-BE49-F238E27FC236}">
                <ns2:creationId id="{6A7D122F-F04B-4DF3-B8B3-5BE3609DA541}"/>
              </a:ext>
            </a:extLst>
          </p:cNvPr>
          <p:cNvSpPr>
            <a:spLocks noGrp="1"/>
          </p:cNvSpPr>
          <p:nvPr/>
        </p:nvSpPr>
        <p:spPr>
          <a:xfrm>
            <a:off x="2686050" y="933450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" name="shape-412">
            <a:extLst>
              <a:ext uri="{FF2B5EF4-FFF2-40B4-BE49-F238E27FC236}">
                <ns2:creationId id="{3B99CC03-5083-48B6-AAB7-4C6701BF3A9B}"/>
              </a:ext>
            </a:extLst>
          </p:cNvPr>
          <p:cNvSpPr>
            <a:spLocks noGrp="1"/>
          </p:cNvSpPr>
          <p:nvPr/>
        </p:nvSpPr>
        <p:spPr>
          <a:xfrm>
            <a:off x="2895600" y="1295400"/>
            <a:ext cx="495300" cy="4953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1" name="text-413">
            <a:extLst>
              <a:ext uri="{FF2B5EF4-FFF2-40B4-BE49-F238E27FC236}">
                <ns2:creationId id="{F3740706-5F44-4CDE-B689-00E34E8A9969}"/>
              </a:ext>
            </a:extLst>
          </p:cNvPr>
          <p:cNvSpPr>
            <a:spLocks noGrp="1"/>
          </p:cNvSpPr>
          <p:nvPr/>
        </p:nvSpPr>
        <p:spPr>
          <a:xfrm>
            <a:off x="2895600" y="1295400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14" name="text-416">
            <a:extLst>
              <a:ext uri="{FF2B5EF4-FFF2-40B4-BE49-F238E27FC236}">
                <ns2:creationId id="{920AB588-1C02-4200-85A8-C07FE2CC7799}"/>
              </a:ext>
            </a:extLst>
          </p:cNvPr>
          <p:cNvSpPr>
            <a:spLocks noGrp="1"/>
          </p:cNvSpPr>
          <p:nvPr/>
        </p:nvSpPr>
        <p:spPr>
          <a:xfrm>
            <a:off x="3752850" y="1066800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研究背景</a:t>
            </a:r>
            <a:endParaRPr/>
          </a:p>
        </p:txBody>
      </p:sp>
      <p:sp>
        <p:nvSpPr>
          <p:cNvPr id="15" name="text-417">
            <a:extLst>
              <a:ext uri="{FF2B5EF4-FFF2-40B4-BE49-F238E27FC236}">
                <ns2:creationId id="{37A112C4-BB72-4D31-9EA4-833D51F8309F}"/>
              </a:ext>
            </a:extLst>
          </p:cNvPr>
          <p:cNvSpPr>
            <a:spLocks noGrp="1"/>
          </p:cNvSpPr>
          <p:nvPr/>
        </p:nvSpPr>
        <p:spPr>
          <a:xfrm>
            <a:off x="3752850" y="1438275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界定问题与研究对象</a:t>
            </a:r>
            <a:endParaRPr/>
          </a:p>
        </p:txBody>
      </p:sp>
      <p:sp>
        <p:nvSpPr>
          <p:cNvPr id="16" name="text-418">
            <a:extLst>
              <a:ext uri="{FF2B5EF4-FFF2-40B4-BE49-F238E27FC236}">
                <ns2:creationId id="{43C8BFB3-1567-4A96-A352-5B64BE17C2B0}"/>
              </a:ext>
            </a:extLst>
          </p:cNvPr>
          <p:cNvSpPr>
            <a:spLocks noGrp="1"/>
          </p:cNvSpPr>
          <p:nvPr/>
        </p:nvSpPr>
        <p:spPr>
          <a:xfrm>
            <a:off x="3752850" y="1752600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明确研究对象、范围与现实问题</a:t>
            </a:r>
            <a:endParaRPr/>
          </a:p>
        </p:txBody>
      </p:sp>
      <p:sp>
        <p:nvSpPr>
          <p:cNvPr id="21" name="shape-423">
            <a:extLst>
              <a:ext uri="{FF2B5EF4-FFF2-40B4-BE49-F238E27FC236}">
                <ns2:creationId id="{00E7B267-83EB-499C-AFA4-E304D5CA683A}"/>
              </a:ext>
            </a:extLst>
          </p:cNvPr>
          <p:cNvSpPr>
            <a:spLocks noGrp="1"/>
          </p:cNvSpPr>
          <p:nvPr/>
        </p:nvSpPr>
        <p:spPr>
          <a:xfrm>
            <a:off x="2686050" y="2257425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2" name="shape-424">
            <a:extLst>
              <a:ext uri="{FF2B5EF4-FFF2-40B4-BE49-F238E27FC236}">
                <ns2:creationId id="{F06B1AD7-9408-4E2C-AABD-82E347F7C600}"/>
              </a:ext>
            </a:extLst>
          </p:cNvPr>
          <p:cNvSpPr>
            <a:spLocks noGrp="1"/>
          </p:cNvSpPr>
          <p:nvPr/>
        </p:nvSpPr>
        <p:spPr>
          <a:xfrm>
            <a:off x="2895600" y="2619375"/>
            <a:ext cx="495300" cy="4953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3" name="text-425">
            <a:extLst>
              <a:ext uri="{FF2B5EF4-FFF2-40B4-BE49-F238E27FC236}">
                <ns2:creationId id="{E54967D7-C92F-4F8E-A5CB-94C3FD349030}"/>
              </a:ext>
            </a:extLst>
          </p:cNvPr>
          <p:cNvSpPr>
            <a:spLocks noGrp="1"/>
          </p:cNvSpPr>
          <p:nvPr/>
        </p:nvSpPr>
        <p:spPr>
          <a:xfrm>
            <a:off x="2895600" y="261937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36" name="text-438">
            <a:extLst>
              <a:ext uri="{FF2B5EF4-FFF2-40B4-BE49-F238E27FC236}">
                <ns2:creationId id="{9F344B69-4CC5-41C1-9A6C-F47328A21309}"/>
              </a:ext>
            </a:extLst>
          </p:cNvPr>
          <p:cNvSpPr>
            <a:spLocks noGrp="1"/>
          </p:cNvSpPr>
          <p:nvPr/>
        </p:nvSpPr>
        <p:spPr>
          <a:xfrm>
            <a:off x="3752850" y="2390775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机制与假设</a:t>
            </a:r>
            <a:endParaRPr/>
          </a:p>
        </p:txBody>
      </p:sp>
      <p:sp>
        <p:nvSpPr>
          <p:cNvPr id="37" name="text-439">
            <a:extLst>
              <a:ext uri="{FF2B5EF4-FFF2-40B4-BE49-F238E27FC236}">
                <ns2:creationId id="{56EF0471-1E92-467B-AA07-D65CBBDFB6B2}"/>
              </a:ext>
            </a:extLst>
          </p:cNvPr>
          <p:cNvSpPr>
            <a:spLocks noGrp="1"/>
          </p:cNvSpPr>
          <p:nvPr/>
        </p:nvSpPr>
        <p:spPr>
          <a:xfrm>
            <a:off x="3752850" y="2762250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把解释转化为可检验预测</a:t>
            </a:r>
            <a:endParaRPr/>
          </a:p>
        </p:txBody>
      </p:sp>
      <p:sp>
        <p:nvSpPr>
          <p:cNvPr id="38" name="text-440">
            <a:extLst>
              <a:ext uri="{FF2B5EF4-FFF2-40B4-BE49-F238E27FC236}">
                <ns2:creationId id="{F931766D-6703-4A9A-BF6E-873C787689F3}"/>
              </a:ext>
            </a:extLst>
          </p:cNvPr>
          <p:cNvSpPr>
            <a:spLocks noGrp="1"/>
          </p:cNvSpPr>
          <p:nvPr/>
        </p:nvSpPr>
        <p:spPr>
          <a:xfrm>
            <a:off x="3752850" y="3076575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提出竞争解释及可比较的预测</a:t>
            </a:r>
            <a:endParaRPr/>
          </a:p>
        </p:txBody>
      </p:sp>
      <p:sp>
        <p:nvSpPr>
          <p:cNvPr id="51" name="shape-453">
            <a:extLst>
              <a:ext uri="{FF2B5EF4-FFF2-40B4-BE49-F238E27FC236}">
                <ns2:creationId id="{D2BB80DB-7A8F-429E-8C63-885B95359456}"/>
              </a:ext>
            </a:extLst>
          </p:cNvPr>
          <p:cNvSpPr>
            <a:spLocks noGrp="1"/>
          </p:cNvSpPr>
          <p:nvPr/>
        </p:nvSpPr>
        <p:spPr>
          <a:xfrm>
            <a:off x="2686050" y="3581400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52" name="shape-454">
            <a:extLst>
              <a:ext uri="{FF2B5EF4-FFF2-40B4-BE49-F238E27FC236}">
                <ns2:creationId id="{A9797403-7DC7-4057-A104-4E2381CF0DCB}"/>
              </a:ext>
            </a:extLst>
          </p:cNvPr>
          <p:cNvSpPr>
            <a:spLocks noGrp="1"/>
          </p:cNvSpPr>
          <p:nvPr/>
        </p:nvSpPr>
        <p:spPr>
          <a:xfrm>
            <a:off x="2895600" y="3943350"/>
            <a:ext cx="495300" cy="4953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53" name="text-455">
            <a:extLst>
              <a:ext uri="{FF2B5EF4-FFF2-40B4-BE49-F238E27FC236}">
                <ns2:creationId id="{B2CC4147-1235-4CA3-928F-E8D813847EFA}"/>
              </a:ext>
            </a:extLst>
          </p:cNvPr>
          <p:cNvSpPr>
            <a:spLocks noGrp="1"/>
          </p:cNvSpPr>
          <p:nvPr/>
        </p:nvSpPr>
        <p:spPr>
          <a:xfrm>
            <a:off x="2895600" y="3943350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59" name="text-461">
            <a:extLst>
              <a:ext uri="{FF2B5EF4-FFF2-40B4-BE49-F238E27FC236}">
                <ns2:creationId id="{3668047B-A584-4766-95BC-944944A161DA}"/>
              </a:ext>
            </a:extLst>
          </p:cNvPr>
          <p:cNvSpPr>
            <a:spLocks noGrp="1"/>
          </p:cNvSpPr>
          <p:nvPr/>
        </p:nvSpPr>
        <p:spPr>
          <a:xfrm>
            <a:off x="3752850" y="3714750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</p:txBody>
      </p:sp>
      <p:sp>
        <p:nvSpPr>
          <p:cNvPr id="60" name="text-462">
            <a:extLst>
              <a:ext uri="{FF2B5EF4-FFF2-40B4-BE49-F238E27FC236}">
                <ns2:creationId id="{68785B6B-4127-4554-B806-D0005C356789}"/>
              </a:ext>
            </a:extLst>
          </p:cNvPr>
          <p:cNvSpPr>
            <a:spLocks noGrp="1"/>
          </p:cNvSpPr>
          <p:nvPr/>
        </p:nvSpPr>
        <p:spPr>
          <a:xfrm>
            <a:off x="3752850" y="4086225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联合观测、比较与模型分析</a:t>
            </a:r>
            <a:endParaRPr/>
          </a:p>
        </p:txBody>
      </p:sp>
      <p:sp>
        <p:nvSpPr>
          <p:cNvPr id="61" name="text-463">
            <a:extLst>
              <a:ext uri="{FF2B5EF4-FFF2-40B4-BE49-F238E27FC236}">
                <ns2:creationId id="{C7F758AF-2B16-4F07-BD3A-798E0916648F}"/>
              </a:ext>
            </a:extLst>
          </p:cNvPr>
          <p:cNvSpPr>
            <a:spLocks noGrp="1"/>
          </p:cNvSpPr>
          <p:nvPr/>
        </p:nvSpPr>
        <p:spPr>
          <a:xfrm>
            <a:off x="3752850" y="4400550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组织结果，并检验稳健性与不确定性</a:t>
            </a:r>
            <a:endParaRPr/>
          </a:p>
        </p:txBody>
      </p:sp>
      <p:sp>
        <p:nvSpPr>
          <p:cNvPr id="67" name="shape-469">
            <a:extLst>
              <a:ext uri="{FF2B5EF4-FFF2-40B4-BE49-F238E27FC236}">
                <ns2:creationId id="{D180688E-DB8B-4119-AA2B-3AAE3BE190F2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048750" cy="1219200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68" name="shape-470">
            <a:extLst>
              <a:ext uri="{FF2B5EF4-FFF2-40B4-BE49-F238E27FC236}">
                <ns2:creationId id="{C7DBE787-56B1-4FBB-B227-FD243277D05F}"/>
              </a:ext>
            </a:extLst>
          </p:cNvPr>
          <p:cNvSpPr>
            <a:spLocks noGrp="1"/>
          </p:cNvSpPr>
          <p:nvPr/>
        </p:nvSpPr>
        <p:spPr>
          <a:xfrm>
            <a:off x="2895600" y="5267325"/>
            <a:ext cx="495300" cy="495300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9" name="text-471">
            <a:extLst>
              <a:ext uri="{FF2B5EF4-FFF2-40B4-BE49-F238E27FC236}">
                <ns2:creationId id="{1C2AD94F-7A9A-48C3-A545-23DE9EE4807A}"/>
              </a:ext>
            </a:extLst>
          </p:cNvPr>
          <p:cNvSpPr>
            <a:spLocks noGrp="1"/>
          </p:cNvSpPr>
          <p:nvPr/>
        </p:nvSpPr>
        <p:spPr>
          <a:xfrm>
            <a:off x="2895600" y="5267325"/>
            <a:ext cx="495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  <p:sp>
        <p:nvSpPr>
          <p:cNvPr id="73" name="text-475">
            <a:extLst>
              <a:ext uri="{FF2B5EF4-FFF2-40B4-BE49-F238E27FC236}">
                <ns2:creationId id="{3C1628D3-7E46-43CB-87B4-2E6B2A1D379F}"/>
              </a:ext>
            </a:extLst>
          </p:cNvPr>
          <p:cNvSpPr>
            <a:spLocks noGrp="1"/>
          </p:cNvSpPr>
          <p:nvPr/>
        </p:nvSpPr>
        <p:spPr>
          <a:xfrm>
            <a:off x="3752850" y="5038725"/>
            <a:ext cx="7772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4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结论与展望</a:t>
            </a:r>
            <a:endParaRPr/>
          </a:p>
        </p:txBody>
      </p:sp>
      <p:sp>
        <p:nvSpPr>
          <p:cNvPr id="74" name="text-476">
            <a:extLst>
              <a:ext uri="{FF2B5EF4-FFF2-40B4-BE49-F238E27FC236}">
                <ns2:creationId id="{0B7724AE-2FA2-4643-9CA0-540A4CC39DF6}"/>
              </a:ext>
            </a:extLst>
          </p:cNvPr>
          <p:cNvSpPr>
            <a:spLocks noGrp="1"/>
          </p:cNvSpPr>
          <p:nvPr/>
        </p:nvSpPr>
        <p:spPr>
          <a:xfrm>
            <a:off x="3752850" y="5410200"/>
            <a:ext cx="7772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明确支持范围与下一步检验</a:t>
            </a:r>
            <a:endParaRPr/>
          </a:p>
        </p:txBody>
      </p:sp>
      <p:sp>
        <p:nvSpPr>
          <p:cNvPr id="75" name="text-477">
            <a:extLst>
              <a:ext uri="{FF2B5EF4-FFF2-40B4-BE49-F238E27FC236}">
                <ns2:creationId id="{2A036C58-11E5-4256-AEC9-C94FE6D416C3}"/>
              </a:ext>
            </a:extLst>
          </p:cNvPr>
          <p:cNvSpPr>
            <a:spLocks noGrp="1"/>
          </p:cNvSpPr>
          <p:nvPr/>
        </p:nvSpPr>
        <p:spPr>
          <a:xfrm>
            <a:off x="3752850" y="5724525"/>
            <a:ext cx="7772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区分已有支持、未决问题与后续工作</a:t>
            </a:r>
            <a:endParaRPr/>
          </a:p>
        </p:txBody>
      </p:sp>
      <p:sp>
        <p:nvSpPr>
          <p:cNvPr id="79" name="text-481">
            <a:extLst>
              <a:ext uri="{FF2B5EF4-FFF2-40B4-BE49-F238E27FC236}">
                <ns2:creationId id="{C93298BA-72FE-4ADD-B1CD-50AC4A765F9C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0" name="text-482">
            <a:extLst>
              <a:ext uri="{FF2B5EF4-FFF2-40B4-BE49-F238E27FC236}">
                <ns2:creationId id="{A42496F1-27CB-4BC3-A467-ECDC1352A29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  <p:sp>
        <p:nvSpPr>
          <p:cNvPr id="91" name="toc-bar-0-91"/>
          <p:cNvSpPr/>
          <p:nvPr/>
        </p:nvSpPr>
        <p:spPr>
          <a:xfrm>
            <a:off x="3562350" y="1123950"/>
            <a:ext cx="38100" cy="838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2" name="toc-bar-1-92"/>
          <p:cNvSpPr/>
          <p:nvPr/>
        </p:nvSpPr>
        <p:spPr>
          <a:xfrm>
            <a:off x="3562350" y="2447925"/>
            <a:ext cx="38100" cy="838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3" name="toc-bar-2-93"/>
          <p:cNvSpPr/>
          <p:nvPr/>
        </p:nvSpPr>
        <p:spPr>
          <a:xfrm>
            <a:off x="3562350" y="3771900"/>
            <a:ext cx="38100" cy="838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94" name="toc-bar-3-94"/>
          <p:cNvSpPr/>
          <p:nvPr/>
        </p:nvSpPr>
        <p:spPr>
          <a:xfrm>
            <a:off x="3562350" y="5095875"/>
            <a:ext cx="38100" cy="838200"/>
          </a:xfrm>
          <a:prstGeom prst="rect">
            <a:avLst/>
          </a:prstGeom>
          <a:solidFill>
            <a:srgbClr val="1359A0"/>
          </a:solidFill>
        </p:spPr>
      </p:sp>
    </p:spTree>
    <p:extLst>
      <p:ext uri="{BB962C8B-B14F-4D97-AF65-F5344CB8AC3E}">
        <ns3:creationId val="127781268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" name="text-483">
            <a:extLst>
              <a:ext uri="{FF2B5EF4-FFF2-40B4-BE49-F238E27FC236}">
                <ns2:creationId id="{FE71ACDF-DBA4-41D4-B9CC-290C2CB2EF46}"/>
              </a:ext>
            </a:extLst>
          </p:cNvPr>
          <p:cNvSpPr>
            <a:spLocks noGrp="1"/>
          </p:cNvSpPr>
          <p:nvPr/>
        </p:nvSpPr>
        <p:spPr>
          <a:xfrm>
            <a:off x="342900" y="571500"/>
            <a:ext cx="2619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960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03</a:t>
            </a:r>
            <a:endParaRPr/>
          </a:p>
        </p:txBody>
      </p:sp>
      <p:sp>
        <p:nvSpPr>
          <p:cNvPr id="3" name="shape-484">
            <a:extLst>
              <a:ext uri="{FF2B5EF4-FFF2-40B4-BE49-F238E27FC236}">
                <ns2:creationId id="{8DBCC840-EB5A-454A-968C-6B46ECC14607}"/>
              </a:ext>
            </a:extLst>
          </p:cNvPr>
          <p:cNvSpPr>
            <a:spLocks noGrp="1"/>
          </p:cNvSpPr>
          <p:nvPr/>
        </p:nvSpPr>
        <p:spPr>
          <a:xfrm>
            <a:off x="2171700" y="904875"/>
            <a:ext cx="47625" cy="819150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4" name="text-485">
            <a:extLst>
              <a:ext uri="{FF2B5EF4-FFF2-40B4-BE49-F238E27FC236}">
                <ns2:creationId id="{74047E7F-3136-4925-87BA-9ABB9F415E03}"/>
              </a:ext>
            </a:extLst>
          </p:cNvPr>
          <p:cNvSpPr>
            <a:spLocks noGrp="1"/>
          </p:cNvSpPr>
          <p:nvPr/>
        </p:nvSpPr>
        <p:spPr>
          <a:xfrm>
            <a:off x="381000" y="2133600"/>
            <a:ext cx="5524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数据与证据</a:t>
            </a:r>
            <a:endParaRPr/>
          </a:p>
          <a:p>
            <a:pPr algn="l">
              <a:def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1359A0"/>
                </a:solidFill>
                <a:latin typeface="Noto Serif CJK SC"/>
                <a:ea typeface="Noto Serif CJK SC"/>
                <a:cs typeface="Noto Serif CJK SC"/>
              </a:rPr>
              <a:t>从观测到解释</a:t>
            </a:r>
            <a:endParaRPr/>
          </a:p>
        </p:txBody>
      </p:sp>
      <p:sp>
        <p:nvSpPr>
          <p:cNvPr id="5" name="text-486">
            <a:extLst>
              <a:ext uri="{FF2B5EF4-FFF2-40B4-BE49-F238E27FC236}">
                <ns2:creationId id="{0CB93EA6-DAD6-4A07-BA2B-C1B361013F10}"/>
              </a:ext>
            </a:extLst>
          </p:cNvPr>
          <p:cNvSpPr>
            <a:spLocks noGrp="1"/>
          </p:cNvSpPr>
          <p:nvPr/>
        </p:nvSpPr>
        <p:spPr>
          <a:xfrm>
            <a:off x="381000" y="4038600"/>
            <a:ext cx="5524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结合空间格局、群落指标与模型结果，</a:t>
            </a:r>
            <a:endParaRPr/>
          </a:p>
          <a:p>
            <a:pPr algn="l">
              <a:def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025" b="0">
                <a:solidFill>
                  <a:srgbClr val="17232D"/>
                </a:solidFill>
                <a:latin typeface="Noto Serif CJK SC"/>
                <a:ea typeface="Noto Serif CJK SC"/>
                <a:cs typeface="Noto Serif CJK SC"/>
              </a:rPr>
              <a:t>逐步检验生态机制。</a:t>
            </a:r>
            <a:endParaRPr/>
          </a:p>
        </p:txBody>
      </p:sp>
      <p:sp>
        <p:nvSpPr>
          <p:cNvPr id="6" name="line-487">
            <a:extLst>
              <a:ext uri="{FF2B5EF4-FFF2-40B4-BE49-F238E27FC236}">
                <ns2:creationId id="{BAC6F1EB-3958-468C-9786-5F411AA322A5}"/>
              </a:ext>
            </a:extLst>
          </p:cNvPr>
          <p:cNvSpPr>
            <a:spLocks noGrp="1"/>
          </p:cNvSpPr>
          <p:nvPr/>
        </p:nvSpPr>
        <p:spPr>
          <a:xfrm>
            <a:off x="228600" y="6029325"/>
            <a:ext cx="117348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8" name="text-499">
            <a:extLst>
              <a:ext uri="{FF2B5EF4-FFF2-40B4-BE49-F238E27FC236}">
                <ns2:creationId id="{061CCF53-30C1-4007-8445-9063E2A8B568}"/>
              </a:ext>
            </a:extLst>
          </p:cNvPr>
          <p:cNvSpPr>
            <a:spLocks noGrp="1"/>
          </p:cNvSpPr>
          <p:nvPr/>
        </p:nvSpPr>
        <p:spPr>
          <a:xfrm>
            <a:off x="4572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rPr>
              <a:t>研究背景</a:t>
            </a:r>
            <a:endParaRPr>
              <a:solidFill>
                <a:srgbClr val="5A6B7C"/>
              </a:solidFill>
            </a:endParaRPr>
          </a:p>
        </p:txBody>
      </p:sp>
      <p:sp>
        <p:nvSpPr>
          <p:cNvPr id="31" name="text-512">
            <a:extLst>
              <a:ext uri="{FF2B5EF4-FFF2-40B4-BE49-F238E27FC236}">
                <ns2:creationId id="{31291BDD-6345-4A8C-88D7-8EE83C3F7BA5}"/>
              </a:ext>
            </a:extLst>
          </p:cNvPr>
          <p:cNvSpPr>
            <a:spLocks noGrp="1"/>
          </p:cNvSpPr>
          <p:nvPr/>
        </p:nvSpPr>
        <p:spPr>
          <a:xfrm>
            <a:off x="34099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rPr>
              <a:t>机制与假设</a:t>
            </a:r>
            <a:endParaRPr>
              <a:solidFill>
                <a:srgbClr val="5A6B7C"/>
              </a:solidFill>
            </a:endParaRPr>
          </a:p>
        </p:txBody>
      </p:sp>
      <p:sp>
        <p:nvSpPr>
          <p:cNvPr id="37" name="text-518">
            <a:extLst>
              <a:ext uri="{FF2B5EF4-FFF2-40B4-BE49-F238E27FC236}">
                <ns2:creationId id="{14F671F4-CF60-42E1-BA98-6417E0D706EF}"/>
              </a:ext>
            </a:extLst>
          </p:cNvPr>
          <p:cNvSpPr>
            <a:spLocks noGrp="1"/>
          </p:cNvSpPr>
          <p:nvPr/>
        </p:nvSpPr>
        <p:spPr>
          <a:xfrm>
            <a:off x="636270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数据与证据</a:t>
            </a:r>
            <a:endParaRPr>
              <a:solidFill>
                <a:srgbClr val="1359A0"/>
              </a:solidFill>
            </a:endParaRPr>
          </a:p>
        </p:txBody>
      </p:sp>
      <p:sp>
        <p:nvSpPr>
          <p:cNvPr id="38" name="shape-519">
            <a:extLst>
              <a:ext uri="{FF2B5EF4-FFF2-40B4-BE49-F238E27FC236}">
                <ns2:creationId id="{6E875B6B-1B40-4DE5-8694-DDF5E5C3888C}"/>
              </a:ext>
            </a:extLst>
          </p:cNvPr>
          <p:cNvSpPr>
            <a:spLocks noGrp="1"/>
          </p:cNvSpPr>
          <p:nvPr/>
        </p:nvSpPr>
        <p:spPr>
          <a:xfrm>
            <a:off x="6362700" y="6496050"/>
            <a:ext cx="1952625" cy="38100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42" name="text-523">
            <a:extLst>
              <a:ext uri="{FF2B5EF4-FFF2-40B4-BE49-F238E27FC236}">
                <ns2:creationId id="{9257DEBB-2570-4C93-9346-E353284DCE5C}"/>
              </a:ext>
            </a:extLst>
          </p:cNvPr>
          <p:cNvSpPr>
            <a:spLocks noGrp="1"/>
          </p:cNvSpPr>
          <p:nvPr/>
        </p:nvSpPr>
        <p:spPr>
          <a:xfrm>
            <a:off x="9315450" y="6153150"/>
            <a:ext cx="238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A6B7C"/>
                </a:solidFill>
                <a:latin typeface="Noto Sans CJK SC"/>
                <a:ea typeface="Noto Sans CJK SC"/>
                <a:cs typeface="Noto Sans CJK SC"/>
              </a:rPr>
              <a:t>结论与展望</a:t>
            </a:r>
            <a:endParaRPr>
              <a:solidFill>
                <a:srgbClr val="5A6B7C"/>
              </a:solidFill>
            </a:endParaRPr>
          </a:p>
        </p:txBody>
      </p:sp>
      <p:sp>
        <p:nvSpPr>
          <p:cNvPr id="43" name="text-524">
            <a:extLst>
              <a:ext uri="{FF2B5EF4-FFF2-40B4-BE49-F238E27FC236}">
                <ns2:creationId id="{989F21F9-CA61-4F5D-AC5C-CC983086B20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4" name="text-525">
            <a:extLst>
              <a:ext uri="{FF2B5EF4-FFF2-40B4-BE49-F238E27FC236}">
                <ns2:creationId id="{96F19EAC-3338-433A-85E6-69A7BFC0354C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07</a:t>
            </a:r>
            <a:endParaRPr/>
          </a:p>
        </p:txBody>
      </p:sp>
      <p:sp>
        <p:nvSpPr>
          <p:cNvPr id="55" name="sec-card-bg-55"/>
          <p:cNvSpPr/>
          <p:nvPr/>
        </p:nvSpPr>
        <p:spPr>
          <a:xfrm>
            <a:off x="6362700" y="723900"/>
            <a:ext cx="5410200" cy="4914900"/>
          </a:xfrm>
          <a:prstGeom prst="rect">
            <a:avLst/>
          </a:prstGeom>
          <a:solidFill>
            <a:srgbClr val="FFFFFF"/>
          </a:solidFill>
          <a:ln w="13335" cap="rnd">
            <a:solidFill>
              <a:srgbClr val="1359A0"/>
            </a:solidFill>
          </a:ln>
        </p:spPr>
      </p:sp>
      <p:sp>
        <p:nvSpPr>
          <p:cNvPr id="56" name="sec-card-hdr-56"/>
          <p:cNvSpPr/>
          <p:nvPr/>
        </p:nvSpPr>
        <p:spPr>
          <a:xfrm>
            <a:off x="6362700" y="723900"/>
            <a:ext cx="5410200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57" name="sec-card-hdr-txt-57"/>
          <p:cNvSpPr txBox="1"/>
          <p:nvPr/>
        </p:nvSpPr>
        <p:spPr>
          <a:xfrm>
            <a:off x="6572250" y="790575"/>
            <a:ext cx="49911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章节导航  ·  SECTION ROADMAP</a:t>
            </a:r>
            <a:endParaRPr lang="zh-CN" sz="1500">
              <a:solidFill>
                <a:srgbClr val="FFFFFF"/>
              </a:solidFill>
            </a:endParaRPr>
          </a:p>
        </p:txBody>
      </p:sp>
      <p:sp>
        <p:nvSpPr>
          <p:cNvPr id="58" name="sec-ch-box-0-58"/>
          <p:cNvSpPr/>
          <p:nvPr/>
        </p:nvSpPr>
        <p:spPr>
          <a:xfrm>
            <a:off x="6591300" y="1352550"/>
            <a:ext cx="4953000" cy="952500"/>
          </a:xfrm>
          <a:prstGeom prst="rect">
            <a:avLst/>
          </a:prstGeom>
          <a:solidFill>
            <a:srgbClr val="EDF5FF"/>
          </a:solidFill>
          <a:ln w="7620" cap="rnd">
            <a:solidFill>
              <a:srgbClr val="2685C9"/>
            </a:solidFill>
          </a:ln>
        </p:spPr>
      </p:sp>
      <p:sp>
        <p:nvSpPr>
          <p:cNvPr id="59" name="sec-ch-txt-0-59"/>
          <p:cNvSpPr txBox="1"/>
          <p:nvPr/>
        </p:nvSpPr>
        <p:spPr>
          <a:xfrm>
            <a:off x="6800850" y="14859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01  研究背景</a:t>
            </a:r>
            <a:endParaRPr lang="zh-CN" sz="1650"/>
          </a:p>
        </p:txBody>
      </p:sp>
      <p:sp>
        <p:nvSpPr>
          <p:cNvPr id="60" name="sec-ch-sub-0-60"/>
          <p:cNvSpPr txBox="1"/>
          <p:nvPr/>
        </p:nvSpPr>
        <p:spPr>
          <a:xfrm>
            <a:off x="6800850" y="17811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第 01 章</a:t>
            </a:r>
            <a:endParaRPr lang="zh-CN" sz="1275"/>
          </a:p>
        </p:txBody>
      </p:sp>
      <p:sp>
        <p:nvSpPr>
          <p:cNvPr id="61" name="sec-ch-box-1-61"/>
          <p:cNvSpPr/>
          <p:nvPr/>
        </p:nvSpPr>
        <p:spPr>
          <a:xfrm>
            <a:off x="6591300" y="2381250"/>
            <a:ext cx="4953000" cy="952500"/>
          </a:xfrm>
          <a:prstGeom prst="rect">
            <a:avLst/>
          </a:prstGeom>
          <a:solidFill>
            <a:srgbClr val="EDF5FF"/>
          </a:solidFill>
          <a:ln w="7620" cap="rnd">
            <a:solidFill>
              <a:srgbClr val="2685C9"/>
            </a:solidFill>
          </a:ln>
        </p:spPr>
      </p:sp>
      <p:sp>
        <p:nvSpPr>
          <p:cNvPr id="62" name="sec-ch-txt-1-62"/>
          <p:cNvSpPr txBox="1"/>
          <p:nvPr/>
        </p:nvSpPr>
        <p:spPr>
          <a:xfrm>
            <a:off x="6800850" y="25146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02  机制与假设</a:t>
            </a:r>
            <a:endParaRPr lang="zh-CN" sz="1650"/>
          </a:p>
        </p:txBody>
      </p:sp>
      <p:sp>
        <p:nvSpPr>
          <p:cNvPr id="63" name="sec-ch-sub-1-63"/>
          <p:cNvSpPr txBox="1"/>
          <p:nvPr/>
        </p:nvSpPr>
        <p:spPr>
          <a:xfrm>
            <a:off x="6800850" y="28098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第 02 章</a:t>
            </a:r>
            <a:endParaRPr lang="zh-CN" sz="1275"/>
          </a:p>
        </p:txBody>
      </p:sp>
      <p:sp>
        <p:nvSpPr>
          <p:cNvPr id="64" name="sec-ch-box-2-64"/>
          <p:cNvSpPr/>
          <p:nvPr/>
        </p:nvSpPr>
        <p:spPr>
          <a:xfrm>
            <a:off x="6591300" y="3409950"/>
            <a:ext cx="4953000" cy="952500"/>
          </a:xfrm>
          <a:prstGeom prst="rect">
            <a:avLst/>
          </a:prstGeom>
          <a:solidFill>
            <a:srgbClr val="1359A0"/>
          </a:solidFill>
          <a:ln w="11430" cap="rnd">
            <a:solidFill>
              <a:srgbClr val="1359A0"/>
            </a:solidFill>
          </a:ln>
        </p:spPr>
      </p:sp>
      <p:sp>
        <p:nvSpPr>
          <p:cNvPr id="65" name="sec-ch-accent-2-65"/>
          <p:cNvSpPr/>
          <p:nvPr/>
        </p:nvSpPr>
        <p:spPr>
          <a:xfrm>
            <a:off x="6591300" y="3409950"/>
            <a:ext cx="76200" cy="952500"/>
          </a:xfrm>
          <a:prstGeom prst="rect">
            <a:avLst/>
          </a:prstGeom>
          <a:solidFill>
            <a:srgbClr val="B82D32"/>
          </a:solidFill>
        </p:spPr>
      </p:sp>
      <p:sp>
        <p:nvSpPr>
          <p:cNvPr id="66" name="sec-ch-txt-2-66"/>
          <p:cNvSpPr txBox="1"/>
          <p:nvPr/>
        </p:nvSpPr>
        <p:spPr>
          <a:xfrm>
            <a:off x="6800850" y="35433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03  数据与证据</a:t>
            </a:r>
            <a:endParaRPr lang="zh-CN" sz="1650">
              <a:solidFill>
                <a:srgbClr val="FFFFFF"/>
              </a:solidFill>
            </a:endParaRPr>
          </a:p>
        </p:txBody>
      </p:sp>
      <p:sp>
        <p:nvSpPr>
          <p:cNvPr id="67" name="sec-ch-sub-2-67"/>
          <p:cNvSpPr txBox="1"/>
          <p:nvPr/>
        </p:nvSpPr>
        <p:spPr>
          <a:xfrm>
            <a:off x="6800850" y="38385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结合空间格局、群落指标与模型结果，</a:t>
            </a:r>
            <a:endParaRPr lang="zh-CN" sz="1275">
              <a:solidFill>
                <a:srgbClr val="FFFFFF"/>
              </a:solidFill>
            </a:endParaRPr>
          </a:p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逐步检验生态机制。</a:t>
            </a:r>
            <a:endParaRPr lang="zh-CN" sz="1275">
              <a:solidFill>
                <a:srgbClr val="FFFFFF"/>
              </a:solidFill>
            </a:endParaRPr>
          </a:p>
        </p:txBody>
      </p:sp>
      <p:sp>
        <p:nvSpPr>
          <p:cNvPr id="68" name="sec-ch-box-3-68"/>
          <p:cNvSpPr/>
          <p:nvPr/>
        </p:nvSpPr>
        <p:spPr>
          <a:xfrm>
            <a:off x="6591300" y="4438650"/>
            <a:ext cx="4953000" cy="952500"/>
          </a:xfrm>
          <a:prstGeom prst="rect">
            <a:avLst/>
          </a:prstGeom>
          <a:solidFill>
            <a:srgbClr val="EDF5FF"/>
          </a:solidFill>
          <a:ln w="7620" cap="rnd">
            <a:solidFill>
              <a:srgbClr val="2685C9"/>
            </a:solidFill>
          </a:ln>
        </p:spPr>
      </p:sp>
      <p:sp>
        <p:nvSpPr>
          <p:cNvPr id="69" name="sec-ch-txt-3-69"/>
          <p:cNvSpPr txBox="1"/>
          <p:nvPr/>
        </p:nvSpPr>
        <p:spPr>
          <a:xfrm>
            <a:off x="6800850" y="4572000"/>
            <a:ext cx="457200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650" b="1" dirty="0">
                <a:solidFill>
                  <a:srgbClr val="1C2733"/>
                </a:solidFill>
                <a:latin typeface="Noto Sans CJK SC"/>
                <a:ea typeface="Noto Sans CJK SC"/>
                <a:cs typeface="Noto Sans CJK SC"/>
              </a:rPr>
              <a:t>04  结论与展望</a:t>
            </a:r>
            <a:endParaRPr lang="zh-CN" sz="1650"/>
          </a:p>
        </p:txBody>
      </p:sp>
      <p:sp>
        <p:nvSpPr>
          <p:cNvPr id="70" name="sec-ch-sub-3-70"/>
          <p:cNvSpPr txBox="1"/>
          <p:nvPr/>
        </p:nvSpPr>
        <p:spPr>
          <a:xfrm>
            <a:off x="6800850" y="4867275"/>
            <a:ext cx="4572000" cy="4762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275" b="0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第 04 章</a:t>
            </a:r>
            <a:endParaRPr lang="zh-CN" sz="1275"/>
          </a:p>
        </p:txBody>
      </p:sp>
    </p:spTree>
    <p:extLst>
      <p:ext uri="{BB962C8B-B14F-4D97-AF65-F5344CB8AC3E}">
        <ns3:creationId val="205765366"/>
      </p:ext>
    </p:extLst>
  </p:cSld>
</p:sld>
</file>

<file path=ppt/slides/slide8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4" name="text-526">
            <a:extLst>
              <a:ext uri="{FF2B5EF4-FFF2-40B4-BE49-F238E27FC236}">
                <ns2:creationId id="{99DFEB74-A564-4E1D-8BA3-F81B4C3EE334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技术体系｜多源生态数据如何形成证据</a:t>
            </a:r>
            <a:endParaRPr/>
          </a:p>
        </p:txBody>
      </p:sp>
      <p:sp>
        <p:nvSpPr>
          <p:cNvPr id="2" name="line-527">
            <a:extLst>
              <a:ext uri="{FF2B5EF4-FFF2-40B4-BE49-F238E27FC236}">
                <ns2:creationId id="{E5B657CB-E28F-4C48-9DE6-383B50640A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528">
            <a:extLst>
              <a:ext uri="{FF2B5EF4-FFF2-40B4-BE49-F238E27FC236}">
                <ns2:creationId id="{78DDBEC4-1351-4232-89D4-9259FD033B32}"/>
              </a:ext>
            </a:extLst>
          </p:cNvPr>
          <p:cNvSpPr>
            <a:spLocks noGrp="1"/>
          </p:cNvSpPr>
          <p:nvPr/>
        </p:nvSpPr>
        <p:spPr>
          <a:xfrm>
            <a:off x="304800" y="876300"/>
            <a:ext cx="2707574" cy="5210175"/>
          </a:xfrm>
          <a:prstGeom prst="rect">
            <a:avLst>
              <a:gd name="adj" fmla="val 2778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529">
            <a:extLst>
              <a:ext uri="{FF2B5EF4-FFF2-40B4-BE49-F238E27FC236}">
                <ns2:creationId id="{1927AEAB-B31D-4CAA-99A2-04130CEF063A}"/>
              </a:ext>
            </a:extLst>
          </p:cNvPr>
          <p:cNvSpPr>
            <a:spLocks noGrp="1"/>
          </p:cNvSpPr>
          <p:nvPr/>
        </p:nvSpPr>
        <p:spPr>
          <a:xfrm>
            <a:off x="314201" y="885825"/>
            <a:ext cx="2688771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icon-camera-530">
            <a:extLst>
              <a:ext uri="{FF2B5EF4-FFF2-40B4-BE49-F238E27FC236}">
                <ns2:creationId id="{245AF056-EB00-4E41-B4D7-3944F68077F6}"/>
              </a:ext>
            </a:extLst>
          </p:cNvPr>
          <p:cNvSpPr>
            <a:spLocks noGrp="1"/>
          </p:cNvSpPr>
          <p:nvPr/>
        </p:nvSpPr>
        <p:spPr>
          <a:xfrm>
            <a:off x="435384" y="1011650"/>
            <a:ext cx="218299" cy="156877"/>
          </a:xfrm>
          <a:prstGeom prst="roundRect">
            <a:avLst>
              <a:gd name="adj" fmla="val 48573"/>
            </a:avLst>
          </a:pr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6" name="icon-camera-531">
            <a:extLst>
              <a:ext uri="{FF2B5EF4-FFF2-40B4-BE49-F238E27FC236}">
                <ns2:creationId id="{AF5FDA90-1053-4EDB-A274-68B13126E7AA}"/>
              </a:ext>
            </a:extLst>
          </p:cNvPr>
          <p:cNvSpPr>
            <a:spLocks noGrp="1"/>
          </p:cNvSpPr>
          <p:nvPr/>
        </p:nvSpPr>
        <p:spPr>
          <a:xfrm>
            <a:off x="501381" y="978218"/>
            <a:ext cx="83766" cy="43720"/>
          </a:xfrm>
          <a:prstGeom prst="roundRect">
            <a:avLst>
              <a:gd name="adj" fmla="val 50000"/>
            </a:avLst>
          </a:pr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7" name="icon-camera-532">
            <a:extLst>
              <a:ext uri="{FF2B5EF4-FFF2-40B4-BE49-F238E27FC236}">
                <ns2:creationId id="{B41B0BB3-C328-4985-A1C1-675503F4D2C3}"/>
              </a:ext>
            </a:extLst>
          </p:cNvPr>
          <p:cNvSpPr>
            <a:spLocks noGrp="1"/>
          </p:cNvSpPr>
          <p:nvPr/>
        </p:nvSpPr>
        <p:spPr>
          <a:xfrm>
            <a:off x="498843" y="1045083"/>
            <a:ext cx="91381" cy="92583"/>
          </a:xfrm>
          <a:prstGeom prst="ellipse">
            <a:avLst/>
          </a:pr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" name="icon-camera-533">
            <a:extLst>
              <a:ext uri="{FF2B5EF4-FFF2-40B4-BE49-F238E27FC236}">
                <ns2:creationId id="{815D5199-655E-4060-B29B-290396DA699D}"/>
              </a:ext>
            </a:extLst>
          </p:cNvPr>
          <p:cNvSpPr>
            <a:spLocks noGrp="1"/>
          </p:cNvSpPr>
          <p:nvPr/>
        </p:nvSpPr>
        <p:spPr>
          <a:xfrm>
            <a:off x="605454" y="1032224"/>
            <a:ext cx="20307" cy="20574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9" name="text-534">
            <a:extLst>
              <a:ext uri="{FF2B5EF4-FFF2-40B4-BE49-F238E27FC236}">
                <ns2:creationId id="{7115DC89-8BC1-49DD-81FF-A1F843F94118}"/>
              </a:ext>
            </a:extLst>
          </p:cNvPr>
          <p:cNvSpPr>
            <a:spLocks noGrp="1"/>
          </p:cNvSpPr>
          <p:nvPr/>
        </p:nvSpPr>
        <p:spPr>
          <a:xfrm>
            <a:off x="756062" y="942975"/>
            <a:ext cx="214349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观测基础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" name="panel-535">
            <a:extLst>
              <a:ext uri="{FF2B5EF4-FFF2-40B4-BE49-F238E27FC236}">
                <ns2:creationId id="{56ADBDF6-CB63-4C3D-9F81-6C2850C752BC}"/>
              </a:ext>
            </a:extLst>
          </p:cNvPr>
          <p:cNvSpPr>
            <a:spLocks noGrp="1"/>
          </p:cNvSpPr>
          <p:nvPr/>
        </p:nvSpPr>
        <p:spPr>
          <a:xfrm>
            <a:off x="3181597" y="876300"/>
            <a:ext cx="5170714" cy="5210175"/>
          </a:xfrm>
          <a:prstGeom prst="rect">
            <a:avLst>
              <a:gd name="adj" fmla="val 146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" name="shape-536">
            <a:extLst>
              <a:ext uri="{FF2B5EF4-FFF2-40B4-BE49-F238E27FC236}">
                <ns2:creationId id="{4FACB0EE-A9BD-4647-8671-D294D75C6EDA}"/>
              </a:ext>
            </a:extLst>
          </p:cNvPr>
          <p:cNvSpPr>
            <a:spLocks noGrp="1"/>
          </p:cNvSpPr>
          <p:nvPr/>
        </p:nvSpPr>
        <p:spPr>
          <a:xfrm>
            <a:off x="3190999" y="885825"/>
            <a:ext cx="515191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" name="vector-537">
            <a:extLst>
              <a:ext uri="{FF2B5EF4-FFF2-40B4-BE49-F238E27FC236}">
                <ns2:creationId id="{80F955F9-CFD5-4E7A-BC41-6DE95AFC4A77}"/>
              </a:ext>
            </a:extLst>
          </p:cNvPr>
          <p:cNvSpPr>
            <a:spLocks noGrp="1"/>
          </p:cNvSpPr>
          <p:nvPr/>
        </p:nvSpPr>
        <p:spPr>
          <a:xfrm>
            <a:off x="3294413" y="1045083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3" name="vector-538">
            <a:extLst>
              <a:ext uri="{FF2B5EF4-FFF2-40B4-BE49-F238E27FC236}">
                <ns2:creationId id="{1D25E8F9-1860-4ABA-9889-FB5326CB440A}"/>
              </a:ext>
            </a:extLst>
          </p:cNvPr>
          <p:cNvSpPr>
            <a:spLocks noGrp="1"/>
          </p:cNvSpPr>
          <p:nvPr/>
        </p:nvSpPr>
        <p:spPr>
          <a:xfrm>
            <a:off x="3294413" y="998792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4" name="vector-539">
            <a:extLst>
              <a:ext uri="{FF2B5EF4-FFF2-40B4-BE49-F238E27FC236}">
                <ns2:creationId id="{B2044ADB-EC92-4831-9549-CB4AC6563860}"/>
              </a:ext>
            </a:extLst>
          </p:cNvPr>
          <p:cNvSpPr>
            <a:spLocks noGrp="1"/>
          </p:cNvSpPr>
          <p:nvPr/>
        </p:nvSpPr>
        <p:spPr>
          <a:xfrm>
            <a:off x="3294413" y="952500"/>
            <a:ext cx="253835" cy="128588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FFFFFF"/>
          </a:solidFill>
          <a:ln w="11430">
            <a:solidFill>
              <a:srgbClr val="1359A0"/>
            </a:solidFill>
            <a:prstDash val="solid"/>
          </a:ln>
        </p:spPr>
      </p:sp>
      <p:sp>
        <p:nvSpPr>
          <p:cNvPr id="15" name="text-540">
            <a:extLst>
              <a:ext uri="{FF2B5EF4-FFF2-40B4-BE49-F238E27FC236}">
                <ns2:creationId id="{99569474-C5CC-4E9A-8E1D-944EEF17A315}"/>
              </a:ext>
            </a:extLst>
          </p:cNvPr>
          <p:cNvSpPr>
            <a:spLocks noGrp="1"/>
          </p:cNvSpPr>
          <p:nvPr/>
        </p:nvSpPr>
        <p:spPr>
          <a:xfrm>
            <a:off x="3632860" y="942975"/>
            <a:ext cx="460663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分析架构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panel-541">
            <a:extLst>
              <a:ext uri="{FF2B5EF4-FFF2-40B4-BE49-F238E27FC236}">
                <ns2:creationId id="{D5425D94-76C4-41D7-9010-FE21694D7555}"/>
              </a:ext>
            </a:extLst>
          </p:cNvPr>
          <p:cNvSpPr>
            <a:spLocks noGrp="1"/>
          </p:cNvSpPr>
          <p:nvPr/>
        </p:nvSpPr>
        <p:spPr>
          <a:xfrm>
            <a:off x="8521535" y="876300"/>
            <a:ext cx="3365665" cy="5210175"/>
          </a:xfrm>
          <a:prstGeom prst="rect">
            <a:avLst>
              <a:gd name="adj" fmla="val 223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shape-542">
            <a:extLst>
              <a:ext uri="{FF2B5EF4-FFF2-40B4-BE49-F238E27FC236}">
                <ns2:creationId id="{0B8DDA60-636E-485F-A1A3-FF90BE08D090}"/>
              </a:ext>
            </a:extLst>
          </p:cNvPr>
          <p:cNvSpPr>
            <a:spLocks noGrp="1"/>
          </p:cNvSpPr>
          <p:nvPr/>
        </p:nvSpPr>
        <p:spPr>
          <a:xfrm>
            <a:off x="8530936" y="885825"/>
            <a:ext cx="3346862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8" name="icon-check-543">
            <a:extLst>
              <a:ext uri="{FF2B5EF4-FFF2-40B4-BE49-F238E27FC236}">
                <ns2:creationId id="{C9DA72BB-805F-4E93-830A-8A652B3DA5D3}"/>
              </a:ext>
            </a:extLst>
          </p:cNvPr>
          <p:cNvSpPr>
            <a:spLocks noGrp="1"/>
          </p:cNvSpPr>
          <p:nvPr/>
        </p:nvSpPr>
        <p:spPr>
          <a:xfrm>
            <a:off x="8659735" y="978218"/>
            <a:ext cx="203068" cy="205740"/>
          </a:xfrm>
          <a:prstGeom prst="ellipse">
            <a:avLst/>
          </a:prstGeom>
          <a:noFill/>
          <a:ln w="12383">
            <a:solidFill>
              <a:srgbClr val="1359A0"/>
            </a:solidFill>
            <a:prstDash val="solid"/>
          </a:ln>
        </p:spPr>
      </p:sp>
      <p:sp>
        <p:nvSpPr>
          <p:cNvPr id="19" name="vector-544">
            <a:extLst>
              <a:ext uri="{FF2B5EF4-FFF2-40B4-BE49-F238E27FC236}">
                <ns2:creationId id="{A56E3A04-7116-4364-A7FF-8461CB4F5AB2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20" name="vector-545">
            <a:extLst>
              <a:ext uri="{FF2B5EF4-FFF2-40B4-BE49-F238E27FC236}">
                <ns2:creationId id="{8DE79069-6AF5-48A6-B32A-AC5FA1480B76}"/>
              </a:ext>
            </a:extLst>
          </p:cNvPr>
          <p:cNvSpPr>
            <a:spLocks noGrp="1"/>
          </p:cNvSpPr>
          <p:nvPr/>
        </p:nvSpPr>
        <p:spPr>
          <a:xfrm>
            <a:off x="8634351" y="952500"/>
            <a:ext cx="253835" cy="25717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21" name="text-546">
            <a:extLst>
              <a:ext uri="{FF2B5EF4-FFF2-40B4-BE49-F238E27FC236}">
                <ns2:creationId id="{2C7F0703-CC2F-43AA-AF55-67CF1A7BF56E}"/>
              </a:ext>
            </a:extLst>
          </p:cNvPr>
          <p:cNvSpPr>
            <a:spLocks noGrp="1"/>
          </p:cNvSpPr>
          <p:nvPr/>
        </p:nvSpPr>
        <p:spPr>
          <a:xfrm>
            <a:off x="8972797" y="942975"/>
            <a:ext cx="2801587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2" name="vector-547">
            <a:extLst>
              <a:ext uri="{FF2B5EF4-FFF2-40B4-BE49-F238E27FC236}">
                <ns2:creationId id="{027B0820-14BF-4CF1-844D-9C6467DF9711}"/>
              </a:ext>
            </a:extLst>
          </p:cNvPr>
          <p:cNvSpPr>
            <a:spLocks noGrp="1"/>
          </p:cNvSpPr>
          <p:nvPr/>
        </p:nvSpPr>
        <p:spPr>
          <a:xfrm>
            <a:off x="455221" y="1555242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3" name="vector-548">
            <a:extLst>
              <a:ext uri="{FF2B5EF4-FFF2-40B4-BE49-F238E27FC236}">
                <ns2:creationId id="{442FFC2F-3175-4DA8-8AFB-4A1228B42247}"/>
              </a:ext>
            </a:extLst>
          </p:cNvPr>
          <p:cNvSpPr>
            <a:spLocks noGrp="1"/>
          </p:cNvSpPr>
          <p:nvPr/>
        </p:nvSpPr>
        <p:spPr>
          <a:xfrm>
            <a:off x="455221" y="1472946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4" name="vector-549">
            <a:extLst>
              <a:ext uri="{FF2B5EF4-FFF2-40B4-BE49-F238E27FC236}">
                <ns2:creationId id="{884C612C-52E7-4191-84DC-2470785EEEF1}"/>
              </a:ext>
            </a:extLst>
          </p:cNvPr>
          <p:cNvSpPr>
            <a:spLocks noGrp="1"/>
          </p:cNvSpPr>
          <p:nvPr/>
        </p:nvSpPr>
        <p:spPr>
          <a:xfrm>
            <a:off x="455221" y="1390650"/>
            <a:ext cx="451262" cy="228600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5" name="text-550">
            <a:extLst>
              <a:ext uri="{FF2B5EF4-FFF2-40B4-BE49-F238E27FC236}">
                <ns2:creationId id="{CE9A2810-D451-44E4-9929-4AF2003E3F86}"/>
              </a:ext>
            </a:extLst>
          </p:cNvPr>
          <p:cNvSpPr>
            <a:spLocks noGrp="1"/>
          </p:cNvSpPr>
          <p:nvPr/>
        </p:nvSpPr>
        <p:spPr>
          <a:xfrm>
            <a:off x="1000496" y="1447800"/>
            <a:ext cx="186145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遥感影像</a:t>
            </a:r>
            <a:endParaRPr/>
          </a:p>
        </p:txBody>
      </p:sp>
      <p:sp>
        <p:nvSpPr>
          <p:cNvPr id="26" name="text-551">
            <a:extLst>
              <a:ext uri="{FF2B5EF4-FFF2-40B4-BE49-F238E27FC236}">
                <ns2:creationId id="{84D6335B-1622-488B-B973-E32E87CDDDFB}"/>
              </a:ext>
            </a:extLst>
          </p:cNvPr>
          <p:cNvSpPr>
            <a:spLocks noGrp="1"/>
          </p:cNvSpPr>
          <p:nvPr/>
        </p:nvSpPr>
        <p:spPr>
          <a:xfrm>
            <a:off x="455221" y="1828800"/>
            <a:ext cx="2406732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土地覆盖与空间格局</a:t>
            </a:r>
            <a:endParaRPr/>
          </a:p>
        </p:txBody>
      </p:sp>
      <p:sp>
        <p:nvSpPr>
          <p:cNvPr id="30" name="vector-555">
            <a:extLst>
              <a:ext uri="{FF2B5EF4-FFF2-40B4-BE49-F238E27FC236}">
                <ns2:creationId id="{F75DC68C-847B-4884-8D57-7A2EEF660747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1" name="icon-leaf-556">
            <a:extLst>
              <a:ext uri="{FF2B5EF4-FFF2-40B4-BE49-F238E27FC236}">
                <ns2:creationId id="{F7166803-B11E-4A95-AB55-9E07B4830FA4}"/>
              </a:ext>
            </a:extLst>
          </p:cNvPr>
          <p:cNvSpPr>
            <a:spLocks noGrp="1"/>
          </p:cNvSpPr>
          <p:nvPr/>
        </p:nvSpPr>
        <p:spPr>
          <a:xfrm>
            <a:off x="559011" y="2932176"/>
            <a:ext cx="121841" cy="205740"/>
          </a:xfrm>
          <a:prstGeom prst="ellipse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32" name="icon-leaf-557">
            <a:extLst>
              <a:ext uri="{FF2B5EF4-FFF2-40B4-BE49-F238E27FC236}">
                <ns2:creationId id="{47411549-DF18-40D1-A3C6-1B88E962B824}"/>
              </a:ext>
            </a:extLst>
          </p:cNvPr>
          <p:cNvSpPr>
            <a:spLocks noGrp="1"/>
          </p:cNvSpPr>
          <p:nvPr/>
        </p:nvSpPr>
        <p:spPr>
          <a:xfrm>
            <a:off x="685365" y="3032760"/>
            <a:ext cx="135379" cy="205740"/>
          </a:xfrm>
          <a:prstGeom prst="ellipse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33" name="vector-558">
            <a:extLst>
              <a:ext uri="{FF2B5EF4-FFF2-40B4-BE49-F238E27FC236}">
                <ns2:creationId id="{CED29FCE-0B6E-41C8-ACF4-DAF6CB3C85BB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4" name="vector-559">
            <a:extLst>
              <a:ext uri="{FF2B5EF4-FFF2-40B4-BE49-F238E27FC236}">
                <ns2:creationId id="{87FBFAED-CCC4-4A92-9E05-F710BE46A6D5}"/>
              </a:ext>
            </a:extLst>
          </p:cNvPr>
          <p:cNvSpPr>
            <a:spLocks noGrp="1"/>
          </p:cNvSpPr>
          <p:nvPr/>
        </p:nvSpPr>
        <p:spPr>
          <a:xfrm>
            <a:off x="455221" y="2895600"/>
            <a:ext cx="451262" cy="4572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5" name="text-560">
            <a:extLst>
              <a:ext uri="{FF2B5EF4-FFF2-40B4-BE49-F238E27FC236}">
                <ns2:creationId id="{E37540E1-6DE5-4DC7-8658-39CC55E291F2}"/>
              </a:ext>
            </a:extLst>
          </p:cNvPr>
          <p:cNvSpPr>
            <a:spLocks noGrp="1"/>
          </p:cNvSpPr>
          <p:nvPr/>
        </p:nvSpPr>
        <p:spPr>
          <a:xfrm>
            <a:off x="1000496" y="2971800"/>
            <a:ext cx="186145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样地调查</a:t>
            </a:r>
            <a:endParaRPr/>
          </a:p>
        </p:txBody>
      </p:sp>
      <p:sp>
        <p:nvSpPr>
          <p:cNvPr id="36" name="text-561">
            <a:extLst>
              <a:ext uri="{FF2B5EF4-FFF2-40B4-BE49-F238E27FC236}">
                <ns2:creationId id="{473A9901-E755-4BAD-A944-5009CF456201}"/>
              </a:ext>
            </a:extLst>
          </p:cNvPr>
          <p:cNvSpPr>
            <a:spLocks noGrp="1"/>
          </p:cNvSpPr>
          <p:nvPr/>
        </p:nvSpPr>
        <p:spPr>
          <a:xfrm>
            <a:off x="455221" y="3352800"/>
            <a:ext cx="2406732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群落记录与植被结构</a:t>
            </a:r>
            <a:endParaRPr/>
          </a:p>
        </p:txBody>
      </p:sp>
      <p:sp>
        <p:nvSpPr>
          <p:cNvPr id="38" name="icon-camera-562">
            <a:extLst>
              <a:ext uri="{FF2B5EF4-FFF2-40B4-BE49-F238E27FC236}">
                <ns2:creationId id="{03883105-3CE8-4F1C-B0B6-C3D963A7F8BE}"/>
              </a:ext>
            </a:extLst>
          </p:cNvPr>
          <p:cNvSpPr>
            <a:spLocks noGrp="1"/>
          </p:cNvSpPr>
          <p:nvPr/>
        </p:nvSpPr>
        <p:spPr>
          <a:xfrm>
            <a:off x="486809" y="4505706"/>
            <a:ext cx="388086" cy="278892"/>
          </a:xfrm>
          <a:prstGeom prst="roundRect">
            <a:avLst>
              <a:gd name="adj" fmla="val 27322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9" name="icon-camera-563">
            <a:extLst>
              <a:ext uri="{FF2B5EF4-FFF2-40B4-BE49-F238E27FC236}">
                <ns2:creationId id="{009EC0FB-57C7-4E83-8084-BC543B5E4A89}"/>
              </a:ext>
            </a:extLst>
          </p:cNvPr>
          <p:cNvSpPr>
            <a:spLocks noGrp="1"/>
          </p:cNvSpPr>
          <p:nvPr/>
        </p:nvSpPr>
        <p:spPr>
          <a:xfrm>
            <a:off x="604137" y="4446270"/>
            <a:ext cx="148917" cy="77724"/>
          </a:xfrm>
          <a:prstGeom prst="roundRect">
            <a:avLst>
              <a:gd name="adj" fmla="val 50000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0" name="icon-camera-564">
            <a:extLst>
              <a:ext uri="{FF2B5EF4-FFF2-40B4-BE49-F238E27FC236}">
                <ns2:creationId id="{DD9C9CC2-D610-4C69-BCA7-70B32C8223F8}"/>
              </a:ext>
            </a:extLst>
          </p:cNvPr>
          <p:cNvSpPr>
            <a:spLocks noGrp="1"/>
          </p:cNvSpPr>
          <p:nvPr/>
        </p:nvSpPr>
        <p:spPr>
          <a:xfrm>
            <a:off x="599625" y="4565142"/>
            <a:ext cx="162454" cy="164592"/>
          </a:xfrm>
          <a:prstGeom prst="ellipse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41" name="icon-camera-565">
            <a:extLst>
              <a:ext uri="{FF2B5EF4-FFF2-40B4-BE49-F238E27FC236}">
                <ns2:creationId id="{0CCC0165-B5DC-4CE9-B6EA-7E8C522CED5C}"/>
              </a:ext>
            </a:extLst>
          </p:cNvPr>
          <p:cNvSpPr>
            <a:spLocks noGrp="1"/>
          </p:cNvSpPr>
          <p:nvPr/>
        </p:nvSpPr>
        <p:spPr>
          <a:xfrm>
            <a:off x="789155" y="4542282"/>
            <a:ext cx="36101" cy="36576"/>
          </a:xfrm>
          <a:prstGeom prst="ellipse">
            <a:avLst/>
          </a:prstGeom>
          <a:solidFill>
            <a:srgbClr val="1359A0"/>
          </a:solidFill>
          <a:ln w="14288">
            <a:solidFill>
              <a:srgbClr val="1359A0"/>
            </a:solidFill>
            <a:prstDash val="solid"/>
          </a:ln>
        </p:spPr>
      </p:sp>
      <p:sp>
        <p:nvSpPr>
          <p:cNvPr id="42" name="text-566">
            <a:extLst>
              <a:ext uri="{FF2B5EF4-FFF2-40B4-BE49-F238E27FC236}">
                <ns2:creationId id="{24DCDAD6-B63B-4A49-B3D6-A45558FA1348}"/>
              </a:ext>
            </a:extLst>
          </p:cNvPr>
          <p:cNvSpPr>
            <a:spLocks noGrp="1"/>
          </p:cNvSpPr>
          <p:nvPr/>
        </p:nvSpPr>
        <p:spPr>
          <a:xfrm>
            <a:off x="1000496" y="4495800"/>
            <a:ext cx="1861457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相机监测</a:t>
            </a:r>
            <a:endParaRPr/>
          </a:p>
        </p:txBody>
      </p:sp>
      <p:sp>
        <p:nvSpPr>
          <p:cNvPr id="43" name="text-567">
            <a:extLst>
              <a:ext uri="{FF2B5EF4-FFF2-40B4-BE49-F238E27FC236}">
                <ns2:creationId id="{5E04CB0A-3D46-4705-834C-F5E9A02C5E67}"/>
              </a:ext>
            </a:extLst>
          </p:cNvPr>
          <p:cNvSpPr>
            <a:spLocks noGrp="1"/>
          </p:cNvSpPr>
          <p:nvPr/>
        </p:nvSpPr>
        <p:spPr>
          <a:xfrm>
            <a:off x="455221" y="4876800"/>
            <a:ext cx="2406732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物种检出与活动记录</a:t>
            </a:r>
            <a:endParaRPr/>
          </a:p>
        </p:txBody>
      </p:sp>
      <p:sp>
        <p:nvSpPr>
          <p:cNvPr id="48" name="shape-572">
            <a:extLst>
              <a:ext uri="{FF2B5EF4-FFF2-40B4-BE49-F238E27FC236}">
                <ns2:creationId id="{6AD6AB8E-0B7D-43B2-BCA3-7DF5D683B3A8}"/>
              </a:ext>
            </a:extLst>
          </p:cNvPr>
          <p:cNvSpPr>
            <a:spLocks noGrp="1"/>
          </p:cNvSpPr>
          <p:nvPr/>
        </p:nvSpPr>
        <p:spPr>
          <a:xfrm>
            <a:off x="3313216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49" name="vector-573">
            <a:extLst>
              <a:ext uri="{FF2B5EF4-FFF2-40B4-BE49-F238E27FC236}">
                <ns2:creationId id="{580069C0-F0F5-4ED8-9A9A-74036D9A2027}"/>
              </a:ext>
            </a:extLst>
          </p:cNvPr>
          <p:cNvSpPr>
            <a:spLocks noGrp="1"/>
          </p:cNvSpPr>
          <p:nvPr/>
        </p:nvSpPr>
        <p:spPr>
          <a:xfrm>
            <a:off x="3435432" y="1682877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0" name="vector-574">
            <a:extLst>
              <a:ext uri="{FF2B5EF4-FFF2-40B4-BE49-F238E27FC236}">
                <ns2:creationId id="{488AB210-6D26-4044-AF10-0A97989B1C85}"/>
              </a:ext>
            </a:extLst>
          </p:cNvPr>
          <p:cNvSpPr>
            <a:spLocks noGrp="1"/>
          </p:cNvSpPr>
          <p:nvPr/>
        </p:nvSpPr>
        <p:spPr>
          <a:xfrm>
            <a:off x="3435432" y="1617726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1" name="vector-575">
            <a:extLst>
              <a:ext uri="{FF2B5EF4-FFF2-40B4-BE49-F238E27FC236}">
                <ns2:creationId id="{532EC72D-12B9-496F-83E6-9F6A981AD9D2}"/>
              </a:ext>
            </a:extLst>
          </p:cNvPr>
          <p:cNvSpPr>
            <a:spLocks noGrp="1"/>
          </p:cNvSpPr>
          <p:nvPr/>
        </p:nvSpPr>
        <p:spPr>
          <a:xfrm>
            <a:off x="3435432" y="1552575"/>
            <a:ext cx="357249" cy="1809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2" name="text-576">
            <a:extLst>
              <a:ext uri="{FF2B5EF4-FFF2-40B4-BE49-F238E27FC236}">
                <ns2:creationId id="{42EF814F-AB8A-4F0E-922E-6DB417704286}"/>
              </a:ext>
            </a:extLst>
          </p:cNvPr>
          <p:cNvSpPr>
            <a:spLocks noGrp="1"/>
          </p:cNvSpPr>
          <p:nvPr/>
        </p:nvSpPr>
        <p:spPr>
          <a:xfrm>
            <a:off x="3867892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53" name="text-577">
            <a:extLst>
              <a:ext uri="{FF2B5EF4-FFF2-40B4-BE49-F238E27FC236}">
                <ns2:creationId id="{A7B770B5-5DE2-44D6-BC77-7A303E541842}"/>
              </a:ext>
            </a:extLst>
          </p:cNvPr>
          <p:cNvSpPr>
            <a:spLocks noGrp="1"/>
          </p:cNvSpPr>
          <p:nvPr/>
        </p:nvSpPr>
        <p:spPr>
          <a:xfrm>
            <a:off x="3369623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斑块特征与连通性</a:t>
            </a:r>
            <a:endParaRPr/>
          </a:p>
        </p:txBody>
      </p:sp>
      <p:sp>
        <p:nvSpPr>
          <p:cNvPr id="54" name="shape-578">
            <a:extLst>
              <a:ext uri="{FF2B5EF4-FFF2-40B4-BE49-F238E27FC236}">
                <ns2:creationId id="{DEE8B1F3-5A95-451F-AF4F-D70789A99316}"/>
              </a:ext>
            </a:extLst>
          </p:cNvPr>
          <p:cNvSpPr>
            <a:spLocks noGrp="1"/>
          </p:cNvSpPr>
          <p:nvPr/>
        </p:nvSpPr>
        <p:spPr>
          <a:xfrm>
            <a:off x="4967844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55" name="vector-579">
            <a:extLst>
              <a:ext uri="{FF2B5EF4-FFF2-40B4-BE49-F238E27FC236}">
                <ns2:creationId id="{29BF771E-F766-4AF9-91BA-0269B8BE71AE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6" name="vector-580">
            <a:extLst>
              <a:ext uri="{FF2B5EF4-FFF2-40B4-BE49-F238E27FC236}">
                <ns2:creationId id="{F82B2C3B-1D66-4AEC-9A02-7CB40A8521B6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7" name="vector-581">
            <a:extLst>
              <a:ext uri="{FF2B5EF4-FFF2-40B4-BE49-F238E27FC236}">
                <ns2:creationId id="{BEF731AF-CABE-4C35-9DB2-33CD10AFB2E8}"/>
              </a:ext>
            </a:extLst>
          </p:cNvPr>
          <p:cNvSpPr>
            <a:spLocks noGrp="1"/>
          </p:cNvSpPr>
          <p:nvPr/>
        </p:nvSpPr>
        <p:spPr>
          <a:xfrm>
            <a:off x="5090061" y="1552575"/>
            <a:ext cx="357249" cy="3619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58" name="icon-map-582">
            <a:extLst>
              <a:ext uri="{FF2B5EF4-FFF2-40B4-BE49-F238E27FC236}">
                <ns2:creationId id="{818C5A2B-8C5D-4FC6-9877-2DEF49926991}"/>
              </a:ext>
            </a:extLst>
          </p:cNvPr>
          <p:cNvSpPr>
            <a:spLocks noGrp="1"/>
          </p:cNvSpPr>
          <p:nvPr/>
        </p:nvSpPr>
        <p:spPr>
          <a:xfrm>
            <a:off x="5232961" y="1639443"/>
            <a:ext cx="78595" cy="79629"/>
          </a:xfrm>
          <a:prstGeom prst="ellipse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59" name="text-583">
            <a:extLst>
              <a:ext uri="{FF2B5EF4-FFF2-40B4-BE49-F238E27FC236}">
                <ns2:creationId id="{29CDA372-ECD8-4969-AFBD-B711756FA879}"/>
              </a:ext>
            </a:extLst>
          </p:cNvPr>
          <p:cNvSpPr>
            <a:spLocks noGrp="1"/>
          </p:cNvSpPr>
          <p:nvPr/>
        </p:nvSpPr>
        <p:spPr>
          <a:xfrm>
            <a:off x="5522521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环境变量</a:t>
            </a:r>
            <a:endParaRPr/>
          </a:p>
        </p:txBody>
      </p:sp>
      <p:sp>
        <p:nvSpPr>
          <p:cNvPr id="60" name="text-584">
            <a:extLst>
              <a:ext uri="{FF2B5EF4-FFF2-40B4-BE49-F238E27FC236}">
                <ns2:creationId id="{C891F1D2-FBD4-4DE7-A41C-7140BDAC9794}"/>
              </a:ext>
            </a:extLst>
          </p:cNvPr>
          <p:cNvSpPr>
            <a:spLocks noGrp="1"/>
          </p:cNvSpPr>
          <p:nvPr/>
        </p:nvSpPr>
        <p:spPr>
          <a:xfrm>
            <a:off x="5024252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气候、地形与干扰</a:t>
            </a:r>
            <a:endParaRPr/>
          </a:p>
        </p:txBody>
      </p:sp>
      <p:sp>
        <p:nvSpPr>
          <p:cNvPr id="61" name="shape-585">
            <a:extLst>
              <a:ext uri="{FF2B5EF4-FFF2-40B4-BE49-F238E27FC236}">
                <ns2:creationId id="{590EF44D-4F8C-45DC-9402-DAA06BB0D9C1}"/>
              </a:ext>
            </a:extLst>
          </p:cNvPr>
          <p:cNvSpPr>
            <a:spLocks noGrp="1"/>
          </p:cNvSpPr>
          <p:nvPr/>
        </p:nvSpPr>
        <p:spPr>
          <a:xfrm>
            <a:off x="6622473" y="1400175"/>
            <a:ext cx="1541813" cy="1104900"/>
          </a:xfrm>
          <a:prstGeom prst="roundRect">
            <a:avLst>
              <a:gd name="adj" fmla="val 6897"/>
            </a:avLst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62" name="vector-586">
            <a:extLst>
              <a:ext uri="{FF2B5EF4-FFF2-40B4-BE49-F238E27FC236}">
                <ns2:creationId id="{39BB6DB8-482B-497D-B8CA-DA918823701D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3" name="icon-leaf-587">
            <a:extLst>
              <a:ext uri="{FF2B5EF4-FFF2-40B4-BE49-F238E27FC236}">
                <ns2:creationId id="{A6259AA4-944D-4B1E-A899-4AAA981DF32F}"/>
              </a:ext>
            </a:extLst>
          </p:cNvPr>
          <p:cNvSpPr>
            <a:spLocks noGrp="1"/>
          </p:cNvSpPr>
          <p:nvPr/>
        </p:nvSpPr>
        <p:spPr>
          <a:xfrm>
            <a:off x="6826857" y="1581531"/>
            <a:ext cx="96458" cy="162878"/>
          </a:xfrm>
          <a:prstGeom prst="ellipse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64" name="icon-leaf-588">
            <a:extLst>
              <a:ext uri="{FF2B5EF4-FFF2-40B4-BE49-F238E27FC236}">
                <ns2:creationId id="{D419CD8D-F393-41CB-9F4C-2AC2AFA29684}"/>
              </a:ext>
            </a:extLst>
          </p:cNvPr>
          <p:cNvSpPr>
            <a:spLocks noGrp="1"/>
          </p:cNvSpPr>
          <p:nvPr/>
        </p:nvSpPr>
        <p:spPr>
          <a:xfrm>
            <a:off x="6926887" y="1661160"/>
            <a:ext cx="107175" cy="162878"/>
          </a:xfrm>
          <a:prstGeom prst="ellipse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65" name="vector-589">
            <a:extLst>
              <a:ext uri="{FF2B5EF4-FFF2-40B4-BE49-F238E27FC236}">
                <ns2:creationId id="{074A1175-BA74-44C5-AB5B-3D1D90A0E61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6" name="vector-590">
            <a:extLst>
              <a:ext uri="{FF2B5EF4-FFF2-40B4-BE49-F238E27FC236}">
                <ns2:creationId id="{C2A9A4AB-7AFE-4A3B-A7B2-D20BFDC43AAF}"/>
              </a:ext>
            </a:extLst>
          </p:cNvPr>
          <p:cNvSpPr>
            <a:spLocks noGrp="1"/>
          </p:cNvSpPr>
          <p:nvPr/>
        </p:nvSpPr>
        <p:spPr>
          <a:xfrm>
            <a:off x="6744690" y="1552575"/>
            <a:ext cx="357249" cy="36195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67" name="text-591">
            <a:extLst>
              <a:ext uri="{FF2B5EF4-FFF2-40B4-BE49-F238E27FC236}">
                <ns2:creationId id="{87F6A024-5806-45D4-A1E7-C60EF5C2E61B}"/>
              </a:ext>
            </a:extLst>
          </p:cNvPr>
          <p:cNvSpPr>
            <a:spLocks noGrp="1"/>
          </p:cNvSpPr>
          <p:nvPr/>
        </p:nvSpPr>
        <p:spPr>
          <a:xfrm>
            <a:off x="7177149" y="1543050"/>
            <a:ext cx="949531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群落数据</a:t>
            </a:r>
            <a:endParaRPr/>
          </a:p>
        </p:txBody>
      </p:sp>
      <p:sp>
        <p:nvSpPr>
          <p:cNvPr id="68" name="text-592">
            <a:extLst>
              <a:ext uri="{FF2B5EF4-FFF2-40B4-BE49-F238E27FC236}">
                <ns2:creationId id="{627E777B-11F6-4D99-B293-404EF5F5BDAD}"/>
              </a:ext>
            </a:extLst>
          </p:cNvPr>
          <p:cNvSpPr>
            <a:spLocks noGrp="1"/>
          </p:cNvSpPr>
          <p:nvPr/>
        </p:nvSpPr>
        <p:spPr>
          <a:xfrm>
            <a:off x="6678881" y="1971675"/>
            <a:ext cx="146660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物种组成与多度</a:t>
            </a:r>
            <a:endParaRPr/>
          </a:p>
        </p:txBody>
      </p:sp>
      <p:sp>
        <p:nvSpPr>
          <p:cNvPr id="69" name="node-593">
            <a:extLst>
              <a:ext uri="{FF2B5EF4-FFF2-40B4-BE49-F238E27FC236}">
                <ns2:creationId id="{55C88FF9-82EA-4D39-8A16-5CFBB277B542}"/>
              </a:ext>
            </a:extLst>
          </p:cNvPr>
          <p:cNvSpPr>
            <a:spLocks noGrp="1"/>
          </p:cNvSpPr>
          <p:nvPr/>
        </p:nvSpPr>
        <p:spPr>
          <a:xfrm>
            <a:off x="3313216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0" name="icon-database-594">
            <a:extLst>
              <a:ext uri="{FF2B5EF4-FFF2-40B4-BE49-F238E27FC236}">
                <ns2:creationId id="{173DB326-4FE2-4791-9BF8-00E436CBBD5E}"/>
              </a:ext>
            </a:extLst>
          </p:cNvPr>
          <p:cNvSpPr>
            <a:spLocks noGrp="1"/>
          </p:cNvSpPr>
          <p:nvPr/>
        </p:nvSpPr>
        <p:spPr>
          <a:xfrm>
            <a:off x="3471157" y="2997518"/>
            <a:ext cx="191786" cy="180023"/>
          </a:xfrm>
          <a:prstGeom prst="can">
            <a:avLst/>
          </a:pr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71" name="vector-595">
            <a:extLst>
              <a:ext uri="{FF2B5EF4-FFF2-40B4-BE49-F238E27FC236}">
                <ns2:creationId id="{814CBF5C-99C9-4FA3-BB18-B0A97F54CE4D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72" name="vector-596">
            <a:extLst>
              <a:ext uri="{FF2B5EF4-FFF2-40B4-BE49-F238E27FC236}">
                <ns2:creationId id="{8D4103E5-A8E1-48A6-8CAA-B64A0291C9BF}"/>
              </a:ext>
            </a:extLst>
          </p:cNvPr>
          <p:cNvSpPr>
            <a:spLocks noGrp="1"/>
          </p:cNvSpPr>
          <p:nvPr/>
        </p:nvSpPr>
        <p:spPr>
          <a:xfrm>
            <a:off x="3426031" y="2943225"/>
            <a:ext cx="282039" cy="2857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73" name="text-597">
            <a:extLst>
              <a:ext uri="{FF2B5EF4-FFF2-40B4-BE49-F238E27FC236}">
                <ns2:creationId id="{A7359CC4-E917-4C1E-A7A1-D6E26FFC998F}"/>
              </a:ext>
            </a:extLst>
          </p:cNvPr>
          <p:cNvSpPr>
            <a:spLocks noGrp="1"/>
          </p:cNvSpPr>
          <p:nvPr/>
        </p:nvSpPr>
        <p:spPr>
          <a:xfrm>
            <a:off x="3783281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尺度统一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4" name="node-598">
            <a:extLst>
              <a:ext uri="{FF2B5EF4-FFF2-40B4-BE49-F238E27FC236}">
                <ns2:creationId id="{2A0E2C1D-E9C5-44FB-9299-51A9CBA587DD}"/>
              </a:ext>
            </a:extLst>
          </p:cNvPr>
          <p:cNvSpPr>
            <a:spLocks noGrp="1"/>
          </p:cNvSpPr>
          <p:nvPr/>
        </p:nvSpPr>
        <p:spPr>
          <a:xfrm>
            <a:off x="4967844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75" name="icon-clipboard-599">
            <a:extLst>
              <a:ext uri="{FF2B5EF4-FFF2-40B4-BE49-F238E27FC236}">
                <ns2:creationId id="{A0FC453F-4D8B-4EA0-9BB4-F74232F81839}"/>
              </a:ext>
            </a:extLst>
          </p:cNvPr>
          <p:cNvSpPr>
            <a:spLocks noGrp="1"/>
          </p:cNvSpPr>
          <p:nvPr/>
        </p:nvSpPr>
        <p:spPr>
          <a:xfrm>
            <a:off x="5131427" y="2977515"/>
            <a:ext cx="183326" cy="222885"/>
          </a:xfrm>
          <a:prstGeom prst="roundRect">
            <a:avLst>
              <a:gd name="adj" fmla="val 41026"/>
            </a:avLst>
          </a:pr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76" name="icon-clipboard-600">
            <a:extLst>
              <a:ext uri="{FF2B5EF4-FFF2-40B4-BE49-F238E27FC236}">
                <ns2:creationId id="{791FD318-1167-4DD9-8C08-F2E3A297CE0C}"/>
              </a:ext>
            </a:extLst>
          </p:cNvPr>
          <p:cNvSpPr>
            <a:spLocks noGrp="1"/>
          </p:cNvSpPr>
          <p:nvPr/>
        </p:nvSpPr>
        <p:spPr>
          <a:xfrm>
            <a:off x="5179374" y="2957513"/>
            <a:ext cx="84612" cy="4286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77" name="vector-601">
            <a:extLst>
              <a:ext uri="{FF2B5EF4-FFF2-40B4-BE49-F238E27FC236}">
                <ns2:creationId id="{5048D618-F769-4058-ACE1-79F6CD2A092B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78" name="vector-602">
            <a:extLst>
              <a:ext uri="{FF2B5EF4-FFF2-40B4-BE49-F238E27FC236}">
                <ns2:creationId id="{80DF0865-2C13-4B92-8CBD-835683C09B36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79" name="vector-603">
            <a:extLst>
              <a:ext uri="{FF2B5EF4-FFF2-40B4-BE49-F238E27FC236}">
                <ns2:creationId id="{C3D46E04-F5F4-492F-848B-9AB52FF4AC1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0" name="vector-604">
            <a:extLst>
              <a:ext uri="{FF2B5EF4-FFF2-40B4-BE49-F238E27FC236}">
                <ns2:creationId id="{7E7E0498-873A-41D0-9431-5F1C26D52C4A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1" name="vector-605">
            <a:extLst>
              <a:ext uri="{FF2B5EF4-FFF2-40B4-BE49-F238E27FC236}">
                <ns2:creationId id="{76F05BA0-018B-43B0-A594-B853E8472878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2" name="vector-606">
            <a:extLst>
              <a:ext uri="{FF2B5EF4-FFF2-40B4-BE49-F238E27FC236}">
                <ns2:creationId id="{9BF0ED34-770A-4EA2-9602-7E29A08A0C7F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3" name="vector-607">
            <a:extLst>
              <a:ext uri="{FF2B5EF4-FFF2-40B4-BE49-F238E27FC236}">
                <ns2:creationId id="{181F1AB4-5087-4922-87FB-3AF03D1E4252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4" name="vector-608">
            <a:extLst>
              <a:ext uri="{FF2B5EF4-FFF2-40B4-BE49-F238E27FC236}">
                <ns2:creationId id="{1687479F-2169-462F-9EE9-86133E75BB45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5" name="vector-609">
            <a:extLst>
              <a:ext uri="{FF2B5EF4-FFF2-40B4-BE49-F238E27FC236}">
                <ns2:creationId id="{3E5B70AA-2BF1-415E-A21B-8B6B9C21361D}"/>
              </a:ext>
            </a:extLst>
          </p:cNvPr>
          <p:cNvSpPr>
            <a:spLocks noGrp="1"/>
          </p:cNvSpPr>
          <p:nvPr/>
        </p:nvSpPr>
        <p:spPr>
          <a:xfrm>
            <a:off x="5080660" y="2943225"/>
            <a:ext cx="282039" cy="2857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6" name="text-610">
            <a:extLst>
              <a:ext uri="{FF2B5EF4-FFF2-40B4-BE49-F238E27FC236}">
                <ns2:creationId id="{CC2DF574-6D34-4CAB-B354-D2D0A10E82C5}"/>
              </a:ext>
            </a:extLst>
          </p:cNvPr>
          <p:cNvSpPr>
            <a:spLocks noGrp="1"/>
          </p:cNvSpPr>
          <p:nvPr/>
        </p:nvSpPr>
        <p:spPr>
          <a:xfrm>
            <a:off x="5437909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质量检查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7" name="node-611">
            <a:extLst>
              <a:ext uri="{FF2B5EF4-FFF2-40B4-BE49-F238E27FC236}">
                <ns2:creationId id="{25472043-0A76-49AC-8F65-3785BCAA5FF2}"/>
              </a:ext>
            </a:extLst>
          </p:cNvPr>
          <p:cNvSpPr>
            <a:spLocks noGrp="1"/>
          </p:cNvSpPr>
          <p:nvPr/>
        </p:nvSpPr>
        <p:spPr>
          <a:xfrm>
            <a:off x="6622473" y="2828925"/>
            <a:ext cx="1541813" cy="714375"/>
          </a:xfrm>
          <a:prstGeom prst="roundRect">
            <a:avLst>
              <a:gd name="adj" fmla="val 10667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8" name="vector-612">
            <a:extLst>
              <a:ext uri="{FF2B5EF4-FFF2-40B4-BE49-F238E27FC236}">
                <ns2:creationId id="{3FA39A8F-4FB3-4CD5-B728-3A15F8A086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89" name="vector-613">
            <a:extLst>
              <a:ext uri="{FF2B5EF4-FFF2-40B4-BE49-F238E27FC236}">
                <ns2:creationId id="{0D3728E5-0AB8-4883-A0A6-EDA117EB24C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90" name="vector-614">
            <a:extLst>
              <a:ext uri="{FF2B5EF4-FFF2-40B4-BE49-F238E27FC236}">
                <ns2:creationId id="{0FDAB259-0A9C-4FC4-8F00-F64A2AC20B44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91" name="vector-615">
            <a:extLst>
              <a:ext uri="{FF2B5EF4-FFF2-40B4-BE49-F238E27FC236}">
                <ns2:creationId id="{BFD365CF-0C92-4C98-B792-C824C1861DA0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92" name="vector-616">
            <a:extLst>
              <a:ext uri="{FF2B5EF4-FFF2-40B4-BE49-F238E27FC236}">
                <ns2:creationId id="{8717E7A3-D896-42D6-B961-1AC5E3B9A343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93" name="vector-617">
            <a:extLst>
              <a:ext uri="{FF2B5EF4-FFF2-40B4-BE49-F238E27FC236}">
                <ns2:creationId id="{80F098BC-75EC-4CFE-ADDA-1C2982417D7A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94" name="vector-618">
            <a:extLst>
              <a:ext uri="{FF2B5EF4-FFF2-40B4-BE49-F238E27FC236}">
                <ns2:creationId id="{7DB5397D-2496-4E2E-916B-7C810504FB19}"/>
              </a:ext>
            </a:extLst>
          </p:cNvPr>
          <p:cNvSpPr>
            <a:spLocks noGrp="1"/>
          </p:cNvSpPr>
          <p:nvPr/>
        </p:nvSpPr>
        <p:spPr>
          <a:xfrm>
            <a:off x="6735288" y="2943225"/>
            <a:ext cx="282039" cy="2857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95" name="icon-network-619">
            <a:extLst>
              <a:ext uri="{FF2B5EF4-FFF2-40B4-BE49-F238E27FC236}">
                <ns2:creationId id="{16BE003F-E415-4FA6-8E52-FC466E94246C}"/>
              </a:ext>
            </a:extLst>
          </p:cNvPr>
          <p:cNvSpPr>
            <a:spLocks noGrp="1"/>
          </p:cNvSpPr>
          <p:nvPr/>
        </p:nvSpPr>
        <p:spPr>
          <a:xfrm>
            <a:off x="6752211" y="3028950"/>
            <a:ext cx="3948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96" name="icon-network-620">
            <a:extLst>
              <a:ext uri="{FF2B5EF4-FFF2-40B4-BE49-F238E27FC236}">
                <ns2:creationId id="{9661D4C1-BF96-4C5F-A583-3A15EC03ADC9}"/>
              </a:ext>
            </a:extLst>
          </p:cNvPr>
          <p:cNvSpPr>
            <a:spLocks noGrp="1"/>
          </p:cNvSpPr>
          <p:nvPr/>
        </p:nvSpPr>
        <p:spPr>
          <a:xfrm>
            <a:off x="6842463" y="2957513"/>
            <a:ext cx="3948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97" name="icon-network-621">
            <a:extLst>
              <a:ext uri="{FF2B5EF4-FFF2-40B4-BE49-F238E27FC236}">
                <ns2:creationId id="{FF61DF28-008D-4BB9-AC06-FCAE263F2C62}"/>
              </a:ext>
            </a:extLst>
          </p:cNvPr>
          <p:cNvSpPr>
            <a:spLocks noGrp="1"/>
          </p:cNvSpPr>
          <p:nvPr/>
        </p:nvSpPr>
        <p:spPr>
          <a:xfrm>
            <a:off x="6952459" y="3008948"/>
            <a:ext cx="3948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98" name="icon-network-622">
            <a:extLst>
              <a:ext uri="{FF2B5EF4-FFF2-40B4-BE49-F238E27FC236}">
                <ns2:creationId id="{8653BD32-2D6B-4F1E-AD4F-228C21037D9F}"/>
              </a:ext>
            </a:extLst>
          </p:cNvPr>
          <p:cNvSpPr>
            <a:spLocks noGrp="1"/>
          </p:cNvSpPr>
          <p:nvPr/>
        </p:nvSpPr>
        <p:spPr>
          <a:xfrm>
            <a:off x="6910152" y="3160395"/>
            <a:ext cx="3948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99" name="icon-network-623">
            <a:extLst>
              <a:ext uri="{FF2B5EF4-FFF2-40B4-BE49-F238E27FC236}">
                <ns2:creationId id="{2B7120D8-F13C-4CE8-849B-7C2F69A1737C}"/>
              </a:ext>
            </a:extLst>
          </p:cNvPr>
          <p:cNvSpPr>
            <a:spLocks noGrp="1"/>
          </p:cNvSpPr>
          <p:nvPr/>
        </p:nvSpPr>
        <p:spPr>
          <a:xfrm>
            <a:off x="6783235" y="3157538"/>
            <a:ext cx="39485" cy="40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00" name="text-624">
            <a:extLst>
              <a:ext uri="{FF2B5EF4-FFF2-40B4-BE49-F238E27FC236}">
                <ns2:creationId id="{55BAB358-CB33-4D7E-A483-94C2D43E0C96}"/>
              </a:ext>
            </a:extLst>
          </p:cNvPr>
          <p:cNvSpPr>
            <a:spLocks noGrp="1"/>
          </p:cNvSpPr>
          <p:nvPr/>
        </p:nvSpPr>
        <p:spPr>
          <a:xfrm>
            <a:off x="7092538" y="2905125"/>
            <a:ext cx="977735" cy="561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特征构建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01" name="">
            <a:extLst>
              <a:ext uri="{FF2B5EF4-FFF2-40B4-BE49-F238E27FC236}">
                <ns2:creationId id="{745E3870-1C02-4A96-98BA-270C7FFE8845}"/>
              </a:ext>
            </a:extLst>
          </p:cNvPr>
          <p:cNvCxnSpPr>
            <a:stCxn id="69" idx="3"/>
            <a:endCxn id="74" idx="1"/>
          </p:cNvCxnSpPr>
          <p:nvPr/>
        </p:nvCxnSpPr>
        <p:spPr>
          <a:xfrm>
            <a:off x="4855029" y="3186113"/>
            <a:ext cx="112816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02" name="">
            <a:extLst>
              <a:ext uri="{FF2B5EF4-FFF2-40B4-BE49-F238E27FC236}">
                <ns2:creationId id="{61196C3E-7464-42B9-AAAA-B778EC750606}"/>
              </a:ext>
            </a:extLst>
          </p:cNvPr>
          <p:cNvCxnSpPr>
            <a:stCxn id="74" idx="3"/>
            <a:endCxn id="87" idx="1"/>
          </p:cNvCxnSpPr>
          <p:nvPr/>
        </p:nvCxnSpPr>
        <p:spPr>
          <a:xfrm>
            <a:off x="6509657" y="3186113"/>
            <a:ext cx="112816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03" name="">
            <a:extLst>
              <a:ext uri="{FF2B5EF4-FFF2-40B4-BE49-F238E27FC236}">
                <ns2:creationId id="{038C51C5-6556-4CA9-99D4-5DA775229489}"/>
              </a:ext>
            </a:extLst>
          </p:cNvPr>
          <p:cNvCxnSpPr>
            <a:stCxn id="48" idx="2"/>
            <a:endCxn id="69" idx="0"/>
          </p:cNvCxnSpPr>
          <p:nvPr/>
        </p:nvCxnSpPr>
        <p:spPr>
          <a:xfrm>
            <a:off x="4084122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cxnSp>
        <p:nvCxnSpPr>
          <p:cNvPr id="104" name="">
            <a:extLst>
              <a:ext uri="{FF2B5EF4-FFF2-40B4-BE49-F238E27FC236}">
                <ns2:creationId id="{4DD15BA3-CD75-4D66-AE54-57312134BC1F}"/>
              </a:ext>
            </a:extLst>
          </p:cNvPr>
          <p:cNvCxnSpPr>
            <a:stCxn id="54" idx="2"/>
            <a:endCxn id="74" idx="0"/>
          </p:cNvCxnSpPr>
          <p:nvPr/>
        </p:nvCxnSpPr>
        <p:spPr>
          <a:xfrm>
            <a:off x="5738751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cxnSp>
        <p:nvCxnSpPr>
          <p:cNvPr id="105" name="">
            <a:extLst>
              <a:ext uri="{FF2B5EF4-FFF2-40B4-BE49-F238E27FC236}">
                <ns2:creationId id="{991E939E-9EA2-4566-9436-B83C54E25C22}"/>
              </a:ext>
            </a:extLst>
          </p:cNvPr>
          <p:cNvCxnSpPr>
            <a:stCxn id="61" idx="2"/>
            <a:endCxn id="87" idx="0"/>
          </p:cNvCxnSpPr>
          <p:nvPr/>
        </p:nvCxnSpPr>
        <p:spPr>
          <a:xfrm>
            <a:off x="7393379" y="2505075"/>
            <a:ext cx="0" cy="323850"/>
          </a:xfrm>
          <a:prstGeom prst="straightConnector1">
            <a:avLst/>
          </a:prstGeom>
          <a:ln w="24765">
            <a:solidFill>
              <a:srgbClr val="2685C9"/>
            </a:solidFill>
            <a:prstDash val="solid"/>
            <a:tailEnd type="triangle" w="med" len="med"/>
          </a:ln>
        </p:spPr>
      </p:cxnSp>
      <p:sp>
        <p:nvSpPr>
          <p:cNvPr id="106" name="node-625">
            <a:extLst>
              <a:ext uri="{FF2B5EF4-FFF2-40B4-BE49-F238E27FC236}">
                <ns2:creationId id="{6EF21D18-D552-4EA3-A6D6-2E49C16A203A}"/>
              </a:ext>
            </a:extLst>
          </p:cNvPr>
          <p:cNvSpPr>
            <a:spLocks noGrp="1"/>
          </p:cNvSpPr>
          <p:nvPr/>
        </p:nvSpPr>
        <p:spPr>
          <a:xfrm>
            <a:off x="3313216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07" name="icon-grid-626">
            <a:extLst>
              <a:ext uri="{FF2B5EF4-FFF2-40B4-BE49-F238E27FC236}">
                <ns2:creationId id="{EE9D4ED0-D09C-4A75-83DF-5F86225D8C82}"/>
              </a:ext>
            </a:extLst>
          </p:cNvPr>
          <p:cNvSpPr>
            <a:spLocks noGrp="1"/>
          </p:cNvSpPr>
          <p:nvPr/>
        </p:nvSpPr>
        <p:spPr>
          <a:xfrm>
            <a:off x="3471157" y="4131945"/>
            <a:ext cx="276398" cy="280035"/>
          </a:xfrm>
          <a:prstGeom prst="rect">
            <a:avLst/>
          </a:pr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08" name="vector-627">
            <a:extLst>
              <a:ext uri="{FF2B5EF4-FFF2-40B4-BE49-F238E27FC236}">
                <ns2:creationId id="{D402C095-DAA3-4841-BDC7-457593A4EC7B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09" name="vector-628">
            <a:extLst>
              <a:ext uri="{FF2B5EF4-FFF2-40B4-BE49-F238E27FC236}">
                <ns2:creationId id="{7C3AEFD8-5222-48B6-BAEB-ECFA14C7E76A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10" name="vector-629">
            <a:extLst>
              <a:ext uri="{FF2B5EF4-FFF2-40B4-BE49-F238E27FC236}">
                <ns2:creationId id="{C13F4154-5EAB-43D4-8083-6C571CB5CBA0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11" name="vector-630">
            <a:extLst>
              <a:ext uri="{FF2B5EF4-FFF2-40B4-BE49-F238E27FC236}">
                <ns2:creationId id="{1C01EF4F-B3DA-4C81-B7AA-39F430798EB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12" name="vector-631">
            <a:extLst>
              <a:ext uri="{FF2B5EF4-FFF2-40B4-BE49-F238E27FC236}">
                <ns2:creationId id="{7B0CAA82-EC26-4456-BD70-AFC906CDD731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13" name="vector-632">
            <a:extLst>
              <a:ext uri="{FF2B5EF4-FFF2-40B4-BE49-F238E27FC236}">
                <ns2:creationId id="{19B82398-5964-4909-ABE0-545A10922BDF}"/>
              </a:ext>
            </a:extLst>
          </p:cNvPr>
          <p:cNvSpPr>
            <a:spLocks noGrp="1"/>
          </p:cNvSpPr>
          <p:nvPr/>
        </p:nvSpPr>
        <p:spPr>
          <a:xfrm>
            <a:off x="3444834" y="4105275"/>
            <a:ext cx="329045" cy="3333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14" name="text-633">
            <a:extLst>
              <a:ext uri="{FF2B5EF4-FFF2-40B4-BE49-F238E27FC236}">
                <ns2:creationId id="{D46716D4-A555-4B24-96CD-D828E4D21AAA}"/>
              </a:ext>
            </a:extLst>
          </p:cNvPr>
          <p:cNvSpPr>
            <a:spLocks noGrp="1"/>
          </p:cNvSpPr>
          <p:nvPr/>
        </p:nvSpPr>
        <p:spPr>
          <a:xfrm>
            <a:off x="3886695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格局分析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5" name="text-634">
            <a:extLst>
              <a:ext uri="{FF2B5EF4-FFF2-40B4-BE49-F238E27FC236}">
                <ns2:creationId id="{2C866A2F-E0A4-4536-9C5C-218D70936BD1}"/>
              </a:ext>
            </a:extLst>
          </p:cNvPr>
          <p:cNvSpPr>
            <a:spLocks noGrp="1"/>
          </p:cNvSpPr>
          <p:nvPr/>
        </p:nvSpPr>
        <p:spPr>
          <a:xfrm>
            <a:off x="3444834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识别空间结构与梯度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6" name="node-635">
            <a:extLst>
              <a:ext uri="{FF2B5EF4-FFF2-40B4-BE49-F238E27FC236}">
                <ns2:creationId id="{2F4EF974-6688-45CB-AA22-72D38D007364}"/>
              </a:ext>
            </a:extLst>
          </p:cNvPr>
          <p:cNvSpPr>
            <a:spLocks noGrp="1"/>
          </p:cNvSpPr>
          <p:nvPr/>
        </p:nvSpPr>
        <p:spPr>
          <a:xfrm>
            <a:off x="5804560" y="3990975"/>
            <a:ext cx="2369127" cy="885825"/>
          </a:xfrm>
          <a:prstGeom prst="roundRect">
            <a:avLst>
              <a:gd name="adj" fmla="val 8602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17" name="vector-636">
            <a:extLst>
              <a:ext uri="{FF2B5EF4-FFF2-40B4-BE49-F238E27FC236}">
                <ns2:creationId id="{7F4B6986-31C8-49CC-9E28-6F303DDC4411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18" name="vector-637">
            <a:extLst>
              <a:ext uri="{FF2B5EF4-FFF2-40B4-BE49-F238E27FC236}">
                <ns2:creationId id="{E84991D4-43C0-45E8-B187-F0ADAA5E196E}"/>
              </a:ext>
            </a:extLst>
          </p:cNvPr>
          <p:cNvSpPr>
            <a:spLocks noGrp="1"/>
          </p:cNvSpPr>
          <p:nvPr/>
        </p:nvSpPr>
        <p:spPr>
          <a:xfrm>
            <a:off x="5936178" y="4105275"/>
            <a:ext cx="329045" cy="3333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119" name="icon-chart-638">
            <a:extLst>
              <a:ext uri="{FF2B5EF4-FFF2-40B4-BE49-F238E27FC236}">
                <ns2:creationId id="{F33A5696-B163-4263-9C93-4DDBB0585A86}"/>
              </a:ext>
            </a:extLst>
          </p:cNvPr>
          <p:cNvSpPr>
            <a:spLocks noGrp="1"/>
          </p:cNvSpPr>
          <p:nvPr/>
        </p:nvSpPr>
        <p:spPr>
          <a:xfrm>
            <a:off x="6018440" y="4285298"/>
            <a:ext cx="42776" cy="110014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20" name="icon-chart-639">
            <a:extLst>
              <a:ext uri="{FF2B5EF4-FFF2-40B4-BE49-F238E27FC236}">
                <ns2:creationId id="{11157F1B-A7F1-45F6-B593-E9124BAF9C9F}"/>
              </a:ext>
            </a:extLst>
          </p:cNvPr>
          <p:cNvSpPr>
            <a:spLocks noGrp="1"/>
          </p:cNvSpPr>
          <p:nvPr/>
        </p:nvSpPr>
        <p:spPr>
          <a:xfrm>
            <a:off x="6090829" y="4225290"/>
            <a:ext cx="42776" cy="170021"/>
          </a:xfrm>
          <a:prstGeom prst="rect">
            <a:avLst/>
          </a:prstGeom>
          <a:solidFill>
            <a:srgbClr val="5D7795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21" name="icon-chart-640">
            <a:extLst>
              <a:ext uri="{FF2B5EF4-FFF2-40B4-BE49-F238E27FC236}">
                <ns2:creationId id="{D859CF2B-2427-4F2B-8E24-25BDAAF5DB25}"/>
              </a:ext>
            </a:extLst>
          </p:cNvPr>
          <p:cNvSpPr>
            <a:spLocks noGrp="1"/>
          </p:cNvSpPr>
          <p:nvPr/>
        </p:nvSpPr>
        <p:spPr>
          <a:xfrm>
            <a:off x="6163220" y="4158615"/>
            <a:ext cx="42776" cy="236696"/>
          </a:xfrm>
          <a:prstGeom prst="rect">
            <a:avLst/>
          </a:prstGeom>
          <a:solidFill>
            <a:srgbClr val="1359A0"/>
          </a:solidFill>
          <a:ln w="12383">
            <a:solidFill>
              <a:srgbClr val="1359A0"/>
            </a:solidFill>
            <a:prstDash val="solid"/>
          </a:ln>
        </p:spPr>
      </p:sp>
      <p:sp>
        <p:nvSpPr>
          <p:cNvPr id="122" name="text-641">
            <a:extLst>
              <a:ext uri="{FF2B5EF4-FFF2-40B4-BE49-F238E27FC236}">
                <ns2:creationId id="{A09C5BDB-54D5-4123-A467-5E24F760EFE4}"/>
              </a:ext>
            </a:extLst>
          </p:cNvPr>
          <p:cNvSpPr>
            <a:spLocks noGrp="1"/>
          </p:cNvSpPr>
          <p:nvPr/>
        </p:nvSpPr>
        <p:spPr>
          <a:xfrm>
            <a:off x="6378039" y="4105275"/>
            <a:ext cx="1673431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响应模型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642">
            <a:extLst>
              <a:ext uri="{FF2B5EF4-FFF2-40B4-BE49-F238E27FC236}">
                <ns2:creationId id="{9FF2DD64-BAFF-4E49-8643-2340797FC23C}"/>
              </a:ext>
            </a:extLst>
          </p:cNvPr>
          <p:cNvSpPr>
            <a:spLocks noGrp="1"/>
          </p:cNvSpPr>
          <p:nvPr/>
        </p:nvSpPr>
        <p:spPr>
          <a:xfrm>
            <a:off x="5936178" y="4438650"/>
            <a:ext cx="2115292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比较效应方向与不确定性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4" name="">
            <a:extLst>
              <a:ext uri="{FF2B5EF4-FFF2-40B4-BE49-F238E27FC236}">
                <ns2:creationId id="{9BDA0920-9762-4558-B8DF-6021CD51F36D}"/>
              </a:ext>
            </a:extLst>
          </p:cNvPr>
          <p:cNvCxnSpPr>
            <a:stCxn id="74" idx="2"/>
            <a:endCxn id="106" idx="0"/>
          </p:cNvCxnSpPr>
          <p:nvPr/>
        </p:nvCxnSpPr>
        <p:spPr>
          <a:xfrm flipH="1">
            <a:off x="4497779" y="3543300"/>
            <a:ext cx="1240971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25" name="">
            <a:extLst>
              <a:ext uri="{FF2B5EF4-FFF2-40B4-BE49-F238E27FC236}">
                <ns2:creationId id="{FBB5D068-A827-4964-A564-42FC02CD1BE2}"/>
              </a:ext>
            </a:extLst>
          </p:cNvPr>
          <p:cNvCxnSpPr>
            <a:stCxn id="74" idx="2"/>
            <a:endCxn id="116" idx="0"/>
          </p:cNvCxnSpPr>
          <p:nvPr/>
        </p:nvCxnSpPr>
        <p:spPr>
          <a:xfrm>
            <a:off x="5738751" y="3543300"/>
            <a:ext cx="1250373" cy="447675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126" name="node-643">
            <a:extLst>
              <a:ext uri="{FF2B5EF4-FFF2-40B4-BE49-F238E27FC236}">
                <ns2:creationId id="{375EC324-EAFC-49B4-8EE8-82C24883DA2D}"/>
              </a:ext>
            </a:extLst>
          </p:cNvPr>
          <p:cNvSpPr>
            <a:spLocks noGrp="1"/>
          </p:cNvSpPr>
          <p:nvPr/>
        </p:nvSpPr>
        <p:spPr>
          <a:xfrm>
            <a:off x="4149931" y="5505450"/>
            <a:ext cx="3243448" cy="428625"/>
          </a:xfrm>
          <a:prstGeom prst="roundRect">
            <a:avLst>
              <a:gd name="adj" fmla="val 1777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7" name="text-644">
            <a:extLst>
              <a:ext uri="{FF2B5EF4-FFF2-40B4-BE49-F238E27FC236}">
                <ns2:creationId id="{6CD7756A-CC6B-4B7E-83E7-A3B2467D751E}"/>
              </a:ext>
            </a:extLst>
          </p:cNvPr>
          <p:cNvSpPr>
            <a:spLocks noGrp="1"/>
          </p:cNvSpPr>
          <p:nvPr/>
        </p:nvSpPr>
        <p:spPr>
          <a:xfrm>
            <a:off x="4243944" y="5581650"/>
            <a:ext cx="3055422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机制比较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128" name="">
            <a:extLst>
              <a:ext uri="{FF2B5EF4-FFF2-40B4-BE49-F238E27FC236}">
                <ns2:creationId id="{EE8F1370-C2C3-48E4-9EEC-EA3C5F6A749C}"/>
              </a:ext>
            </a:extLst>
          </p:cNvPr>
          <p:cNvCxnSpPr>
            <a:stCxn id="106" idx="2"/>
            <a:endCxn id="126" idx="0"/>
          </p:cNvCxnSpPr>
          <p:nvPr/>
        </p:nvCxnSpPr>
        <p:spPr>
          <a:xfrm>
            <a:off x="4497779" y="4876800"/>
            <a:ext cx="1273876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129" name="">
            <a:extLst>
              <a:ext uri="{FF2B5EF4-FFF2-40B4-BE49-F238E27FC236}">
                <ns2:creationId id="{174A42BA-D47F-4C47-A798-112C5D2B174F}"/>
              </a:ext>
            </a:extLst>
          </p:cNvPr>
          <p:cNvCxnSpPr>
            <a:stCxn id="116" idx="2"/>
            <a:endCxn id="126" idx="0"/>
          </p:cNvCxnSpPr>
          <p:nvPr/>
        </p:nvCxnSpPr>
        <p:spPr>
          <a:xfrm flipH="1">
            <a:off x="5771656" y="4876800"/>
            <a:ext cx="1217469" cy="628650"/>
          </a:xfrm>
          <a:prstGeom prst="bentConnector4">
            <a:avLst>
              <a:gd name="adj1" fmla="val 0"/>
              <a:gd name="adj2" fmla="val 50000"/>
            </a:avLst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130" name="text-645">
            <a:extLst>
              <a:ext uri="{FF2B5EF4-FFF2-40B4-BE49-F238E27FC236}">
                <ns2:creationId id="{161E34AB-2322-4C7B-A21B-5432F76F4C8E}"/>
              </a:ext>
            </a:extLst>
          </p:cNvPr>
          <p:cNvSpPr>
            <a:spLocks noGrp="1"/>
          </p:cNvSpPr>
          <p:nvPr/>
        </p:nvSpPr>
        <p:spPr>
          <a:xfrm>
            <a:off x="8671956" y="140017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131" name="Chart">
            <a:extLst>
              <a:ext uri="{FF2B5EF4-FFF2-40B4-BE49-F238E27FC236}">
                <ns2:creationId id="{6F56A08E-521C-403C-8B9F-CA029BAE16FF}"/>
              </a:ext>
            </a:extLst>
          </p:cNvPr>
          <p:cNvGraphicFramePr/>
          <p:nvPr/>
        </p:nvGraphicFramePr>
        <p:xfrm>
          <a:off x="8606147" y="1752600"/>
          <a:ext cx="3177639" cy="2295525"/>
        </p:xfrm>
        <a:graphic>
          <a:graphicData uri="http://schemas.openxmlformats.org/drawingml/2006/chart">
            <c:chart r:id="Rb01c90e26ef64a2d"/>
          </a:graphicData>
        </a:graphic>
      </p:graphicFrame>
      <p:sp>
        <p:nvSpPr>
          <p:cNvPr id="132" name="text-646">
            <a:extLst>
              <a:ext uri="{FF2B5EF4-FFF2-40B4-BE49-F238E27FC236}">
                <ns2:creationId id="{4F0A6ABF-687A-4B96-BA21-C8F449C34289}"/>
              </a:ext>
            </a:extLst>
          </p:cNvPr>
          <p:cNvSpPr>
            <a:spLocks noGrp="1"/>
          </p:cNvSpPr>
          <p:nvPr/>
        </p:nvSpPr>
        <p:spPr>
          <a:xfrm>
            <a:off x="8606147" y="2088909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133" name="text-647">
            <a:extLst>
              <a:ext uri="{FF2B5EF4-FFF2-40B4-BE49-F238E27FC236}">
                <ns2:creationId id="{A9FD7FB5-BCEF-4B4F-BD2F-EFADD59AEF2E}"/>
              </a:ext>
            </a:extLst>
          </p:cNvPr>
          <p:cNvSpPr>
            <a:spLocks noGrp="1"/>
          </p:cNvSpPr>
          <p:nvPr/>
        </p:nvSpPr>
        <p:spPr>
          <a:xfrm>
            <a:off x="8606147" y="2405691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134" name="text-648">
            <a:extLst>
              <a:ext uri="{FF2B5EF4-FFF2-40B4-BE49-F238E27FC236}">
                <ns2:creationId id="{C7EFB0F2-F63B-4688-A1FD-72DDE1B10537}"/>
              </a:ext>
            </a:extLst>
          </p:cNvPr>
          <p:cNvSpPr>
            <a:spLocks noGrp="1"/>
          </p:cNvSpPr>
          <p:nvPr/>
        </p:nvSpPr>
        <p:spPr>
          <a:xfrm>
            <a:off x="8606147" y="2722474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135" name="text-649">
            <a:extLst>
              <a:ext uri="{FF2B5EF4-FFF2-40B4-BE49-F238E27FC236}">
                <ns2:creationId id="{F4A8FA9C-B5A5-4F75-9176-3B19DE03ECE0}"/>
              </a:ext>
            </a:extLst>
          </p:cNvPr>
          <p:cNvSpPr>
            <a:spLocks noGrp="1"/>
          </p:cNvSpPr>
          <p:nvPr/>
        </p:nvSpPr>
        <p:spPr>
          <a:xfrm>
            <a:off x="8606147" y="3039256"/>
            <a:ext cx="7944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136" name="text-650">
            <a:extLst>
              <a:ext uri="{FF2B5EF4-FFF2-40B4-BE49-F238E27FC236}">
                <ns2:creationId id="{87F88F4D-5D56-46C5-893B-33BF7D8003BA}"/>
              </a:ext>
            </a:extLst>
          </p:cNvPr>
          <p:cNvSpPr>
            <a:spLocks noGrp="1"/>
          </p:cNvSpPr>
          <p:nvPr/>
        </p:nvSpPr>
        <p:spPr>
          <a:xfrm>
            <a:off x="9622991" y="3857625"/>
            <a:ext cx="1588819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137" name="text-651">
            <a:extLst>
              <a:ext uri="{FF2B5EF4-FFF2-40B4-BE49-F238E27FC236}">
                <ns2:creationId id="{097BF0D9-A4CE-4971-A594-F633AB7FEDA6}"/>
              </a:ext>
            </a:extLst>
          </p:cNvPr>
          <p:cNvSpPr>
            <a:spLocks noGrp="1"/>
          </p:cNvSpPr>
          <p:nvPr/>
        </p:nvSpPr>
        <p:spPr>
          <a:xfrm>
            <a:off x="8671956" y="4162425"/>
            <a:ext cx="300841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证据核查</a:t>
            </a:r>
            <a:endParaRPr/>
          </a:p>
        </p:txBody>
      </p:sp>
      <p:sp>
        <p:nvSpPr>
          <p:cNvPr id="138" name="icon-check-652">
            <a:extLst>
              <a:ext uri="{FF2B5EF4-FFF2-40B4-BE49-F238E27FC236}">
                <ns2:creationId id="{DB511005-783A-4590-84ED-48DC31A6B5A0}"/>
              </a:ext>
            </a:extLst>
          </p:cNvPr>
          <p:cNvSpPr>
            <a:spLocks noGrp="1"/>
          </p:cNvSpPr>
          <p:nvPr/>
        </p:nvSpPr>
        <p:spPr>
          <a:xfrm>
            <a:off x="8714262" y="4605338"/>
            <a:ext cx="188026" cy="190500"/>
          </a:xfrm>
          <a:prstGeom prst="ellipse">
            <a:avLst/>
          </a:prstGeom>
          <a:noFill/>
          <a:ln w="12383">
            <a:solidFill>
              <a:srgbClr val="1359A0"/>
            </a:solidFill>
            <a:prstDash val="solid"/>
          </a:ln>
        </p:spPr>
      </p:sp>
      <p:sp>
        <p:nvSpPr>
          <p:cNvPr id="139" name="vector-653">
            <a:extLst>
              <a:ext uri="{FF2B5EF4-FFF2-40B4-BE49-F238E27FC236}">
                <ns2:creationId id="{B7C0770D-EB12-4C22-910F-7EA83BE96391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40" name="vector-654">
            <a:extLst>
              <a:ext uri="{FF2B5EF4-FFF2-40B4-BE49-F238E27FC236}">
                <ns2:creationId id="{A95DE63F-278C-4124-9403-AF4DEAAA7847}"/>
              </a:ext>
            </a:extLst>
          </p:cNvPr>
          <p:cNvSpPr>
            <a:spLocks noGrp="1"/>
          </p:cNvSpPr>
          <p:nvPr/>
        </p:nvSpPr>
        <p:spPr>
          <a:xfrm>
            <a:off x="8690758" y="458152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41" name="text-655">
            <a:extLst>
              <a:ext uri="{FF2B5EF4-FFF2-40B4-BE49-F238E27FC236}">
                <ns2:creationId id="{79BED791-FDA7-43A4-AEA6-548CAC26DB81}"/>
              </a:ext>
            </a:extLst>
          </p:cNvPr>
          <p:cNvSpPr>
            <a:spLocks noGrp="1"/>
          </p:cNvSpPr>
          <p:nvPr/>
        </p:nvSpPr>
        <p:spPr>
          <a:xfrm>
            <a:off x="9029205" y="455295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核对来源与尺度一致性</a:t>
            </a:r>
            <a:endParaRPr/>
          </a:p>
        </p:txBody>
      </p:sp>
      <p:sp>
        <p:nvSpPr>
          <p:cNvPr id="142" name="icon-check-656">
            <a:extLst>
              <a:ext uri="{FF2B5EF4-FFF2-40B4-BE49-F238E27FC236}">
                <ns2:creationId id="{AF8FE4D7-B3B8-46DE-8572-4BB7FFBF4AA7}"/>
              </a:ext>
            </a:extLst>
          </p:cNvPr>
          <p:cNvSpPr>
            <a:spLocks noGrp="1"/>
          </p:cNvSpPr>
          <p:nvPr/>
        </p:nvSpPr>
        <p:spPr>
          <a:xfrm>
            <a:off x="8714262" y="5053013"/>
            <a:ext cx="188026" cy="190500"/>
          </a:xfrm>
          <a:prstGeom prst="ellipse">
            <a:avLst/>
          </a:prstGeom>
          <a:noFill/>
          <a:ln w="12383">
            <a:solidFill>
              <a:srgbClr val="1359A0"/>
            </a:solidFill>
            <a:prstDash val="solid"/>
          </a:ln>
        </p:spPr>
      </p:sp>
      <p:sp>
        <p:nvSpPr>
          <p:cNvPr id="143" name="vector-657">
            <a:extLst>
              <a:ext uri="{FF2B5EF4-FFF2-40B4-BE49-F238E27FC236}">
                <ns2:creationId id="{EE2231E1-24CB-44ED-9352-C5FD69470791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44" name="vector-658">
            <a:extLst>
              <a:ext uri="{FF2B5EF4-FFF2-40B4-BE49-F238E27FC236}">
                <ns2:creationId id="{CB436D63-7E05-4975-9349-79C1926164EA}"/>
              </a:ext>
            </a:extLst>
          </p:cNvPr>
          <p:cNvSpPr>
            <a:spLocks noGrp="1"/>
          </p:cNvSpPr>
          <p:nvPr/>
        </p:nvSpPr>
        <p:spPr>
          <a:xfrm>
            <a:off x="8690758" y="5029200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45" name="text-659">
            <a:extLst>
              <a:ext uri="{FF2B5EF4-FFF2-40B4-BE49-F238E27FC236}">
                <ns2:creationId id="{4C0DCC66-C1FE-4D33-B603-85D43D0E3EFA}"/>
              </a:ext>
            </a:extLst>
          </p:cNvPr>
          <p:cNvSpPr>
            <a:spLocks noGrp="1"/>
          </p:cNvSpPr>
          <p:nvPr/>
        </p:nvSpPr>
        <p:spPr>
          <a:xfrm>
            <a:off x="9029205" y="5000625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比较替代模型和参数设定</a:t>
            </a:r>
            <a:endParaRPr/>
          </a:p>
        </p:txBody>
      </p:sp>
      <p:sp>
        <p:nvSpPr>
          <p:cNvPr id="146" name="icon-check-660">
            <a:extLst>
              <a:ext uri="{FF2B5EF4-FFF2-40B4-BE49-F238E27FC236}">
                <ns2:creationId id="{56727CCB-2D44-4F31-BE92-34B8F2B95629}"/>
              </a:ext>
            </a:extLst>
          </p:cNvPr>
          <p:cNvSpPr>
            <a:spLocks noGrp="1"/>
          </p:cNvSpPr>
          <p:nvPr/>
        </p:nvSpPr>
        <p:spPr>
          <a:xfrm>
            <a:off x="8714262" y="5500688"/>
            <a:ext cx="188026" cy="190500"/>
          </a:xfrm>
          <a:prstGeom prst="ellipse">
            <a:avLst/>
          </a:prstGeom>
          <a:noFill/>
          <a:ln w="12383">
            <a:solidFill>
              <a:srgbClr val="1359A0"/>
            </a:solidFill>
            <a:prstDash val="solid"/>
          </a:ln>
        </p:spPr>
      </p:sp>
      <p:sp>
        <p:nvSpPr>
          <p:cNvPr id="147" name="vector-661">
            <a:extLst>
              <a:ext uri="{FF2B5EF4-FFF2-40B4-BE49-F238E27FC236}">
                <ns2:creationId id="{40E10BCF-77B1-4956-9040-49412005631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266700" y="476250"/>
                </a:moveTo>
                <a:lnTo>
                  <a:pt x="428625" y="6286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48" name="vector-662">
            <a:extLst>
              <a:ext uri="{FF2B5EF4-FFF2-40B4-BE49-F238E27FC236}">
                <ns2:creationId id="{9A626557-C956-4AE6-9432-11C5B08E9349}"/>
              </a:ext>
            </a:extLst>
          </p:cNvPr>
          <p:cNvSpPr>
            <a:spLocks noGrp="1"/>
          </p:cNvSpPr>
          <p:nvPr/>
        </p:nvSpPr>
        <p:spPr>
          <a:xfrm>
            <a:off x="8690758" y="5476875"/>
            <a:ext cx="235032" cy="238125"/>
          </a:xfrm>
          <a:custGeom>
            <a:pathLst>
              <a:path w="952500" h="952500">
                <a:moveTo>
                  <a:pt x="428625" y="628650"/>
                </a:moveTo>
                <a:lnTo>
                  <a:pt x="714375" y="3048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49" name="text-663">
            <a:extLst>
              <a:ext uri="{FF2B5EF4-FFF2-40B4-BE49-F238E27FC236}">
                <ns2:creationId id="{E50FB9F9-DC10-475E-BE6D-E0B89F4A2157}"/>
              </a:ext>
            </a:extLst>
          </p:cNvPr>
          <p:cNvSpPr>
            <a:spLocks noGrp="1"/>
          </p:cNvSpPr>
          <p:nvPr/>
        </p:nvSpPr>
        <p:spPr>
          <a:xfrm>
            <a:off x="9029205" y="5448300"/>
            <a:ext cx="2669969" cy="352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明确适用区域与外推边界</a:t>
            </a:r>
            <a:endParaRPr/>
          </a:p>
        </p:txBody>
      </p:sp>
      <p:sp>
        <p:nvSpPr>
          <p:cNvPr id="150" name="shape-664">
            <a:extLst>
              <a:ext uri="{FF2B5EF4-FFF2-40B4-BE49-F238E27FC236}">
                <ns2:creationId id="{DCA815E7-5F75-45A4-9123-EA0DBB440F9D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1" name="text-665">
            <a:extLst>
              <a:ext uri="{FF2B5EF4-FFF2-40B4-BE49-F238E27FC236}">
                <ns2:creationId id="{5FD86928-A117-4D7E-A5C5-5C5FCF068E04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技术路线的核心：每一步处理都能追溯到研究问题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52" name="text-666">
            <a:extLst>
              <a:ext uri="{FF2B5EF4-FFF2-40B4-BE49-F238E27FC236}">
                <ns2:creationId id="{A67DC5B8-5E0F-476A-B646-5FA09F515C1F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53" name="text-667">
            <a:extLst>
              <a:ext uri="{FF2B5EF4-FFF2-40B4-BE49-F238E27FC236}">
                <ns2:creationId id="{A35C5E10-5FC7-4840-AEDF-4FD9251CE6E3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08</a:t>
            </a:r>
            <a:endParaRPr/>
          </a:p>
        </p:txBody>
      </p:sp>
    </p:spTree>
    <p:extLst>
      <p:ext uri="{BB962C8B-B14F-4D97-AF65-F5344CB8AC3E}">
        <ns5:creationId val="912345835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436418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74023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45723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41" name="l9-state-card-10-41"/>
          <p:cNvSpPr/>
          <p:nvPr/>
        </p:nvSpPr>
        <p:spPr>
          <a:xfrm>
            <a:off x="511629" y="2114550"/>
            <a:ext cx="2049483" cy="1200150"/>
          </a:xfrm>
          <a:prstGeom prst="rect">
            <a:avLst/>
          </a:prstGeom>
          <a:solidFill>
            <a:srgbClr val="EDF5FF"/>
          </a:solidFill>
          <a:ln w="12382" cap="rnd">
            <a:solidFill>
              <a:srgbClr val="2685C9"/>
            </a:solidFill>
          </a:ln>
        </p:spPr>
      </p:sp>
      <p:sp>
        <p:nvSpPr>
          <p:cNvPr id="42" name="l9-state-bar-10-42"/>
          <p:cNvSpPr/>
          <p:nvPr/>
        </p:nvSpPr>
        <p:spPr>
          <a:xfrm>
            <a:off x="511629" y="2114550"/>
            <a:ext cx="2049483" cy="5715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643247" y="2286000"/>
            <a:ext cx="1786247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43" name="l9-state-card-11-43"/>
          <p:cNvSpPr/>
          <p:nvPr/>
        </p:nvSpPr>
        <p:spPr>
          <a:xfrm>
            <a:off x="3444834" y="2114550"/>
            <a:ext cx="2312719" cy="1200150"/>
          </a:xfrm>
          <a:prstGeom prst="rect">
            <a:avLst/>
          </a:prstGeom>
          <a:solidFill>
            <a:srgbClr val="FFFFFF"/>
          </a:solidFill>
          <a:ln w="12382" cap="rnd">
            <a:solidFill>
              <a:srgbClr val="1359A0"/>
            </a:solidFill>
          </a:ln>
        </p:spPr>
      </p:sp>
      <p:sp>
        <p:nvSpPr>
          <p:cNvPr id="44" name="l9-state-bar-11-44"/>
          <p:cNvSpPr/>
          <p:nvPr/>
        </p:nvSpPr>
        <p:spPr>
          <a:xfrm>
            <a:off x="3444834" y="2114550"/>
            <a:ext cx="2312719" cy="571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576452" y="2286000"/>
            <a:ext cx="2049483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54923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1210" y="885825"/>
            <a:ext cx="5715990" cy="3800475"/>
          </a:xfrm>
          <a:prstGeom prst="rect">
            <a:avLst>
              <a:gd name="adj" fmla="val 20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0612" y="895350"/>
            <a:ext cx="5697187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2829" y="952500"/>
            <a:ext cx="5452753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0434" y="1381125"/>
            <a:ext cx="5377543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12134" y="2524125"/>
            <a:ext cx="733301" cy="209550"/>
          </a:xfrm>
          <a:prstGeom prst="rightArrow">
            <a:avLst/>
          </a:prstGeom>
          <a:solidFill>
            <a:srgbClr val="2685C9"/>
          </a:solidFill>
          <a:ln w="0">
            <a:noFill/>
            <a:prstDash val="solid"/>
          </a:ln>
        </p:spPr>
      </p:sp>
      <p:sp>
        <p:nvSpPr>
          <p:cNvPr id="45" name="l9-state-card-23-45"/>
          <p:cNvSpPr/>
          <p:nvPr/>
        </p:nvSpPr>
        <p:spPr>
          <a:xfrm>
            <a:off x="6378039" y="2114550"/>
            <a:ext cx="2049483" cy="1200150"/>
          </a:xfrm>
          <a:prstGeom prst="rect">
            <a:avLst/>
          </a:prstGeom>
          <a:solidFill>
            <a:srgbClr val="EDF5FF"/>
          </a:solidFill>
          <a:ln w="12382" cap="rnd">
            <a:solidFill>
              <a:srgbClr val="2685C9"/>
            </a:solidFill>
          </a:ln>
        </p:spPr>
      </p:sp>
      <p:sp>
        <p:nvSpPr>
          <p:cNvPr id="46" name="l9-state-bar-23-46"/>
          <p:cNvSpPr/>
          <p:nvPr/>
        </p:nvSpPr>
        <p:spPr>
          <a:xfrm>
            <a:off x="6378039" y="2114550"/>
            <a:ext cx="2049483" cy="5715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509657" y="2286000"/>
            <a:ext cx="1786247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47" name="l9-state-card-24-47"/>
          <p:cNvSpPr/>
          <p:nvPr/>
        </p:nvSpPr>
        <p:spPr>
          <a:xfrm>
            <a:off x="9311244" y="2114550"/>
            <a:ext cx="2312719" cy="1200150"/>
          </a:xfrm>
          <a:prstGeom prst="rect">
            <a:avLst/>
          </a:prstGeom>
          <a:solidFill>
            <a:srgbClr val="FFFFFF"/>
          </a:solidFill>
          <a:ln w="12382" cap="rnd">
            <a:solidFill>
              <a:srgbClr val="1359A0"/>
            </a:solidFill>
          </a:ln>
        </p:spPr>
      </p:sp>
      <p:sp>
        <p:nvSpPr>
          <p:cNvPr id="48" name="l9-state-bar-24-48"/>
          <p:cNvSpPr/>
          <p:nvPr/>
        </p:nvSpPr>
        <p:spPr>
          <a:xfrm>
            <a:off x="9311244" y="2114550"/>
            <a:ext cx="2312719" cy="5715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42862" y="2286000"/>
            <a:ext cx="2049483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5644" y="4124325"/>
            <a:ext cx="5227122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304800" y="4857750"/>
          <a:ext cx="11582400" cy="1314450"/>
        </p:xfrm>
        <a:graphic>
          <a:graphicData uri="http://schemas.openxmlformats.org/drawingml/2006/table">
            <a:tbl>
              <a:tblPr/>
              <a:tblGrid>
                <a:gridCol w="2648889"/>
                <a:gridCol w="4726450"/>
                <a:gridCol w="4207061"/>
              </a:tblGrid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 sz="1575" b="1">
                        <a:solidFill>
                          <a:srgbClr val="FFFFFF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T w="5715">
                      <a:solidFill>
                        <a:srgbClr val="D7E3EF"/>
                      </a:solidFill>
                      <a:prstDash val="solid"/>
                    </a:lnT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1359A0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EDF5FF"/>
                    </a:solidFill>
                  </a:tcPr>
                </a:tc>
              </a:tr>
              <a:tr h="328612">
                <a:tc>
                  <a:txBody>
                    <a:bodyPr lIns="38100" tIns="19050" rIns="38100" bIns="19050"/>
                    <a:lstStyle/>
                    <a:p>
                      <a:pPr algn="l"/>
                      <a:r>
                        <a:rPr sz="1500" b="1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 sz="1500" b="1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L w="5715">
                      <a:solidFill>
                        <a:srgbClr val="D7E3EF"/>
                      </a:solidFill>
                      <a:prstDash val="solid"/>
                    </a:lnL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500" b="0">
                          <a:solidFill>
                            <a:srgbClr val="1C2733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 sz="1500" b="0">
                        <a:solidFill>
                          <a:srgbClr val="1C2733"/>
                        </a:solidFill>
                      </a:endParaRPr>
                    </a:p>
                  </a:txBody>
                  <a:tcPr marL="68580" marR="68580" marT="38100" marB="38100" anchor="ctr">
                    <a:lnR w="5715">
                      <a:solidFill>
                        <a:srgbClr val="D7E3EF"/>
                      </a:solidFill>
                      <a:prstDash val="solid"/>
                    </a:lnR>
                    <a:lnB w="5715">
                      <a:solidFill>
                        <a:srgbClr val="D7E3E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共同作用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对照设计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09</a:t>
            </a:r>
            <a:endParaRPr/>
          </a:p>
        </p:txBody>
      </p:sp>
    </p:spTree>
    <p:extLst>
      <p:ext uri="{BB962C8B-B14F-4D97-AF65-F5344CB8AC3E}">
        <ns3:creationId val="161307495"/>
      </p:ext>
    </p:extLst>
  </p:cSld>
</p:sld>
</file>

<file path=ppt/slides/slide10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2" name="text-690">
            <a:extLst>
              <a:ext uri="{FF2B5EF4-FFF2-40B4-BE49-F238E27FC236}">
                <ns2:creationId id="{BE046215-C713-4A03-9CC0-8E509B4C6E6F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机制模型｜连接景观、群落与生态过程</a:t>
            </a:r>
            <a:endParaRPr/>
          </a:p>
        </p:txBody>
      </p:sp>
      <p:sp>
        <p:nvSpPr>
          <p:cNvPr id="2" name="line-691">
            <a:extLst>
              <a:ext uri="{FF2B5EF4-FFF2-40B4-BE49-F238E27FC236}">
                <ns2:creationId id="{4BA091DF-567E-4DEC-9FEC-7150963C6FA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692">
            <a:extLst>
              <a:ext uri="{FF2B5EF4-FFF2-40B4-BE49-F238E27FC236}">
                <ns2:creationId id="{2A49F383-73C5-49BC-AB7D-5698EBF526B9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2585357" cy="35242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" name="text-693">
            <a:extLst>
              <a:ext uri="{FF2B5EF4-FFF2-40B4-BE49-F238E27FC236}">
                <ns2:creationId id="{885E4859-9896-452A-B972-38C9249FD8AC}"/>
              </a:ext>
            </a:extLst>
          </p:cNvPr>
          <p:cNvSpPr>
            <a:spLocks noGrp="1"/>
          </p:cNvSpPr>
          <p:nvPr/>
        </p:nvSpPr>
        <p:spPr>
          <a:xfrm>
            <a:off x="417616" y="923925"/>
            <a:ext cx="2359726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输入证据</a:t>
            </a:r>
          </a:p>
        </p:txBody>
      </p:sp>
      <p:sp>
        <p:nvSpPr>
          <p:cNvPr id="5" name="shape-694">
            <a:extLst>
              <a:ext uri="{FF2B5EF4-FFF2-40B4-BE49-F238E27FC236}">
                <ns2:creationId id="{B9079D83-932D-4A67-8234-CD1EEA95C74D}"/>
              </a:ext>
            </a:extLst>
          </p:cNvPr>
          <p:cNvSpPr>
            <a:spLocks noGrp="1"/>
          </p:cNvSpPr>
          <p:nvPr/>
        </p:nvSpPr>
        <p:spPr>
          <a:xfrm>
            <a:off x="3059381" y="895350"/>
            <a:ext cx="5321135" cy="35242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" name="text-695">
            <a:extLst>
              <a:ext uri="{FF2B5EF4-FFF2-40B4-BE49-F238E27FC236}">
                <ns2:creationId id="{B089125C-7CDB-478C-88B7-04F2FE95A62E}"/>
              </a:ext>
            </a:extLst>
          </p:cNvPr>
          <p:cNvSpPr>
            <a:spLocks noGrp="1"/>
          </p:cNvSpPr>
          <p:nvPr/>
        </p:nvSpPr>
        <p:spPr>
          <a:xfrm>
            <a:off x="3172196" y="923925"/>
            <a:ext cx="5095504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机制模型</a:t>
            </a:r>
          </a:p>
        </p:txBody>
      </p:sp>
      <p:sp>
        <p:nvSpPr>
          <p:cNvPr id="7" name="shape-696">
            <a:extLst>
              <a:ext uri="{FF2B5EF4-FFF2-40B4-BE49-F238E27FC236}">
                <ns2:creationId id="{70317811-38FA-45FD-A5DB-B3631A970460}"/>
              </a:ext>
            </a:extLst>
          </p:cNvPr>
          <p:cNvSpPr>
            <a:spLocks noGrp="1"/>
          </p:cNvSpPr>
          <p:nvPr/>
        </p:nvSpPr>
        <p:spPr>
          <a:xfrm>
            <a:off x="8549739" y="895350"/>
            <a:ext cx="3337461" cy="35242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" name="text-697">
            <a:extLst>
              <a:ext uri="{FF2B5EF4-FFF2-40B4-BE49-F238E27FC236}">
                <ns2:creationId id="{A45ABA9F-8717-4E21-BE6B-D50A4BCD2ED3}"/>
              </a:ext>
            </a:extLst>
          </p:cNvPr>
          <p:cNvSpPr>
            <a:spLocks noGrp="1"/>
          </p:cNvSpPr>
          <p:nvPr/>
        </p:nvSpPr>
        <p:spPr>
          <a:xfrm>
            <a:off x="8662555" y="923925"/>
            <a:ext cx="311183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检验输出</a:t>
            </a:r>
          </a:p>
        </p:txBody>
      </p:sp>
      <p:sp>
        <p:nvSpPr>
          <p:cNvPr id="9" name="shape-698">
            <a:extLst>
              <a:ext uri="{FF2B5EF4-FFF2-40B4-BE49-F238E27FC236}">
                <ns2:creationId id="{A094B222-644A-448C-9EA5-D701B59D0F12}"/>
              </a:ext>
            </a:extLst>
          </p:cNvPr>
          <p:cNvSpPr>
            <a:spLocks noGrp="1"/>
          </p:cNvSpPr>
          <p:nvPr/>
        </p:nvSpPr>
        <p:spPr>
          <a:xfrm>
            <a:off x="304800" y="14097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" name="vector-699">
            <a:extLst>
              <a:ext uri="{FF2B5EF4-FFF2-40B4-BE49-F238E27FC236}">
                <ns2:creationId id="{91296188-58C2-4ECD-B639-4E09D95225E2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1" name="vector-700">
            <a:extLst>
              <a:ext uri="{FF2B5EF4-FFF2-40B4-BE49-F238E27FC236}">
                <ns2:creationId id="{48623E79-69B6-4017-B48C-7B866DAF3EE7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2" name="vector-701">
            <a:extLst>
              <a:ext uri="{FF2B5EF4-FFF2-40B4-BE49-F238E27FC236}">
                <ns2:creationId id="{FD249F3C-1E88-4302-94D0-D8DFFED457FD}"/>
              </a:ext>
            </a:extLst>
          </p:cNvPr>
          <p:cNvSpPr>
            <a:spLocks noGrp="1"/>
          </p:cNvSpPr>
          <p:nvPr/>
        </p:nvSpPr>
        <p:spPr>
          <a:xfrm>
            <a:off x="445819" y="1543050"/>
            <a:ext cx="432460" cy="43815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3" name="icon-map-702">
            <a:extLst>
              <a:ext uri="{FF2B5EF4-FFF2-40B4-BE49-F238E27FC236}">
                <ns2:creationId id="{9BE7EA37-E0C8-437F-A78A-E7165388EEE4}"/>
              </a:ext>
            </a:extLst>
          </p:cNvPr>
          <p:cNvSpPr>
            <a:spLocks noGrp="1"/>
          </p:cNvSpPr>
          <p:nvPr/>
        </p:nvSpPr>
        <p:spPr>
          <a:xfrm>
            <a:off x="618803" y="1648206"/>
            <a:ext cx="95141" cy="96393"/>
          </a:xfrm>
          <a:prstGeom prst="ellipse">
            <a:avLst/>
          </a:prstGeom>
          <a:solidFill>
            <a:srgbClr val="1359A0"/>
          </a:solidFill>
          <a:ln w="13692">
            <a:solidFill>
              <a:srgbClr val="1359A0"/>
            </a:solidFill>
            <a:prstDash val="solid"/>
          </a:ln>
        </p:spPr>
      </p:sp>
      <p:sp>
        <p:nvSpPr>
          <p:cNvPr id="14" name="text-703">
            <a:extLst>
              <a:ext uri="{FF2B5EF4-FFF2-40B4-BE49-F238E27FC236}">
                <ns2:creationId id="{58A6077E-B12B-4B9B-95B6-A956C83C02F0}"/>
              </a:ext>
            </a:extLst>
          </p:cNvPr>
          <p:cNvSpPr>
            <a:spLocks noGrp="1"/>
          </p:cNvSpPr>
          <p:nvPr/>
        </p:nvSpPr>
        <p:spPr>
          <a:xfrm>
            <a:off x="1019299" y="15335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景观格局</a:t>
            </a:r>
            <a:endParaRPr/>
          </a:p>
        </p:txBody>
      </p:sp>
      <p:sp>
        <p:nvSpPr>
          <p:cNvPr id="15" name="text-704">
            <a:extLst>
              <a:ext uri="{FF2B5EF4-FFF2-40B4-BE49-F238E27FC236}">
                <ns2:creationId id="{E2260CB7-2444-48EF-B5C5-20D4C832E635}"/>
              </a:ext>
            </a:extLst>
          </p:cNvPr>
          <p:cNvSpPr>
            <a:spLocks noGrp="1"/>
          </p:cNvSpPr>
          <p:nvPr/>
        </p:nvSpPr>
        <p:spPr>
          <a:xfrm>
            <a:off x="455221" y="20097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斑块大小、形状及其空间配置</a:t>
            </a:r>
            <a:endParaRPr/>
          </a:p>
        </p:txBody>
      </p:sp>
      <p:sp>
        <p:nvSpPr>
          <p:cNvPr id="16" name="shape-705">
            <a:extLst>
              <a:ext uri="{FF2B5EF4-FFF2-40B4-BE49-F238E27FC236}">
                <ns2:creationId id="{0987876A-101F-4882-806E-BBAC33B7358A}"/>
              </a:ext>
            </a:extLst>
          </p:cNvPr>
          <p:cNvSpPr>
            <a:spLocks noGrp="1"/>
          </p:cNvSpPr>
          <p:nvPr/>
        </p:nvSpPr>
        <p:spPr>
          <a:xfrm>
            <a:off x="304800" y="295275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vector-706">
            <a:extLst>
              <a:ext uri="{FF2B5EF4-FFF2-40B4-BE49-F238E27FC236}">
                <ns2:creationId id="{656139E8-0206-4A84-82E5-BC9880392626}"/>
              </a:ext>
            </a:extLst>
          </p:cNvPr>
          <p:cNvSpPr>
            <a:spLocks noGrp="1"/>
          </p:cNvSpPr>
          <p:nvPr/>
        </p:nvSpPr>
        <p:spPr>
          <a:xfrm>
            <a:off x="445819" y="3243834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8" name="vector-707">
            <a:extLst>
              <a:ext uri="{FF2B5EF4-FFF2-40B4-BE49-F238E27FC236}">
                <ns2:creationId id="{A72B4D98-ADE3-40AF-9E67-C2236BCCCCD0}"/>
              </a:ext>
            </a:extLst>
          </p:cNvPr>
          <p:cNvSpPr>
            <a:spLocks noGrp="1"/>
          </p:cNvSpPr>
          <p:nvPr/>
        </p:nvSpPr>
        <p:spPr>
          <a:xfrm>
            <a:off x="445819" y="3164967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19" name="vector-708">
            <a:extLst>
              <a:ext uri="{FF2B5EF4-FFF2-40B4-BE49-F238E27FC236}">
                <ns2:creationId id="{65CFC610-1479-424C-B365-0F8713CB2705}"/>
              </a:ext>
            </a:extLst>
          </p:cNvPr>
          <p:cNvSpPr>
            <a:spLocks noGrp="1"/>
          </p:cNvSpPr>
          <p:nvPr/>
        </p:nvSpPr>
        <p:spPr>
          <a:xfrm>
            <a:off x="445819" y="3086100"/>
            <a:ext cx="432460" cy="2190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0" name="text-709">
            <a:extLst>
              <a:ext uri="{FF2B5EF4-FFF2-40B4-BE49-F238E27FC236}">
                <ns2:creationId id="{3448EDD6-4972-4598-BA9C-66EE119CFFE4}"/>
              </a:ext>
            </a:extLst>
          </p:cNvPr>
          <p:cNvSpPr>
            <a:spLocks noGrp="1"/>
          </p:cNvSpPr>
          <p:nvPr/>
        </p:nvSpPr>
        <p:spPr>
          <a:xfrm>
            <a:off x="1019299" y="307657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环境梯度</a:t>
            </a:r>
            <a:endParaRPr/>
          </a:p>
        </p:txBody>
      </p:sp>
      <p:sp>
        <p:nvSpPr>
          <p:cNvPr id="21" name="text-710">
            <a:extLst>
              <a:ext uri="{FF2B5EF4-FFF2-40B4-BE49-F238E27FC236}">
                <ns2:creationId id="{031BFAA9-AB8C-4FCC-B46E-CE3C33D59E88}"/>
              </a:ext>
            </a:extLst>
          </p:cNvPr>
          <p:cNvSpPr>
            <a:spLocks noGrp="1"/>
          </p:cNvSpPr>
          <p:nvPr/>
        </p:nvSpPr>
        <p:spPr>
          <a:xfrm>
            <a:off x="455221" y="355282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温度、地形与人为干扰的变化</a:t>
            </a:r>
            <a:endParaRPr/>
          </a:p>
        </p:txBody>
      </p:sp>
      <p:sp>
        <p:nvSpPr>
          <p:cNvPr id="22" name="shape-711">
            <a:extLst>
              <a:ext uri="{FF2B5EF4-FFF2-40B4-BE49-F238E27FC236}">
                <ns2:creationId id="{009BE411-26E8-4FFE-B29E-A1F32CB32FBB}"/>
              </a:ext>
            </a:extLst>
          </p:cNvPr>
          <p:cNvSpPr>
            <a:spLocks noGrp="1"/>
          </p:cNvSpPr>
          <p:nvPr/>
        </p:nvSpPr>
        <p:spPr>
          <a:xfrm>
            <a:off x="304800" y="4495800"/>
            <a:ext cx="2585357" cy="1409700"/>
          </a:xfrm>
          <a:prstGeom prst="rect">
            <a:avLst>
              <a:gd name="adj" fmla="val 5405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3" name="icon-database-712">
            <a:extLst>
              <a:ext uri="{FF2B5EF4-FFF2-40B4-BE49-F238E27FC236}">
                <ns2:creationId id="{514424D3-4B42-434B-80A0-F0F9A91AC65C}"/>
              </a:ext>
            </a:extLst>
          </p:cNvPr>
          <p:cNvSpPr>
            <a:spLocks noGrp="1"/>
          </p:cNvSpPr>
          <p:nvPr/>
        </p:nvSpPr>
        <p:spPr>
          <a:xfrm>
            <a:off x="515013" y="4712399"/>
            <a:ext cx="294073" cy="276035"/>
          </a:xfrm>
          <a:prstGeom prst="can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4" name="vector-713">
            <a:extLst>
              <a:ext uri="{FF2B5EF4-FFF2-40B4-BE49-F238E27FC236}">
                <ns2:creationId id="{CB512FC4-40F1-4E58-B113-878B586A10CB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5" name="vector-714">
            <a:extLst>
              <a:ext uri="{FF2B5EF4-FFF2-40B4-BE49-F238E27FC236}">
                <ns2:creationId id="{ABE74259-230C-4D90-AA6A-C89DFE77B450}"/>
              </a:ext>
            </a:extLst>
          </p:cNvPr>
          <p:cNvSpPr>
            <a:spLocks noGrp="1"/>
          </p:cNvSpPr>
          <p:nvPr/>
        </p:nvSpPr>
        <p:spPr>
          <a:xfrm>
            <a:off x="445819" y="4629150"/>
            <a:ext cx="432460" cy="43815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26" name="text-715">
            <a:extLst>
              <a:ext uri="{FF2B5EF4-FFF2-40B4-BE49-F238E27FC236}">
                <ns2:creationId id="{A1E8712E-9AA7-47B8-ABE2-FB680572D07B}"/>
              </a:ext>
            </a:extLst>
          </p:cNvPr>
          <p:cNvSpPr>
            <a:spLocks noGrp="1"/>
          </p:cNvSpPr>
          <p:nvPr/>
        </p:nvSpPr>
        <p:spPr>
          <a:xfrm>
            <a:off x="1019299" y="4619625"/>
            <a:ext cx="173924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群落记录</a:t>
            </a:r>
            <a:endParaRPr/>
          </a:p>
        </p:txBody>
      </p:sp>
      <p:sp>
        <p:nvSpPr>
          <p:cNvPr id="27" name="text-716">
            <a:extLst>
              <a:ext uri="{FF2B5EF4-FFF2-40B4-BE49-F238E27FC236}">
                <ns2:creationId id="{52212A1B-44EA-4385-AB13-4F81B322E6BA}"/>
              </a:ext>
            </a:extLst>
          </p:cNvPr>
          <p:cNvSpPr>
            <a:spLocks noGrp="1"/>
          </p:cNvSpPr>
          <p:nvPr/>
        </p:nvSpPr>
        <p:spPr>
          <a:xfrm>
            <a:off x="455221" y="5095875"/>
            <a:ext cx="2284516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物种出现、多度与时间记录</a:t>
            </a:r>
            <a:endParaRPr/>
          </a:p>
        </p:txBody>
      </p:sp>
      <p:sp>
        <p:nvSpPr>
          <p:cNvPr id="28" name="node-717">
            <a:extLst>
              <a:ext uri="{FF2B5EF4-FFF2-40B4-BE49-F238E27FC236}">
                <ns2:creationId id="{E8E825FC-E065-4394-96AD-E2EB7CB2E956}"/>
              </a:ext>
            </a:extLst>
          </p:cNvPr>
          <p:cNvSpPr>
            <a:spLocks noGrp="1"/>
          </p:cNvSpPr>
          <p:nvPr/>
        </p:nvSpPr>
        <p:spPr>
          <a:xfrm>
            <a:off x="3162795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9" name="vector-718">
            <a:extLst>
              <a:ext uri="{FF2B5EF4-FFF2-40B4-BE49-F238E27FC236}">
                <ns2:creationId id="{A805F1D1-BCF5-4ABC-A25C-51593F747D89}"/>
              </a:ext>
            </a:extLst>
          </p:cNvPr>
          <p:cNvSpPr>
            <a:spLocks noGrp="1"/>
          </p:cNvSpPr>
          <p:nvPr/>
        </p:nvSpPr>
        <p:spPr>
          <a:xfrm>
            <a:off x="3275610" y="1764030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30" name="vector-719">
            <a:extLst>
              <a:ext uri="{FF2B5EF4-FFF2-40B4-BE49-F238E27FC236}">
                <ns2:creationId id="{33AA6A50-D727-4E4F-B36A-CC04D8E0D0CC}"/>
              </a:ext>
            </a:extLst>
          </p:cNvPr>
          <p:cNvSpPr>
            <a:spLocks noGrp="1"/>
          </p:cNvSpPr>
          <p:nvPr/>
        </p:nvSpPr>
        <p:spPr>
          <a:xfrm>
            <a:off x="3275610" y="1686878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31" name="vector-720">
            <a:extLst>
              <a:ext uri="{FF2B5EF4-FFF2-40B4-BE49-F238E27FC236}">
                <ns2:creationId id="{E6130890-74B5-4293-8546-DBB55C7F517A}"/>
              </a:ext>
            </a:extLst>
          </p:cNvPr>
          <p:cNvSpPr>
            <a:spLocks noGrp="1"/>
          </p:cNvSpPr>
          <p:nvPr/>
        </p:nvSpPr>
        <p:spPr>
          <a:xfrm>
            <a:off x="3275610" y="1609725"/>
            <a:ext cx="423058" cy="214313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32" name="text-721">
            <a:extLst>
              <a:ext uri="{FF2B5EF4-FFF2-40B4-BE49-F238E27FC236}">
                <ns2:creationId id="{7DBA225C-74FB-4870-883B-2B1C3C3BAC20}"/>
              </a:ext>
            </a:extLst>
          </p:cNvPr>
          <p:cNvSpPr>
            <a:spLocks noGrp="1"/>
          </p:cNvSpPr>
          <p:nvPr/>
        </p:nvSpPr>
        <p:spPr>
          <a:xfrm>
            <a:off x="3802083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3" name="node-722">
            <a:extLst>
              <a:ext uri="{FF2B5EF4-FFF2-40B4-BE49-F238E27FC236}">
                <ns2:creationId id="{26492E4E-6FDA-4109-BAFD-479FCC0F23AB}"/>
              </a:ext>
            </a:extLst>
          </p:cNvPr>
          <p:cNvSpPr>
            <a:spLocks noGrp="1"/>
          </p:cNvSpPr>
          <p:nvPr/>
        </p:nvSpPr>
        <p:spPr>
          <a:xfrm>
            <a:off x="5926777" y="149542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4" name="vector-723">
            <a:extLst>
              <a:ext uri="{FF2B5EF4-FFF2-40B4-BE49-F238E27FC236}">
                <ns2:creationId id="{6C2D415F-8AE6-477B-A5EE-EE219D144BAA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35" name="vector-724">
            <a:extLst>
              <a:ext uri="{FF2B5EF4-FFF2-40B4-BE49-F238E27FC236}">
                <ns2:creationId id="{2D1DA295-FC77-466A-88FE-ED617D006320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36" name="vector-725">
            <a:extLst>
              <a:ext uri="{FF2B5EF4-FFF2-40B4-BE49-F238E27FC236}">
                <ns2:creationId id="{CA954965-121C-43E7-8919-AC611A16A044}"/>
              </a:ext>
            </a:extLst>
          </p:cNvPr>
          <p:cNvSpPr>
            <a:spLocks noGrp="1"/>
          </p:cNvSpPr>
          <p:nvPr/>
        </p:nvSpPr>
        <p:spPr>
          <a:xfrm>
            <a:off x="6039592" y="1609725"/>
            <a:ext cx="423058" cy="42862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37" name="icon-map-726">
            <a:extLst>
              <a:ext uri="{FF2B5EF4-FFF2-40B4-BE49-F238E27FC236}">
                <ns2:creationId id="{D8A79725-A3B7-48DA-A9EA-5D779AF261E3}"/>
              </a:ext>
            </a:extLst>
          </p:cNvPr>
          <p:cNvSpPr>
            <a:spLocks noGrp="1"/>
          </p:cNvSpPr>
          <p:nvPr/>
        </p:nvSpPr>
        <p:spPr>
          <a:xfrm>
            <a:off x="6208816" y="1712595"/>
            <a:ext cx="93073" cy="9429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38" name="text-727">
            <a:extLst>
              <a:ext uri="{FF2B5EF4-FFF2-40B4-BE49-F238E27FC236}">
                <ns2:creationId id="{20E4F937-F78F-4738-9613-3824160B7B89}"/>
              </a:ext>
            </a:extLst>
          </p:cNvPr>
          <p:cNvSpPr>
            <a:spLocks noGrp="1"/>
          </p:cNvSpPr>
          <p:nvPr/>
        </p:nvSpPr>
        <p:spPr>
          <a:xfrm>
            <a:off x="6566065" y="157162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空间隔离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9" name="node-728">
            <a:extLst>
              <a:ext uri="{FF2B5EF4-FFF2-40B4-BE49-F238E27FC236}">
                <ns2:creationId id="{29DCB5FC-EFAC-4F05-A332-B053AF4EB151}"/>
              </a:ext>
            </a:extLst>
          </p:cNvPr>
          <p:cNvSpPr>
            <a:spLocks noGrp="1"/>
          </p:cNvSpPr>
          <p:nvPr/>
        </p:nvSpPr>
        <p:spPr>
          <a:xfrm>
            <a:off x="3162795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0" name="vector-729">
            <a:extLst>
              <a:ext uri="{FF2B5EF4-FFF2-40B4-BE49-F238E27FC236}">
                <ns2:creationId id="{F1A6EB70-7942-4830-9800-3A52A881B1D0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41" name="icon-leaf-730">
            <a:extLst>
              <a:ext uri="{FF2B5EF4-FFF2-40B4-BE49-F238E27FC236}">
                <ns2:creationId id="{DD6AF184-3784-4D60-A55D-3EFBC9E88225}"/>
              </a:ext>
            </a:extLst>
          </p:cNvPr>
          <p:cNvSpPr>
            <a:spLocks noGrp="1"/>
          </p:cNvSpPr>
          <p:nvPr/>
        </p:nvSpPr>
        <p:spPr>
          <a:xfrm>
            <a:off x="3372914" y="3368040"/>
            <a:ext cx="114226" cy="192881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42" name="icon-leaf-731">
            <a:extLst>
              <a:ext uri="{FF2B5EF4-FFF2-40B4-BE49-F238E27FC236}">
                <ns2:creationId id="{F57F2A84-4967-4F12-A0FF-D306F07F18D9}"/>
              </a:ext>
            </a:extLst>
          </p:cNvPr>
          <p:cNvSpPr>
            <a:spLocks noGrp="1"/>
          </p:cNvSpPr>
          <p:nvPr/>
        </p:nvSpPr>
        <p:spPr>
          <a:xfrm>
            <a:off x="3491370" y="3462338"/>
            <a:ext cx="126918" cy="192881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43" name="vector-732">
            <a:extLst>
              <a:ext uri="{FF2B5EF4-FFF2-40B4-BE49-F238E27FC236}">
                <ns2:creationId id="{6A9B13B7-9175-46BE-8BB7-6EA990DF9469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44" name="vector-733">
            <a:extLst>
              <a:ext uri="{FF2B5EF4-FFF2-40B4-BE49-F238E27FC236}">
                <ns2:creationId id="{0FA325D6-60D0-4932-9711-5E04F94A0BDF}"/>
              </a:ext>
            </a:extLst>
          </p:cNvPr>
          <p:cNvSpPr>
            <a:spLocks noGrp="1"/>
          </p:cNvSpPr>
          <p:nvPr/>
        </p:nvSpPr>
        <p:spPr>
          <a:xfrm>
            <a:off x="3275610" y="3333750"/>
            <a:ext cx="423058" cy="4286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45" name="text-734">
            <a:extLst>
              <a:ext uri="{FF2B5EF4-FFF2-40B4-BE49-F238E27FC236}">
                <ns2:creationId id="{CB4AADD4-8D57-42C7-8CB2-CE085A57EF76}"/>
              </a:ext>
            </a:extLst>
          </p:cNvPr>
          <p:cNvSpPr>
            <a:spLocks noGrp="1"/>
          </p:cNvSpPr>
          <p:nvPr/>
        </p:nvSpPr>
        <p:spPr>
          <a:xfrm>
            <a:off x="3802083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资源供给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6" name="node-735">
            <a:extLst>
              <a:ext uri="{FF2B5EF4-FFF2-40B4-BE49-F238E27FC236}">
                <ns2:creationId id="{35DFD995-F435-489A-81F0-BDB8BB047883}"/>
              </a:ext>
            </a:extLst>
          </p:cNvPr>
          <p:cNvSpPr>
            <a:spLocks noGrp="1"/>
          </p:cNvSpPr>
          <p:nvPr/>
        </p:nvSpPr>
        <p:spPr>
          <a:xfrm>
            <a:off x="5926777" y="3219450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47" name="vector-736">
            <a:extLst>
              <a:ext uri="{FF2B5EF4-FFF2-40B4-BE49-F238E27FC236}">
                <ns2:creationId id="{3B554001-EC8F-4F04-B94D-56553CD3DA1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48" name="vector-737">
            <a:extLst>
              <a:ext uri="{FF2B5EF4-FFF2-40B4-BE49-F238E27FC236}">
                <ns2:creationId id="{E6CBF9F1-D9E0-4D22-989A-1650BDC1E1D0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49" name="vector-738">
            <a:extLst>
              <a:ext uri="{FF2B5EF4-FFF2-40B4-BE49-F238E27FC236}">
                <ns2:creationId id="{F8592629-59DA-4B4D-8D23-0412D29976AE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50" name="vector-739">
            <a:extLst>
              <a:ext uri="{FF2B5EF4-FFF2-40B4-BE49-F238E27FC236}">
                <ns2:creationId id="{7CDD550F-F064-446A-BBAD-77AB4CBCE345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51" name="vector-740">
            <a:extLst>
              <a:ext uri="{FF2B5EF4-FFF2-40B4-BE49-F238E27FC236}">
                <ns2:creationId id="{51C6A9C1-2B46-4A47-9016-9251B9AD01CD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52" name="vector-741">
            <a:extLst>
              <a:ext uri="{FF2B5EF4-FFF2-40B4-BE49-F238E27FC236}">
                <ns2:creationId id="{49866C12-E3C4-4C61-95F9-5B25961A76F6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53" name="vector-742">
            <a:extLst>
              <a:ext uri="{FF2B5EF4-FFF2-40B4-BE49-F238E27FC236}">
                <ns2:creationId id="{9C57ADF1-83E0-4D55-AD95-7CFA4EDB025C}"/>
              </a:ext>
            </a:extLst>
          </p:cNvPr>
          <p:cNvSpPr>
            <a:spLocks noGrp="1"/>
          </p:cNvSpPr>
          <p:nvPr/>
        </p:nvSpPr>
        <p:spPr>
          <a:xfrm>
            <a:off x="6039592" y="3333750"/>
            <a:ext cx="423058" cy="4286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54" name="icon-network-743">
            <a:extLst>
              <a:ext uri="{FF2B5EF4-FFF2-40B4-BE49-F238E27FC236}">
                <ns2:creationId id="{36CF8364-FAAA-47D0-9824-5134C80C17A1}"/>
              </a:ext>
            </a:extLst>
          </p:cNvPr>
          <p:cNvSpPr>
            <a:spLocks noGrp="1"/>
          </p:cNvSpPr>
          <p:nvPr/>
        </p:nvSpPr>
        <p:spPr>
          <a:xfrm>
            <a:off x="6064976" y="3462338"/>
            <a:ext cx="59229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55" name="icon-network-744">
            <a:extLst>
              <a:ext uri="{FF2B5EF4-FFF2-40B4-BE49-F238E27FC236}">
                <ns2:creationId id="{60D9B44C-44C6-4236-BF50-92AE0C1A71B8}"/>
              </a:ext>
            </a:extLst>
          </p:cNvPr>
          <p:cNvSpPr>
            <a:spLocks noGrp="1"/>
          </p:cNvSpPr>
          <p:nvPr/>
        </p:nvSpPr>
        <p:spPr>
          <a:xfrm>
            <a:off x="6200355" y="3355181"/>
            <a:ext cx="59229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56" name="icon-network-745">
            <a:extLst>
              <a:ext uri="{FF2B5EF4-FFF2-40B4-BE49-F238E27FC236}">
                <ns2:creationId id="{5CA28338-B566-4D1A-8BAA-1BAD04B740B8}"/>
              </a:ext>
            </a:extLst>
          </p:cNvPr>
          <p:cNvSpPr>
            <a:spLocks noGrp="1"/>
          </p:cNvSpPr>
          <p:nvPr/>
        </p:nvSpPr>
        <p:spPr>
          <a:xfrm>
            <a:off x="6365347" y="3432334"/>
            <a:ext cx="59229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57" name="icon-network-746">
            <a:extLst>
              <a:ext uri="{FF2B5EF4-FFF2-40B4-BE49-F238E27FC236}">
                <ns2:creationId id="{0B4A6D73-D4A1-4FE0-82A7-3335211A3E3B}"/>
              </a:ext>
            </a:extLst>
          </p:cNvPr>
          <p:cNvSpPr>
            <a:spLocks noGrp="1"/>
          </p:cNvSpPr>
          <p:nvPr/>
        </p:nvSpPr>
        <p:spPr>
          <a:xfrm>
            <a:off x="6301889" y="3659505"/>
            <a:ext cx="59229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58" name="icon-network-747">
            <a:extLst>
              <a:ext uri="{FF2B5EF4-FFF2-40B4-BE49-F238E27FC236}">
                <ns2:creationId id="{43BEC919-430B-499C-B336-6D10B955A3DB}"/>
              </a:ext>
            </a:extLst>
          </p:cNvPr>
          <p:cNvSpPr>
            <a:spLocks noGrp="1"/>
          </p:cNvSpPr>
          <p:nvPr/>
        </p:nvSpPr>
        <p:spPr>
          <a:xfrm>
            <a:off x="6111512" y="3655219"/>
            <a:ext cx="59229" cy="60008"/>
          </a:xfrm>
          <a:prstGeom prst="ellipse">
            <a:avLst/>
          </a:prstGeom>
          <a:solidFill>
            <a:srgbClr val="FFFFFF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59" name="text-748">
            <a:extLst>
              <a:ext uri="{FF2B5EF4-FFF2-40B4-BE49-F238E27FC236}">
                <ns2:creationId id="{11672E43-002C-46F8-ADDA-29C6AAFD8D63}"/>
              </a:ext>
            </a:extLst>
          </p:cNvPr>
          <p:cNvSpPr>
            <a:spLocks noGrp="1"/>
          </p:cNvSpPr>
          <p:nvPr/>
        </p:nvSpPr>
        <p:spPr>
          <a:xfrm>
            <a:off x="6566065" y="3295650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扩散过程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0" name="node-749">
            <a:extLst>
              <a:ext uri="{FF2B5EF4-FFF2-40B4-BE49-F238E27FC236}">
                <ns2:creationId id="{0B8A1AFA-6F60-42A6-B557-BAAE994A9A1D}"/>
              </a:ext>
            </a:extLst>
          </p:cNvPr>
          <p:cNvSpPr>
            <a:spLocks noGrp="1"/>
          </p:cNvSpPr>
          <p:nvPr/>
        </p:nvSpPr>
        <p:spPr>
          <a:xfrm>
            <a:off x="3162795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1" name="vector-750">
            <a:extLst>
              <a:ext uri="{FF2B5EF4-FFF2-40B4-BE49-F238E27FC236}">
                <ns2:creationId id="{E8E10E82-9215-409D-98CF-81F2F86B4E4E}"/>
              </a:ext>
            </a:extLst>
          </p:cNvPr>
          <p:cNvSpPr>
            <a:spLocks noGrp="1"/>
          </p:cNvSpPr>
          <p:nvPr/>
        </p:nvSpPr>
        <p:spPr>
          <a:xfrm>
            <a:off x="3275610" y="5057775"/>
            <a:ext cx="423058" cy="4286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62" name="icon-tree-751">
            <a:extLst>
              <a:ext uri="{FF2B5EF4-FFF2-40B4-BE49-F238E27FC236}">
                <ns2:creationId id="{AEC9296B-D08A-441E-A201-82283406A4D5}"/>
              </a:ext>
            </a:extLst>
          </p:cNvPr>
          <p:cNvSpPr>
            <a:spLocks noGrp="1"/>
          </p:cNvSpPr>
          <p:nvPr/>
        </p:nvSpPr>
        <p:spPr>
          <a:xfrm>
            <a:off x="3343300" y="5079206"/>
            <a:ext cx="291910" cy="265748"/>
          </a:xfrm>
          <a:prstGeom prst="cloud">
            <a:avLst/>
          </a:pr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63" name="text-752">
            <a:extLst>
              <a:ext uri="{FF2B5EF4-FFF2-40B4-BE49-F238E27FC236}">
                <ns2:creationId id="{4319795D-B07C-4973-BD78-308E1DD45782}"/>
              </a:ext>
            </a:extLst>
          </p:cNvPr>
          <p:cNvSpPr>
            <a:spLocks noGrp="1"/>
          </p:cNvSpPr>
          <p:nvPr/>
        </p:nvSpPr>
        <p:spPr>
          <a:xfrm>
            <a:off x="3802083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物种共存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4" name="node-753">
            <a:extLst>
              <a:ext uri="{FF2B5EF4-FFF2-40B4-BE49-F238E27FC236}">
                <ns2:creationId id="{4465DFFA-8F6E-48BD-A4C6-151753879209}"/>
              </a:ext>
            </a:extLst>
          </p:cNvPr>
          <p:cNvSpPr>
            <a:spLocks noGrp="1"/>
          </p:cNvSpPr>
          <p:nvPr/>
        </p:nvSpPr>
        <p:spPr>
          <a:xfrm>
            <a:off x="5926777" y="4943475"/>
            <a:ext cx="2322121" cy="952500"/>
          </a:xfrm>
          <a:prstGeom prst="roundRect">
            <a:avLst>
              <a:gd name="adj" fmla="val 8000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65" name="vector-754">
            <a:extLst>
              <a:ext uri="{FF2B5EF4-FFF2-40B4-BE49-F238E27FC236}">
                <ns2:creationId id="{FEDE843D-AB0F-4940-8331-C8A4F487FF31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66" name="vector-755">
            <a:extLst>
              <a:ext uri="{FF2B5EF4-FFF2-40B4-BE49-F238E27FC236}">
                <ns2:creationId id="{C0CDAA5E-037C-4D0F-9552-F7197F51CD37}"/>
              </a:ext>
            </a:extLst>
          </p:cNvPr>
          <p:cNvSpPr>
            <a:spLocks noGrp="1"/>
          </p:cNvSpPr>
          <p:nvPr/>
        </p:nvSpPr>
        <p:spPr>
          <a:xfrm>
            <a:off x="6039592" y="5057775"/>
            <a:ext cx="423058" cy="42862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6192" cap="rnd">
            <a:solidFill>
              <a:srgbClr val="FFFFFF"/>
            </a:solidFill>
            <a:prstDash val="solid"/>
          </a:ln>
        </p:spPr>
      </p:sp>
      <p:sp>
        <p:nvSpPr>
          <p:cNvPr id="67" name="icon-chart-756">
            <a:extLst>
              <a:ext uri="{FF2B5EF4-FFF2-40B4-BE49-F238E27FC236}">
                <ns2:creationId id="{A38ED271-2F47-4004-9458-8148EEF8DB80}"/>
              </a:ext>
            </a:extLst>
          </p:cNvPr>
          <p:cNvSpPr>
            <a:spLocks noGrp="1"/>
          </p:cNvSpPr>
          <p:nvPr/>
        </p:nvSpPr>
        <p:spPr>
          <a:xfrm>
            <a:off x="6145357" y="5289233"/>
            <a:ext cx="54997" cy="141446"/>
          </a:xfrm>
          <a:prstGeom prst="rect">
            <a:avLst/>
          </a:prstGeom>
          <a:solidFill>
            <a:srgbClr val="1359A0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68" name="icon-chart-757">
            <a:extLst>
              <a:ext uri="{FF2B5EF4-FFF2-40B4-BE49-F238E27FC236}">
                <ns2:creationId id="{BF2BA250-EE90-44E5-8C7F-08FFFBFB3AA1}"/>
              </a:ext>
            </a:extLst>
          </p:cNvPr>
          <p:cNvSpPr>
            <a:spLocks noGrp="1"/>
          </p:cNvSpPr>
          <p:nvPr/>
        </p:nvSpPr>
        <p:spPr>
          <a:xfrm>
            <a:off x="6238430" y="5212080"/>
            <a:ext cx="54997" cy="218599"/>
          </a:xfrm>
          <a:prstGeom prst="rect">
            <a:avLst/>
          </a:prstGeom>
          <a:solidFill>
            <a:srgbClr val="5D7795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69" name="icon-chart-758">
            <a:extLst>
              <a:ext uri="{FF2B5EF4-FFF2-40B4-BE49-F238E27FC236}">
                <ns2:creationId id="{10F6B736-5FF0-43C4-BF45-25DCF9AAC027}"/>
              </a:ext>
            </a:extLst>
          </p:cNvPr>
          <p:cNvSpPr>
            <a:spLocks noGrp="1"/>
          </p:cNvSpPr>
          <p:nvPr/>
        </p:nvSpPr>
        <p:spPr>
          <a:xfrm>
            <a:off x="6331502" y="5126355"/>
            <a:ext cx="54997" cy="304324"/>
          </a:xfrm>
          <a:prstGeom prst="rect">
            <a:avLst/>
          </a:prstGeom>
          <a:solidFill>
            <a:srgbClr val="1359A0"/>
          </a:solidFill>
          <a:ln w="13395">
            <a:solidFill>
              <a:srgbClr val="1359A0"/>
            </a:solidFill>
            <a:prstDash val="solid"/>
          </a:ln>
        </p:spPr>
      </p:sp>
      <p:sp>
        <p:nvSpPr>
          <p:cNvPr id="70" name="text-759">
            <a:extLst>
              <a:ext uri="{FF2B5EF4-FFF2-40B4-BE49-F238E27FC236}">
                <ns2:creationId id="{C3E0581C-03A4-4830-8F45-8C2BD91EE96C}"/>
              </a:ext>
            </a:extLst>
          </p:cNvPr>
          <p:cNvSpPr>
            <a:spLocks noGrp="1"/>
          </p:cNvSpPr>
          <p:nvPr/>
        </p:nvSpPr>
        <p:spPr>
          <a:xfrm>
            <a:off x="6566065" y="5019675"/>
            <a:ext cx="1570017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群落稳定性</a:t>
            </a:r>
            <a:endParaRPr>
              <a:solidFill>
                <a:srgbClr val="FFFFFF"/>
              </a:solidFill>
            </a:endParaRPr>
          </a:p>
        </p:txBody>
      </p:sp>
      <p:cxnSp>
        <p:nvCxnSpPr>
          <p:cNvPr id="71" name="">
            <a:extLst>
              <a:ext uri="{FF2B5EF4-FFF2-40B4-BE49-F238E27FC236}">
                <ns2:creationId id="{6592C4EE-92AC-40D1-9FFE-665D02B9DC3B}"/>
              </a:ext>
            </a:extLst>
          </p:cNvPr>
          <p:cNvCxnSpPr>
            <a:stCxn id="28" idx="2"/>
            <a:endCxn id="39" idx="0"/>
          </p:cNvCxnSpPr>
          <p:nvPr/>
        </p:nvCxnSpPr>
        <p:spPr>
          <a:xfrm>
            <a:off x="4323856" y="2447925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2" name="">
            <a:extLst>
              <a:ext uri="{FF2B5EF4-FFF2-40B4-BE49-F238E27FC236}">
                <ns2:creationId id="{8F50F5AF-1D1E-437D-81FD-BA83EFC1870D}"/>
              </a:ext>
            </a:extLst>
          </p:cNvPr>
          <p:cNvCxnSpPr>
            <a:stCxn id="33" idx="2"/>
            <a:endCxn id="46" idx="0"/>
          </p:cNvCxnSpPr>
          <p:nvPr/>
        </p:nvCxnSpPr>
        <p:spPr>
          <a:xfrm>
            <a:off x="7087838" y="2447925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3" name="">
            <a:extLst>
              <a:ext uri="{FF2B5EF4-FFF2-40B4-BE49-F238E27FC236}">
                <ns2:creationId id="{57D0DD47-318A-463C-AFE0-36F70A815136}"/>
              </a:ext>
            </a:extLst>
          </p:cNvPr>
          <p:cNvCxnSpPr>
            <a:stCxn id="39" idx="2"/>
            <a:endCxn id="60" idx="0"/>
          </p:cNvCxnSpPr>
          <p:nvPr/>
        </p:nvCxnSpPr>
        <p:spPr>
          <a:xfrm>
            <a:off x="4323856" y="4171950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4" name="">
            <a:extLst>
              <a:ext uri="{FF2B5EF4-FFF2-40B4-BE49-F238E27FC236}">
                <ns2:creationId id="{186C6992-23E7-4B38-A65D-A2A0EAFC55C0}"/>
              </a:ext>
            </a:extLst>
          </p:cNvPr>
          <p:cNvCxnSpPr>
            <a:stCxn id="46" idx="2"/>
            <a:endCxn id="64" idx="0"/>
          </p:cNvCxnSpPr>
          <p:nvPr/>
        </p:nvCxnSpPr>
        <p:spPr>
          <a:xfrm>
            <a:off x="7087838" y="4171950"/>
            <a:ext cx="0" cy="771525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cxnSp>
        <p:nvCxnSpPr>
          <p:cNvPr id="75" name="">
            <a:extLst>
              <a:ext uri="{FF2B5EF4-FFF2-40B4-BE49-F238E27FC236}">
                <ns2:creationId id="{E36195E8-81ED-444F-8C98-84E9374D3196}"/>
              </a:ext>
            </a:extLst>
          </p:cNvPr>
          <p:cNvCxnSpPr>
            <a:stCxn id="60" idx="3"/>
            <a:endCxn id="64" idx="1"/>
          </p:cNvCxnSpPr>
          <p:nvPr/>
        </p:nvCxnSpPr>
        <p:spPr>
          <a:xfrm>
            <a:off x="5484916" y="5419725"/>
            <a:ext cx="441861" cy="0"/>
          </a:xfrm>
          <a:prstGeom prst="straightConnector1">
            <a:avLst/>
          </a:prstGeom>
          <a:ln w="24765">
            <a:solidFill>
              <a:srgbClr val="1359A0"/>
            </a:solidFill>
            <a:prstDash val="solid"/>
            <a:tailEnd type="triangle" w="med" len="med"/>
          </a:ln>
        </p:spPr>
      </p:cxnSp>
      <p:sp>
        <p:nvSpPr>
          <p:cNvPr id="76" name="shape-760">
            <a:extLst>
              <a:ext uri="{FF2B5EF4-FFF2-40B4-BE49-F238E27FC236}">
                <ns2:creationId id="{3B581EAE-F962-4017-A157-EC0F705552A0}"/>
              </a:ext>
            </a:extLst>
          </p:cNvPr>
          <p:cNvSpPr>
            <a:spLocks noGrp="1"/>
          </p:cNvSpPr>
          <p:nvPr/>
        </p:nvSpPr>
        <p:spPr>
          <a:xfrm>
            <a:off x="4779818" y="4286250"/>
            <a:ext cx="1917865" cy="542925"/>
          </a:xfrm>
          <a:prstGeom prst="ellipse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77" name="text-761">
            <a:extLst>
              <a:ext uri="{FF2B5EF4-FFF2-40B4-BE49-F238E27FC236}">
                <ns2:creationId id="{48B453BE-66C0-4BBB-A7CE-42154EAACF92}"/>
              </a:ext>
            </a:extLst>
          </p:cNvPr>
          <p:cNvSpPr>
            <a:spLocks noGrp="1"/>
          </p:cNvSpPr>
          <p:nvPr/>
        </p:nvSpPr>
        <p:spPr>
          <a:xfrm>
            <a:off x="4873831" y="4286250"/>
            <a:ext cx="1729839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可检验的</a:t>
            </a:r>
            <a:endParaRPr/>
          </a:p>
          <a:p>
            <a:pPr algn="ctr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机制路径</a:t>
            </a:r>
            <a:endParaRPr/>
          </a:p>
        </p:txBody>
      </p:sp>
      <p:sp>
        <p:nvSpPr>
          <p:cNvPr id="78" name="text-762">
            <a:extLst>
              <a:ext uri="{FF2B5EF4-FFF2-40B4-BE49-F238E27FC236}">
                <ns2:creationId id="{058CB4FF-F6F1-47F3-BA82-1FCF415E4EEC}"/>
              </a:ext>
            </a:extLst>
          </p:cNvPr>
          <p:cNvSpPr>
            <a:spLocks noGrp="1"/>
          </p:cNvSpPr>
          <p:nvPr/>
        </p:nvSpPr>
        <p:spPr>
          <a:xfrm>
            <a:off x="8662555" y="13811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79" name="Chart">
            <a:extLst>
              <a:ext uri="{FF2B5EF4-FFF2-40B4-BE49-F238E27FC236}">
                <ns2:creationId id="{595ACE3E-BEAC-46EA-A0F7-93D7B3EF08DC}"/>
              </a:ext>
            </a:extLst>
          </p:cNvPr>
          <p:cNvGraphicFramePr/>
          <p:nvPr/>
        </p:nvGraphicFramePr>
        <p:xfrm>
          <a:off x="8596745" y="1752600"/>
          <a:ext cx="3196442" cy="2019300"/>
        </p:xfrm>
        <a:graphic>
          <a:graphicData uri="http://schemas.openxmlformats.org/drawingml/2006/chart">
            <c:chart r:id="R131fe6ba7eb5426e"/>
          </a:graphicData>
        </a:graphic>
      </p:graphicFrame>
      <p:sp>
        <p:nvSpPr>
          <p:cNvPr id="80" name="text-763">
            <a:extLst>
              <a:ext uri="{FF2B5EF4-FFF2-40B4-BE49-F238E27FC236}">
                <ns2:creationId id="{6312CC53-66D9-418C-ABEC-0883056A2281}"/>
              </a:ext>
            </a:extLst>
          </p:cNvPr>
          <p:cNvSpPr>
            <a:spLocks noGrp="1"/>
          </p:cNvSpPr>
          <p:nvPr/>
        </p:nvSpPr>
        <p:spPr>
          <a:xfrm>
            <a:off x="8596745" y="2036978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81" name="text-764">
            <a:extLst>
              <a:ext uri="{FF2B5EF4-FFF2-40B4-BE49-F238E27FC236}">
                <ns2:creationId id="{668C535E-B472-4A99-AAC3-F387A91C296F}"/>
              </a:ext>
            </a:extLst>
          </p:cNvPr>
          <p:cNvSpPr>
            <a:spLocks noGrp="1"/>
          </p:cNvSpPr>
          <p:nvPr/>
        </p:nvSpPr>
        <p:spPr>
          <a:xfrm>
            <a:off x="8596745" y="2315642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82" name="text-765">
            <a:extLst>
              <a:ext uri="{FF2B5EF4-FFF2-40B4-BE49-F238E27FC236}">
                <ns2:creationId id="{0D24B946-60A0-4307-8E54-E59A4E1396F0}"/>
              </a:ext>
            </a:extLst>
          </p:cNvPr>
          <p:cNvSpPr>
            <a:spLocks noGrp="1"/>
          </p:cNvSpPr>
          <p:nvPr/>
        </p:nvSpPr>
        <p:spPr>
          <a:xfrm>
            <a:off x="8596745" y="2594305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83" name="text-766">
            <a:extLst>
              <a:ext uri="{FF2B5EF4-FFF2-40B4-BE49-F238E27FC236}">
                <ns2:creationId id="{F32BF7EC-05F8-4E46-BAE1-31F6CFDE32B4}"/>
              </a:ext>
            </a:extLst>
          </p:cNvPr>
          <p:cNvSpPr>
            <a:spLocks noGrp="1"/>
          </p:cNvSpPr>
          <p:nvPr/>
        </p:nvSpPr>
        <p:spPr>
          <a:xfrm>
            <a:off x="8596745" y="2872969"/>
            <a:ext cx="79911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84" name="text-767">
            <a:extLst>
              <a:ext uri="{FF2B5EF4-FFF2-40B4-BE49-F238E27FC236}">
                <ns2:creationId id="{7B32A187-4AC5-4570-B205-6CA5B6292F82}"/>
              </a:ext>
            </a:extLst>
          </p:cNvPr>
          <p:cNvSpPr>
            <a:spLocks noGrp="1"/>
          </p:cNvSpPr>
          <p:nvPr/>
        </p:nvSpPr>
        <p:spPr>
          <a:xfrm>
            <a:off x="9619607" y="3429000"/>
            <a:ext cx="1598221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85" name="text-768">
            <a:extLst>
              <a:ext uri="{FF2B5EF4-FFF2-40B4-BE49-F238E27FC236}">
                <ns2:creationId id="{AFB2C91A-6CA2-4BC3-9163-7893ADA9ADA9}"/>
              </a:ext>
            </a:extLst>
          </p:cNvPr>
          <p:cNvSpPr>
            <a:spLocks noGrp="1"/>
          </p:cNvSpPr>
          <p:nvPr/>
        </p:nvSpPr>
        <p:spPr>
          <a:xfrm>
            <a:off x="8662555" y="3705225"/>
            <a:ext cx="3083626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模型拟合效果</a:t>
            </a:r>
            <a:endParaRPr/>
          </a:p>
        </p:txBody>
      </p:sp>
      <p:graphicFrame>
        <p:nvGraphicFramePr>
          <p:cNvPr id="86" name="Chart">
            <a:extLst>
              <a:ext uri="{FF2B5EF4-FFF2-40B4-BE49-F238E27FC236}">
                <ns2:creationId id="{0C2C577B-948A-4AD1-9250-688EB8736BD5}"/>
              </a:ext>
            </a:extLst>
          </p:cNvPr>
          <p:cNvGraphicFramePr/>
          <p:nvPr/>
        </p:nvGraphicFramePr>
        <p:xfrm>
          <a:off x="8596745" y="4076700"/>
          <a:ext cx="3196442" cy="2019300"/>
        </p:xfrm>
        <a:graphic>
          <a:graphicData uri="http://schemas.openxmlformats.org/drawingml/2006/chart">
            <c:chart r:id="R272f144416c24f5b"/>
          </a:graphicData>
        </a:graphic>
      </p:graphicFrame>
      <p:sp>
        <p:nvSpPr>
          <p:cNvPr id="87" name="text-769">
            <a:extLst>
              <a:ext uri="{FF2B5EF4-FFF2-40B4-BE49-F238E27FC236}">
                <ns2:creationId id="{6EE0E456-8F09-4F80-A193-E7B57263E740}"/>
              </a:ext>
            </a:extLst>
          </p:cNvPr>
          <p:cNvSpPr>
            <a:spLocks noGrp="1"/>
          </p:cNvSpPr>
          <p:nvPr/>
        </p:nvSpPr>
        <p:spPr>
          <a:xfrm>
            <a:off x="9619607" y="5905500"/>
            <a:ext cx="1598221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预测值</a:t>
            </a:r>
            <a:endParaRPr/>
          </a:p>
        </p:txBody>
      </p:sp>
      <p:sp>
        <p:nvSpPr>
          <p:cNvPr id="88" name="shape-770">
            <a:extLst>
              <a:ext uri="{FF2B5EF4-FFF2-40B4-BE49-F238E27FC236}">
                <ns2:creationId id="{9DCB4AC7-305C-4A83-A8E4-FE87DBB34200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89" name="text-771">
            <a:extLst>
              <a:ext uri="{FF2B5EF4-FFF2-40B4-BE49-F238E27FC236}">
                <ns2:creationId id="{A9B78EC0-A214-423D-9181-A4B73B6972BB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模型用于组织证据，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因果解释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仍需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支持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90" name="text-772">
            <a:extLst>
              <a:ext uri="{FF2B5EF4-FFF2-40B4-BE49-F238E27FC236}">
                <ns2:creationId id="{089EEDCC-5FE0-44A9-8A3F-011FF6226806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1" name="text-773">
            <a:extLst>
              <a:ext uri="{FF2B5EF4-FFF2-40B4-BE49-F238E27FC236}">
                <ns2:creationId id="{C6656870-29BE-482A-8D0D-B1421C792A3B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10</a:t>
            </a:r>
            <a:endParaRPr/>
          </a:p>
        </p:txBody>
      </p:sp>
    </p:spTree>
    <p:extLst>
      <p:ext uri="{BB962C8B-B14F-4D97-AF65-F5344CB8AC3E}">
        <ns5:creationId val="327852376"/>
      </p:ext>
    </p:extLst>
  </p:cSld>
</p:sld>
</file>

<file path=ppt/slides/slide1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结果展示｜多维证据共同刻画群落响应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304800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314201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98813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84266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80010" y="1314450"/>
          <a:ext cx="5546766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54976" y="310515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0612" y="88582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0013" y="89535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4625" y="93345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0078" y="94297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5822" y="1314450"/>
          <a:ext cx="5546766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304800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314201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98813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84266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80010" y="3924300"/>
          <a:ext cx="5546766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98621" y="4124325"/>
            <a:ext cx="206829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71258" y="40386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98621" y="4352925"/>
            <a:ext cx="206829" cy="95"/>
          </a:xfrm>
          <a:prstGeom prst="line">
            <a:avLst/>
          </a:prstGeom>
          <a:noFill/>
          <a:ln w="19050">
            <a:solidFill>
              <a:srgbClr val="B82D32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71258" y="4267200"/>
            <a:ext cx="827314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54976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0612" y="3495675"/>
            <a:ext cx="5706588" cy="2476500"/>
          </a:xfrm>
          <a:prstGeom prst="rect">
            <a:avLst>
              <a:gd name="adj" fmla="val 3077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0013" y="3505200"/>
            <a:ext cx="5687786" cy="361950"/>
          </a:xfrm>
          <a:prstGeom prst="rect">
            <a:avLst>
              <a:gd name="adj" fmla="val 21053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4625" y="3543300"/>
            <a:ext cx="272638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0078" y="3552825"/>
            <a:ext cx="5076701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>
              <a:solidFill>
                <a:srgbClr val="FFFFFF"/>
              </a:solidFill>
            </a:endParaRPr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5822" y="3924300"/>
          <a:ext cx="5546766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5822" y="4201516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5822" y="4474921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5822" y="4748327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5822" y="5021732"/>
            <a:ext cx="138669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30787" y="5715000"/>
            <a:ext cx="2773383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3150" b="1">
                <a:latin typeface="Noto Sans CJK SC"/>
                <a:ea typeface="Noto Sans CJK SC"/>
                <a:cs typeface="Noto Sans CJK SC"/>
                <a:solidFill>
                  <a:srgbClr val="B82D32"/>
                </a:solidFill>
              </a:rPr>
              <a:t>证据缺口</a:t>
            </a: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304800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314201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6" name="icon-chart-156"/>
          <p:cNvSpPr/>
          <p:nvPr/>
        </p:nvSpPr>
        <p:spPr>
          <a:xfrm>
            <a:off x="436418" y="98107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840"/>
                </a:moveTo>
                <a:lnTo>
                  <a:pt x="860" y="840"/>
                </a:lnTo>
              </a:path>
              <a:path w="1000" h="1000">
                <a:moveTo>
                  <a:pt x="220" y="840"/>
                </a:moveTo>
                <a:lnTo>
                  <a:pt x="220" y="520"/>
                </a:lnTo>
                <a:lnTo>
                  <a:pt x="350" y="520"/>
                </a:lnTo>
                <a:lnTo>
                  <a:pt x="350" y="840"/>
                </a:lnTo>
              </a:path>
              <a:path w="1000" h="1000">
                <a:moveTo>
                  <a:pt x="435" y="840"/>
                </a:moveTo>
                <a:lnTo>
                  <a:pt x="435" y="340"/>
                </a:lnTo>
                <a:lnTo>
                  <a:pt x="565" y="340"/>
                </a:lnTo>
                <a:lnTo>
                  <a:pt x="565" y="840"/>
                </a:lnTo>
              </a:path>
              <a:path w="1000" h="1000">
                <a:moveTo>
                  <a:pt x="650" y="840"/>
                </a:moveTo>
                <a:lnTo>
                  <a:pt x="650" y="180"/>
                </a:lnTo>
                <a:lnTo>
                  <a:pt x="780" y="180"/>
                </a:lnTo>
                <a:lnTo>
                  <a:pt x="780" y="840"/>
                </a:lnTo>
              </a:path>
            </a:pathLst>
          </a:custGeom>
          <a:noFill/>
          <a:ln w="14288" cap="rnd">
            <a:solidFill>
              <a:srgbClr val="FFFFFF"/>
            </a:solidFill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756062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568036" y="139065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568036" y="165735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492826" y="2286000"/>
            <a:ext cx="3384468" cy="0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568036" y="236220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568036" y="262890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25142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34543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7" name="icon-location-157"/>
          <p:cNvSpPr/>
          <p:nvPr/>
        </p:nvSpPr>
        <p:spPr>
          <a:xfrm>
            <a:off x="4356760" y="98107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860"/>
                </a:moveTo>
                <a:lnTo>
                  <a:pt x="240" y="520"/>
                </a:lnTo>
                <a:lnTo>
                  <a:pt x="200" y="380"/>
                </a:lnTo>
                <a:lnTo>
                  <a:pt x="270" y="220"/>
                </a:lnTo>
                <a:lnTo>
                  <a:pt x="500" y="140"/>
                </a:lnTo>
                <a:lnTo>
                  <a:pt x="730" y="220"/>
                </a:lnTo>
                <a:lnTo>
                  <a:pt x="800" y="380"/>
                </a:lnTo>
                <a:lnTo>
                  <a:pt x="760" y="520"/>
                </a:lnTo>
                <a:close/>
              </a:path>
            </a:pathLst>
          </a:custGeom>
          <a:noFill/>
          <a:ln w="14288" cap="rnd">
            <a:solidFill>
              <a:srgbClr val="FFFFFF"/>
            </a:solidFill>
          </a:ln>
        </p:spPr>
      </p:sp>
      <p:sp>
        <p:nvSpPr>
          <p:cNvPr id="158" name="icon-location-dot-158"/>
          <p:cNvSpPr/>
          <p:nvPr/>
        </p:nvSpPr>
        <p:spPr>
          <a:xfrm>
            <a:off x="4446072" y="1045369"/>
            <a:ext cx="56408" cy="57150"/>
          </a:xfrm>
          <a:prstGeom prst="ellipse">
            <a:avLst/>
          </a:prstGeom>
          <a:noFill/>
          <a:ln w="12859" cap="rnd">
            <a:solidFill>
              <a:srgbClr val="FFFFFF"/>
            </a:solidFill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76404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4488378" y="139065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4488378" y="165735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4413168" y="2286000"/>
            <a:ext cx="3384468" cy="0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4488378" y="236220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4488378" y="262890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45483" y="89535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54884" y="90487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59" name="icon-doc-159"/>
          <p:cNvSpPr/>
          <p:nvPr/>
        </p:nvSpPr>
        <p:spPr>
          <a:xfrm>
            <a:off x="8277101" y="98107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4288" cap="rnd">
            <a:solidFill>
              <a:srgbClr val="FFFFFF"/>
            </a:solidFill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596745" y="96202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8408719" y="139065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8408719" y="165735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8333509" y="2286000"/>
            <a:ext cx="3384468" cy="0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8408719" y="236220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8408719" y="262890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304800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314201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60" name="icon-table-160"/>
          <p:cNvSpPr/>
          <p:nvPr/>
        </p:nvSpPr>
        <p:spPr>
          <a:xfrm>
            <a:off x="436418" y="359092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4288" cap="rnd">
            <a:solidFill>
              <a:srgbClr val="FFFFFF"/>
            </a:solidFill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756062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568036" y="400050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568036" y="426720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492826" y="4895850"/>
            <a:ext cx="3384468" cy="0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568036" y="497205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568036" y="523875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25142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34543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61" name="icon-chart-161"/>
          <p:cNvSpPr/>
          <p:nvPr/>
        </p:nvSpPr>
        <p:spPr>
          <a:xfrm>
            <a:off x="4356760" y="359092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840"/>
                </a:moveTo>
                <a:lnTo>
                  <a:pt x="860" y="840"/>
                </a:lnTo>
              </a:path>
              <a:path w="1000" h="1000">
                <a:moveTo>
                  <a:pt x="220" y="840"/>
                </a:moveTo>
                <a:lnTo>
                  <a:pt x="220" y="520"/>
                </a:lnTo>
                <a:lnTo>
                  <a:pt x="350" y="520"/>
                </a:lnTo>
                <a:lnTo>
                  <a:pt x="350" y="840"/>
                </a:lnTo>
              </a:path>
              <a:path w="1000" h="1000">
                <a:moveTo>
                  <a:pt x="435" y="840"/>
                </a:moveTo>
                <a:lnTo>
                  <a:pt x="435" y="340"/>
                </a:lnTo>
                <a:lnTo>
                  <a:pt x="565" y="340"/>
                </a:lnTo>
                <a:lnTo>
                  <a:pt x="565" y="840"/>
                </a:lnTo>
              </a:path>
              <a:path w="1000" h="1000">
                <a:moveTo>
                  <a:pt x="650" y="840"/>
                </a:moveTo>
                <a:lnTo>
                  <a:pt x="650" y="180"/>
                </a:lnTo>
                <a:lnTo>
                  <a:pt x="780" y="180"/>
                </a:lnTo>
                <a:lnTo>
                  <a:pt x="780" y="840"/>
                </a:lnTo>
              </a:path>
            </a:pathLst>
          </a:custGeom>
          <a:noFill/>
          <a:ln w="14288" cap="rnd">
            <a:solidFill>
              <a:srgbClr val="FFFFFF"/>
            </a:solidFill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76404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4488378" y="400050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4488378" y="426720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4413168" y="4895850"/>
            <a:ext cx="3384468" cy="0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4488378" y="497205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4488378" y="523875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45483" y="3505200"/>
            <a:ext cx="3751118" cy="2447925"/>
          </a:xfrm>
          <a:prstGeom prst="rect">
            <a:avLst>
              <a:gd name="adj" fmla="val 3113"/>
            </a:avLst>
          </a:prstGeom>
          <a:solidFill>
            <a:srgbClr val="FFFFFF"/>
          </a:solidFill>
          <a:ln w="11430" cap="rnd">
            <a:solidFill>
              <a:srgbClr val="1359A0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54884" y="3514725"/>
            <a:ext cx="3732316" cy="400050"/>
          </a:xfrm>
          <a:prstGeom prst="rect">
            <a:avLst>
              <a:gd name="adj" fmla="val 19048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62" name="icon-compass-ring-162"/>
          <p:cNvSpPr/>
          <p:nvPr/>
        </p:nvSpPr>
        <p:spPr>
          <a:xfrm>
            <a:off x="8305305" y="3619500"/>
            <a:ext cx="178625" cy="180975"/>
          </a:xfrm>
          <a:prstGeom prst="ellipse">
            <a:avLst/>
          </a:prstGeom>
          <a:noFill/>
          <a:ln w="14288" cap="rnd">
            <a:solidFill>
              <a:srgbClr val="FFFFFF"/>
            </a:solidFill>
          </a:ln>
        </p:spPr>
      </p:sp>
      <p:sp>
        <p:nvSpPr>
          <p:cNvPr id="163" name="icon-compass-needle-163"/>
          <p:cNvSpPr/>
          <p:nvPr/>
        </p:nvSpPr>
        <p:spPr>
          <a:xfrm>
            <a:off x="8277101" y="3590925"/>
            <a:ext cx="235032" cy="238125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260"/>
                </a:moveTo>
                <a:lnTo>
                  <a:pt x="630" y="500"/>
                </a:lnTo>
                <a:lnTo>
                  <a:pt x="500" y="740"/>
                </a:lnTo>
                <a:lnTo>
                  <a:pt x="370" y="500"/>
                </a:lnTo>
                <a:close/>
              </a:path>
            </a:pathLst>
          </a:custGeom>
          <a:noFill/>
          <a:ln w="12859" cap="rnd">
            <a:solidFill>
              <a:srgbClr val="FFFFFF"/>
            </a:solidFill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596745" y="3571875"/>
            <a:ext cx="318704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8408719" y="400050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8408719" y="426720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8333509" y="4895850"/>
            <a:ext cx="3384468" cy="0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8408719" y="4972050"/>
            <a:ext cx="329045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8408719" y="5238750"/>
            <a:ext cx="329045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304800" y="6219825"/>
            <a:ext cx="11582400" cy="323850"/>
          </a:xfrm>
          <a:prstGeom prst="rect">
            <a:avLst>
              <a:gd name="adj" fmla="val 23529"/>
            </a:avLst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436418" y="6257925"/>
            <a:ext cx="11319164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证据缺口</a:t>
            </a:r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12</a:t>
            </a:r>
            <a:endParaRPr/>
          </a:p>
        </p:txBody>
      </p:sp>
      <p:sp>
        <p:nvSpPr>
          <p:cNvPr id="135" name="l12-bar1-0-135"/>
          <p:cNvSpPr/>
          <p:nvPr/>
        </p:nvSpPr>
        <p:spPr>
          <a:xfrm>
            <a:off x="455221" y="1428750"/>
            <a:ext cx="37605" cy="76200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36" name="l12-bar2-0-136"/>
          <p:cNvSpPr/>
          <p:nvPr/>
        </p:nvSpPr>
        <p:spPr>
          <a:xfrm>
            <a:off x="455221" y="2400300"/>
            <a:ext cx="37605" cy="7620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37" name="l12-bar1-1-137"/>
          <p:cNvSpPr/>
          <p:nvPr/>
        </p:nvSpPr>
        <p:spPr>
          <a:xfrm>
            <a:off x="4375562" y="1428750"/>
            <a:ext cx="37605" cy="76200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38" name="l12-bar2-1-138"/>
          <p:cNvSpPr/>
          <p:nvPr/>
        </p:nvSpPr>
        <p:spPr>
          <a:xfrm>
            <a:off x="4375562" y="2400300"/>
            <a:ext cx="37605" cy="7620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39" name="l12-bar1-2-139"/>
          <p:cNvSpPr/>
          <p:nvPr/>
        </p:nvSpPr>
        <p:spPr>
          <a:xfrm>
            <a:off x="8295904" y="1428750"/>
            <a:ext cx="37605" cy="76200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40" name="l12-bar2-2-140"/>
          <p:cNvSpPr/>
          <p:nvPr/>
        </p:nvSpPr>
        <p:spPr>
          <a:xfrm>
            <a:off x="8295904" y="2400300"/>
            <a:ext cx="37605" cy="7620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41" name="l12-bar1-3-141"/>
          <p:cNvSpPr/>
          <p:nvPr/>
        </p:nvSpPr>
        <p:spPr>
          <a:xfrm>
            <a:off x="455221" y="4038600"/>
            <a:ext cx="37605" cy="76200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42" name="l12-bar2-3-142"/>
          <p:cNvSpPr/>
          <p:nvPr/>
        </p:nvSpPr>
        <p:spPr>
          <a:xfrm>
            <a:off x="455221" y="5010150"/>
            <a:ext cx="37605" cy="7620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43" name="l12-bar1-4-143"/>
          <p:cNvSpPr/>
          <p:nvPr/>
        </p:nvSpPr>
        <p:spPr>
          <a:xfrm>
            <a:off x="4375562" y="4038600"/>
            <a:ext cx="37605" cy="76200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44" name="l12-bar2-4-144"/>
          <p:cNvSpPr/>
          <p:nvPr/>
        </p:nvSpPr>
        <p:spPr>
          <a:xfrm>
            <a:off x="4375562" y="5010150"/>
            <a:ext cx="37605" cy="7620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145" name="l12-bar1-5-145"/>
          <p:cNvSpPr/>
          <p:nvPr/>
        </p:nvSpPr>
        <p:spPr>
          <a:xfrm>
            <a:off x="8295904" y="4038600"/>
            <a:ext cx="37605" cy="762000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46" name="l12-bar2-5-146"/>
          <p:cNvSpPr/>
          <p:nvPr/>
        </p:nvSpPr>
        <p:spPr>
          <a:xfrm>
            <a:off x="8295904" y="5010150"/>
            <a:ext cx="37605" cy="762000"/>
          </a:xfrm>
          <a:prstGeom prst="rect">
            <a:avLst/>
          </a:prstGeom>
          <a:solidFill>
            <a:srgbClr val="1359A0"/>
          </a:solidFill>
        </p:spPr>
      </p:sp>
    </p:spTree>
    <p:extLst>
      <p:ext uri="{BB962C8B-B14F-4D97-AF65-F5344CB8AC3E}">
        <ns3:creationId val="1684708780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304800" y="95250"/>
            <a:ext cx="11582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1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304800" y="695325"/>
            <a:ext cx="11582400" cy="95"/>
          </a:xfrm>
          <a:prstGeom prst="line">
            <a:avLst/>
          </a:prstGeom>
          <a:noFill/>
          <a:ln w="16193">
            <a:solidFill>
              <a:srgbClr val="1359A0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304800" y="952500"/>
            <a:ext cx="1438399" cy="147637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2" name="icon-search-ring-122"/>
          <p:cNvSpPr/>
          <p:nvPr/>
        </p:nvSpPr>
        <p:spPr>
          <a:xfrm>
            <a:off x="851580" y="1144524"/>
            <a:ext cx="223375" cy="226314"/>
          </a:xfrm>
          <a:prstGeom prst="ellipse">
            <a:avLst/>
          </a:prstGeom>
          <a:noFill/>
          <a:ln w="19050" cap="rnd">
            <a:solidFill>
              <a:srgbClr val="FFFFFF"/>
            </a:solidFill>
          </a:ln>
        </p:spPr>
      </p:sp>
      <p:sp>
        <p:nvSpPr>
          <p:cNvPr id="123" name="icon-search-handle-123"/>
          <p:cNvSpPr/>
          <p:nvPr/>
        </p:nvSpPr>
        <p:spPr>
          <a:xfrm>
            <a:off x="793668" y="1085850"/>
            <a:ext cx="413657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610" y="610"/>
                </a:moveTo>
                <a:lnTo>
                  <a:pt x="850" y="850"/>
                </a:lnTo>
              </a:path>
            </a:pathLst>
          </a:custGeom>
          <a:noFill/>
          <a:ln w="21908" cap="rnd">
            <a:solidFill>
              <a:srgbClr val="FFFFFF"/>
            </a:solidFill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342405" y="1581150"/>
            <a:ext cx="137259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42405" y="1885950"/>
            <a:ext cx="13725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“是什么”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1" name="l13-before-card-0-101"/>
          <p:cNvSpPr/>
          <p:nvPr/>
        </p:nvSpPr>
        <p:spPr>
          <a:xfrm>
            <a:off x="1921823" y="1143000"/>
            <a:ext cx="2049483" cy="1095375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2685C9"/>
            </a:solidFill>
          </a:ln>
        </p:spPr>
      </p:sp>
      <p:sp>
        <p:nvSpPr>
          <p:cNvPr id="102" name="l13-before-bar-0-102"/>
          <p:cNvSpPr/>
          <p:nvPr/>
        </p:nvSpPr>
        <p:spPr>
          <a:xfrm>
            <a:off x="1921823" y="1143000"/>
            <a:ext cx="47006" cy="1095375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2053442" y="1219200"/>
            <a:ext cx="1823852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49931" y="1143000"/>
            <a:ext cx="4004953" cy="109537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66161" y="1276350"/>
            <a:ext cx="3440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66161" y="1676400"/>
            <a:ext cx="344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03" name="l13-after-card-0-103"/>
          <p:cNvSpPr/>
          <p:nvPr/>
        </p:nvSpPr>
        <p:spPr>
          <a:xfrm>
            <a:off x="8333509" y="1143000"/>
            <a:ext cx="3440875" cy="1095375"/>
          </a:xfrm>
          <a:prstGeom prst="rect">
            <a:avLst/>
          </a:prstGeom>
          <a:solidFill>
            <a:srgbClr val="EDF5FF"/>
          </a:solidFill>
          <a:ln w="12382" cap="rnd">
            <a:solidFill>
              <a:srgbClr val="1359A0"/>
            </a:solidFill>
          </a:ln>
        </p:spPr>
      </p:sp>
      <p:sp>
        <p:nvSpPr>
          <p:cNvPr id="104" name="l13-after-bar-0-104"/>
          <p:cNvSpPr/>
          <p:nvPr/>
        </p:nvSpPr>
        <p:spPr>
          <a:xfrm>
            <a:off x="8333509" y="1143000"/>
            <a:ext cx="47006" cy="1095375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483930" y="1219200"/>
            <a:ext cx="3177639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304800" y="2476500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304800" y="2562225"/>
            <a:ext cx="1438399" cy="147637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4" name="icon-table-124"/>
          <p:cNvSpPr/>
          <p:nvPr/>
        </p:nvSpPr>
        <p:spPr>
          <a:xfrm>
            <a:off x="793668" y="2695575"/>
            <a:ext cx="413657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40" y="160"/>
                </a:moveTo>
                <a:lnTo>
                  <a:pt x="860" y="160"/>
                </a:lnTo>
                <a:lnTo>
                  <a:pt x="860" y="840"/>
                </a:lnTo>
                <a:lnTo>
                  <a:pt x="140" y="840"/>
                </a:lnTo>
                <a:close/>
              </a:path>
              <a:path w="1000" h="1000">
                <a:moveTo>
                  <a:pt x="140" y="380"/>
                </a:moveTo>
                <a:lnTo>
                  <a:pt x="860" y="380"/>
                </a:lnTo>
              </a:path>
              <a:path w="1000" h="1000">
                <a:moveTo>
                  <a:pt x="140" y="610"/>
                </a:moveTo>
                <a:lnTo>
                  <a:pt x="860" y="610"/>
                </a:lnTo>
              </a:path>
              <a:path w="1000" h="1000">
                <a:moveTo>
                  <a:pt x="460" y="160"/>
                </a:moveTo>
                <a:lnTo>
                  <a:pt x="460" y="840"/>
                </a:lnTo>
              </a:path>
            </a:pathLst>
          </a:custGeom>
          <a:noFill/>
          <a:ln w="19050" cap="rnd">
            <a:solidFill>
              <a:srgbClr val="FFFFFF"/>
            </a:solidFill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342405" y="3190875"/>
            <a:ext cx="137259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42405" y="3495675"/>
            <a:ext cx="13725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“为什么”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5" name="l13-before-card-1-105"/>
          <p:cNvSpPr/>
          <p:nvPr/>
        </p:nvSpPr>
        <p:spPr>
          <a:xfrm>
            <a:off x="1921823" y="2752725"/>
            <a:ext cx="2049483" cy="1095375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2685C9"/>
            </a:solidFill>
          </a:ln>
        </p:spPr>
      </p:sp>
      <p:sp>
        <p:nvSpPr>
          <p:cNvPr id="106" name="l13-before-bar-1-106"/>
          <p:cNvSpPr/>
          <p:nvPr/>
        </p:nvSpPr>
        <p:spPr>
          <a:xfrm>
            <a:off x="1921823" y="2752725"/>
            <a:ext cx="47006" cy="1095375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2053442" y="2828925"/>
            <a:ext cx="1823852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49931" y="2752725"/>
            <a:ext cx="4004953" cy="109537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66161" y="2886075"/>
            <a:ext cx="3440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66161" y="3286125"/>
            <a:ext cx="344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107" name="l13-after-card-1-107"/>
          <p:cNvSpPr/>
          <p:nvPr/>
        </p:nvSpPr>
        <p:spPr>
          <a:xfrm>
            <a:off x="8333509" y="2752725"/>
            <a:ext cx="3440875" cy="1095375"/>
          </a:xfrm>
          <a:prstGeom prst="rect">
            <a:avLst/>
          </a:prstGeom>
          <a:solidFill>
            <a:srgbClr val="EDF5FF"/>
          </a:solidFill>
          <a:ln w="12382" cap="rnd">
            <a:solidFill>
              <a:srgbClr val="1359A0"/>
            </a:solidFill>
          </a:ln>
        </p:spPr>
      </p:sp>
      <p:sp>
        <p:nvSpPr>
          <p:cNvPr id="108" name="l13-after-bar-1-108"/>
          <p:cNvSpPr/>
          <p:nvPr/>
        </p:nvSpPr>
        <p:spPr>
          <a:xfrm>
            <a:off x="8333509" y="2752725"/>
            <a:ext cx="47006" cy="1095375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483930" y="2828925"/>
            <a:ext cx="3177639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304800" y="4086225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304800" y="4171950"/>
            <a:ext cx="1438399" cy="1476375"/>
          </a:xfrm>
          <a:prstGeom prst="rect">
            <a:avLst/>
          </a:prstGeom>
          <a:solidFill>
            <a:srgbClr val="1359A0"/>
          </a:solidFill>
          <a:ln w="14288" cap="rnd">
            <a:solidFill>
              <a:srgbClr val="1359A0"/>
            </a:solidFill>
            <a:prstDash val="solid"/>
          </a:ln>
        </p:spPr>
      </p:sp>
      <p:sp>
        <p:nvSpPr>
          <p:cNvPr id="125" name="icon-check-ring-125"/>
          <p:cNvSpPr/>
          <p:nvPr/>
        </p:nvSpPr>
        <p:spPr>
          <a:xfrm>
            <a:off x="843306" y="4355592"/>
            <a:ext cx="314379" cy="318516"/>
          </a:xfrm>
          <a:prstGeom prst="ellipse">
            <a:avLst/>
          </a:prstGeom>
          <a:noFill/>
          <a:ln w="19050" cap="rnd">
            <a:solidFill>
              <a:srgbClr val="FFFFFF"/>
            </a:solidFill>
          </a:ln>
        </p:spPr>
      </p:sp>
      <p:sp>
        <p:nvSpPr>
          <p:cNvPr id="126" name="icon-check-mark-126"/>
          <p:cNvSpPr/>
          <p:nvPr/>
        </p:nvSpPr>
        <p:spPr>
          <a:xfrm>
            <a:off x="793668" y="4305300"/>
            <a:ext cx="413657" cy="41910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FFFFFF"/>
            </a:solidFill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342405" y="4800600"/>
            <a:ext cx="137259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42405" y="5105400"/>
            <a:ext cx="137259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回答</a:t>
            </a:r>
            <a:br/>
            <a:r>
              <a:rPr sz="14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“哪里适用”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9" name="l13-before-card-2-109"/>
          <p:cNvSpPr/>
          <p:nvPr/>
        </p:nvSpPr>
        <p:spPr>
          <a:xfrm>
            <a:off x="1921823" y="4362450"/>
            <a:ext cx="2049483" cy="1095375"/>
          </a:xfrm>
          <a:prstGeom prst="rect">
            <a:avLst/>
          </a:prstGeom>
          <a:solidFill>
            <a:srgbClr val="FFFFFF"/>
          </a:solidFill>
          <a:ln w="11430" cap="rnd">
            <a:solidFill>
              <a:srgbClr val="2685C9"/>
            </a:solidFill>
          </a:ln>
        </p:spPr>
      </p:sp>
      <p:sp>
        <p:nvSpPr>
          <p:cNvPr id="110" name="l13-before-bar-2-110"/>
          <p:cNvSpPr/>
          <p:nvPr/>
        </p:nvSpPr>
        <p:spPr>
          <a:xfrm>
            <a:off x="1921823" y="4362450"/>
            <a:ext cx="47006" cy="1095375"/>
          </a:xfrm>
          <a:prstGeom prst="rect">
            <a:avLst/>
          </a:prstGeom>
          <a:solidFill>
            <a:srgbClr val="2685C9"/>
          </a:solidFill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2053442" y="4438650"/>
            <a:ext cx="1823852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49931" y="4362450"/>
            <a:ext cx="4004953" cy="1095375"/>
          </a:xfrm>
          <a:prstGeom prst="rightArrow">
            <a:avLst/>
          </a:prstGeom>
          <a:solidFill>
            <a:srgbClr val="EDF5FF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66161" y="4495800"/>
            <a:ext cx="3440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B82D32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66161" y="4895850"/>
            <a:ext cx="344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111" name="l13-after-card-2-111"/>
          <p:cNvSpPr/>
          <p:nvPr/>
        </p:nvSpPr>
        <p:spPr>
          <a:xfrm>
            <a:off x="8333509" y="4362450"/>
            <a:ext cx="3440875" cy="1095375"/>
          </a:xfrm>
          <a:prstGeom prst="rect">
            <a:avLst/>
          </a:prstGeom>
          <a:solidFill>
            <a:srgbClr val="EDF5FF"/>
          </a:solidFill>
          <a:ln w="12382" cap="rnd">
            <a:solidFill>
              <a:srgbClr val="1359A0"/>
            </a:solidFill>
          </a:ln>
        </p:spPr>
      </p:sp>
      <p:sp>
        <p:nvSpPr>
          <p:cNvPr id="112" name="l13-after-bar-2-112"/>
          <p:cNvSpPr/>
          <p:nvPr/>
        </p:nvSpPr>
        <p:spPr>
          <a:xfrm>
            <a:off x="8333509" y="4362450"/>
            <a:ext cx="47006" cy="1095375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483930" y="4438650"/>
            <a:ext cx="3177639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304800" y="5695950"/>
            <a:ext cx="11582400" cy="95"/>
          </a:xfrm>
          <a:prstGeom prst="line">
            <a:avLst/>
          </a:prstGeom>
          <a:noFill/>
          <a:ln w="14288">
            <a:solidFill>
              <a:srgbClr val="D7E3EF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45522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6887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28556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42213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ellipse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01891" y="5943600"/>
            <a:ext cx="29144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15548" y="5934075"/>
            <a:ext cx="2961409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304800" y="6619875"/>
            <a:ext cx="10435442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454740" y="6591300"/>
            <a:ext cx="43246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13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1359A0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>
              <a:solidFill>
                <a:srgbClr val="FFFFFF"/>
              </a:solidFill>
            </a:endParaRPr>
          </a:p>
          <a:p>
            <a:pPr algn="l">
              <a:def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B82D32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1359A0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6192" cap="rnd">
            <a:solidFill>
              <a:srgbClr val="1359A0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85" name="icon-check-ring-85"/>
          <p:cNvSpPr/>
          <p:nvPr/>
        </p:nvSpPr>
        <p:spPr>
          <a:xfrm>
            <a:off x="4472559" y="5787009"/>
            <a:ext cx="275082" cy="275082"/>
          </a:xfrm>
          <a:prstGeom prst="ellipse">
            <a:avLst/>
          </a:prstGeom>
          <a:noFill/>
          <a:ln w="19050" cap="rnd">
            <a:solidFill>
              <a:srgbClr val="1359A0"/>
            </a:solidFill>
          </a:ln>
        </p:spPr>
      </p:sp>
      <p:sp>
        <p:nvSpPr>
          <p:cNvPr id="86" name="icon-check-mark-86"/>
          <p:cNvSpPr/>
          <p:nvPr/>
        </p:nvSpPr>
        <p:spPr>
          <a:xfrm>
            <a:off x="4429125" y="5743575"/>
            <a:ext cx="361950" cy="3619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10" y="520"/>
                </a:moveTo>
                <a:lnTo>
                  <a:pt x="450" y="660"/>
                </a:lnTo>
                <a:lnTo>
                  <a:pt x="700" y="360"/>
                </a:lnTo>
              </a:path>
            </a:pathLst>
          </a:custGeom>
          <a:noFill/>
          <a:ln w="21908" cap="rnd">
            <a:solidFill>
              <a:srgbClr val="1359A0"/>
            </a:solidFill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87" name="icon-doc-87"/>
          <p:cNvSpPr/>
          <p:nvPr/>
        </p:nvSpPr>
        <p:spPr>
          <a:xfrm>
            <a:off x="6991350" y="5743575"/>
            <a:ext cx="361950" cy="3619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200" y="160"/>
                </a:moveTo>
                <a:lnTo>
                  <a:pt x="800" y="160"/>
                </a:lnTo>
                <a:lnTo>
                  <a:pt x="800" y="860"/>
                </a:lnTo>
                <a:lnTo>
                  <a:pt x="200" y="860"/>
                </a:lnTo>
                <a:close/>
              </a:path>
              <a:path w="1000" h="1000">
                <a:moveTo>
                  <a:pt x="320" y="360"/>
                </a:moveTo>
                <a:lnTo>
                  <a:pt x="680" y="360"/>
                </a:lnTo>
              </a:path>
              <a:path w="1000" h="1000">
                <a:moveTo>
                  <a:pt x="320" y="520"/>
                </a:moveTo>
                <a:lnTo>
                  <a:pt x="680" y="520"/>
                </a:lnTo>
              </a:path>
              <a:path w="1000" h="1000">
                <a:moveTo>
                  <a:pt x="320" y="680"/>
                </a:moveTo>
                <a:lnTo>
                  <a:pt x="560" y="680"/>
                </a:lnTo>
              </a:path>
            </a:pathLst>
          </a:custGeom>
          <a:noFill/>
          <a:ln w="19050" cap="rnd">
            <a:solidFill>
              <a:srgbClr val="1359A0"/>
            </a:solidFill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88" name="icon-layers-88"/>
          <p:cNvSpPr/>
          <p:nvPr/>
        </p:nvSpPr>
        <p:spPr>
          <a:xfrm>
            <a:off x="9553575" y="5743575"/>
            <a:ext cx="361950" cy="36195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60"/>
                </a:moveTo>
                <a:lnTo>
                  <a:pt x="860" y="320"/>
                </a:lnTo>
                <a:lnTo>
                  <a:pt x="500" y="480"/>
                </a:lnTo>
                <a:lnTo>
                  <a:pt x="140" y="320"/>
                </a:lnTo>
                <a:close/>
              </a:path>
              <a:path w="1000" h="1000">
                <a:moveTo>
                  <a:pt x="140" y="500"/>
                </a:moveTo>
                <a:lnTo>
                  <a:pt x="500" y="660"/>
                </a:lnTo>
                <a:lnTo>
                  <a:pt x="860" y="500"/>
                </a:lnTo>
              </a:path>
              <a:path w="1000" h="1000">
                <a:moveTo>
                  <a:pt x="140" y="680"/>
                </a:moveTo>
                <a:lnTo>
                  <a:pt x="500" y="840"/>
                </a:lnTo>
                <a:lnTo>
                  <a:pt x="860" y="680"/>
                </a:lnTo>
              </a:path>
            </a:pathLst>
          </a:custGeom>
          <a:noFill/>
          <a:ln w="19050" cap="rnd">
            <a:solidFill>
              <a:srgbClr val="1359A0"/>
            </a:solidFill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685C9"/>
                </a:solidFill>
                <a:latin typeface="Noto Sans CJK SC"/>
                <a:ea typeface="Noto Sans CJK SC"/>
                <a:cs typeface="Noto Sans CJK SC"/>
              </a:rPr>
              <a:t>14</a:t>
            </a:r>
            <a:endParaRPr/>
          </a:p>
        </p:txBody>
      </p:sp>
      <p:sp>
        <p:nvSpPr>
          <p:cNvPr id="64" name="close-card-bg-64"/>
          <p:cNvSpPr/>
          <p:nvPr/>
        </p:nvSpPr>
        <p:spPr>
          <a:xfrm>
            <a:off x="6724650" y="495300"/>
            <a:ext cx="5010150" cy="4438650"/>
          </a:xfrm>
          <a:prstGeom prst="rect">
            <a:avLst/>
          </a:prstGeom>
          <a:solidFill>
            <a:srgbClr val="FFFFFF"/>
          </a:solidFill>
          <a:ln w="13335" cap="rnd">
            <a:solidFill>
              <a:srgbClr val="1359A0"/>
            </a:solidFill>
          </a:ln>
        </p:spPr>
      </p:sp>
      <p:sp>
        <p:nvSpPr>
          <p:cNvPr id="65" name="close-card-hdr-65"/>
          <p:cNvSpPr/>
          <p:nvPr/>
        </p:nvSpPr>
        <p:spPr>
          <a:xfrm>
            <a:off x="6724650" y="495300"/>
            <a:ext cx="5010150" cy="4572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66" name="close-card-hdr-txt-66"/>
          <p:cNvSpPr txBox="1"/>
          <p:nvPr/>
        </p:nvSpPr>
        <p:spPr>
          <a:xfrm>
            <a:off x="6934200" y="561975"/>
            <a:ext cx="4591050" cy="3238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5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讨论焦点与下一步  ·  DISCUSSION</a:t>
            </a:r>
            <a:endParaRPr lang="zh-CN" sz="1500">
              <a:solidFill>
                <a:srgbClr val="FFFFFF"/>
              </a:solidFill>
            </a:endParaRPr>
          </a:p>
        </p:txBody>
      </p:sp>
      <p:sp>
        <p:nvSpPr>
          <p:cNvPr id="67" name="close-anc-box-0-67"/>
          <p:cNvSpPr/>
          <p:nvPr/>
        </p:nvSpPr>
        <p:spPr>
          <a:xfrm>
            <a:off x="6934200" y="1143000"/>
            <a:ext cx="4591050" cy="1028700"/>
          </a:xfrm>
          <a:prstGeom prst="rect">
            <a:avLst/>
          </a:prstGeom>
          <a:solidFill>
            <a:srgbClr val="EDF5FF"/>
          </a:solidFill>
          <a:ln w="8572" cap="rnd">
            <a:solidFill>
              <a:srgbClr val="2685C9"/>
            </a:solidFill>
          </a:ln>
        </p:spPr>
      </p:sp>
      <p:sp>
        <p:nvSpPr>
          <p:cNvPr id="68" name="close-anc-bar-0-68"/>
          <p:cNvSpPr/>
          <p:nvPr/>
        </p:nvSpPr>
        <p:spPr>
          <a:xfrm>
            <a:off x="6934200" y="1143000"/>
            <a:ext cx="47625" cy="1028700"/>
          </a:xfrm>
          <a:prstGeom prst="rect">
            <a:avLst/>
          </a:prstGeom>
          <a:solidFill>
            <a:srgbClr val="B82D32"/>
          </a:solidFill>
        </p:spPr>
      </p:sp>
      <p:sp>
        <p:nvSpPr>
          <p:cNvPr id="69" name="close-anc-title-0-69"/>
          <p:cNvSpPr txBox="1"/>
          <p:nvPr/>
        </p:nvSpPr>
        <p:spPr>
          <a:xfrm>
            <a:off x="7124700" y="1409700"/>
            <a:ext cx="4286250" cy="495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01   研究设计</a:t>
            </a:r>
            <a:endParaRPr lang="zh-CN" sz="1725"/>
          </a:p>
        </p:txBody>
      </p:sp>
      <p:sp>
        <p:nvSpPr>
          <p:cNvPr id="70" name="close-anc-box-1-70"/>
          <p:cNvSpPr/>
          <p:nvPr/>
        </p:nvSpPr>
        <p:spPr>
          <a:xfrm>
            <a:off x="6934200" y="2343150"/>
            <a:ext cx="4591050" cy="1028700"/>
          </a:xfrm>
          <a:prstGeom prst="rect">
            <a:avLst/>
          </a:prstGeom>
          <a:solidFill>
            <a:srgbClr val="EDF5FF"/>
          </a:solidFill>
          <a:ln w="8572" cap="rnd">
            <a:solidFill>
              <a:srgbClr val="2685C9"/>
            </a:solidFill>
          </a:ln>
        </p:spPr>
      </p:sp>
      <p:sp>
        <p:nvSpPr>
          <p:cNvPr id="71" name="close-anc-bar-1-71"/>
          <p:cNvSpPr/>
          <p:nvPr/>
        </p:nvSpPr>
        <p:spPr>
          <a:xfrm>
            <a:off x="6934200" y="2343150"/>
            <a:ext cx="47625" cy="10287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72" name="close-anc-title-1-72"/>
          <p:cNvSpPr txBox="1"/>
          <p:nvPr/>
        </p:nvSpPr>
        <p:spPr>
          <a:xfrm>
            <a:off x="7124700" y="2609850"/>
            <a:ext cx="4286250" cy="495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02   证据边界</a:t>
            </a:r>
            <a:endParaRPr lang="zh-CN" sz="1725"/>
          </a:p>
        </p:txBody>
      </p:sp>
      <p:sp>
        <p:nvSpPr>
          <p:cNvPr id="73" name="close-anc-box-2-73"/>
          <p:cNvSpPr/>
          <p:nvPr/>
        </p:nvSpPr>
        <p:spPr>
          <a:xfrm>
            <a:off x="6934200" y="3543300"/>
            <a:ext cx="4591050" cy="1028700"/>
          </a:xfrm>
          <a:prstGeom prst="rect">
            <a:avLst/>
          </a:prstGeom>
          <a:solidFill>
            <a:srgbClr val="EDF5FF"/>
          </a:solidFill>
          <a:ln w="8572" cap="rnd">
            <a:solidFill>
              <a:srgbClr val="2685C9"/>
            </a:solidFill>
          </a:ln>
        </p:spPr>
      </p:sp>
      <p:sp>
        <p:nvSpPr>
          <p:cNvPr id="74" name="close-anc-bar-2-74"/>
          <p:cNvSpPr/>
          <p:nvPr/>
        </p:nvSpPr>
        <p:spPr>
          <a:xfrm>
            <a:off x="6934200" y="3543300"/>
            <a:ext cx="47625" cy="1028700"/>
          </a:xfrm>
          <a:prstGeom prst="rect">
            <a:avLst/>
          </a:prstGeom>
          <a:solidFill>
            <a:srgbClr val="1359A0"/>
          </a:solidFill>
        </p:spPr>
      </p:sp>
      <p:sp>
        <p:nvSpPr>
          <p:cNvPr id="75" name="close-anc-title-2-75"/>
          <p:cNvSpPr txBox="1"/>
          <p:nvPr/>
        </p:nvSpPr>
        <p:spPr>
          <a:xfrm>
            <a:off x="7124700" y="3810000"/>
            <a:ext cx="4286250" cy="4953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25000"/>
              </a:lnSpc>
            </a:pPr>
            <a:r>
              <a:rPr lang="zh-CN" sz="1725" b="1" dirty="0">
                <a:solidFill>
                  <a:srgbClr val="1359A0"/>
                </a:solidFill>
                <a:latin typeface="Noto Sans CJK SC"/>
                <a:ea typeface="Noto Sans CJK SC"/>
                <a:cs typeface="Noto Sans CJK SC"/>
              </a:rPr>
              <a:t>03   下一步工作</a:t>
            </a:r>
            <a:endParaRPr lang="zh-CN" sz="1725"/>
          </a:p>
        </p:txBody>
      </p:sp>
    </p:spTree>
    <p:extLst>
      <p:ext uri="{BB962C8B-B14F-4D97-AF65-F5344CB8AC3E}">
        <ns3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14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