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Default Extension="xlsx" ContentType="application/vnd.openxmlformats-officedocument.spreadsheetml.sheet"/>
  <Override PartName="/docProps/app.xml" ContentType="application/vnd.openxmlformats-officedocument.extended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Type="http://schemas.openxmlformats.org/package/2006/relationships/metadata/core-properties" Target="/docProps/core.xml" Id="R32fc68590ff54f8e" /><Relationship Type="http://schemas.openxmlformats.org/officeDocument/2006/relationships/extended-properties" Target="/docProps/app.xml" Id="R9996562d962046fa" /><Relationship Type="http://schemas.openxmlformats.org/officeDocument/2006/relationships/officeDocument" Target="/ppt/presentation.xml" Id="R13872f0bbada46e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b19ee25308e24c04"/>
  </p:sldMasterIdLst>
  <p:notesMasterIdLst>
    <p:notesMasterId r:id="R61c415f220744dd4"/>
  </p:notesMasterIdLst>
  <p:sldIdLst>
    <p:sldId id="256" r:id="researchSlide1"/>
    <p:sldId id="257" r:id="researchSlide2"/>
    <p:sldId id="258" r:id="researchSlide3"/>
    <p:sldId id="259" r:id="researchSlide4"/>
    <p:sldId id="260" r:id="researchSlide5"/>
    <p:sldId id="261" r:id="researchSlide6"/>
    <p:sldId id="262" r:id="researchSlide7"/>
    <p:sldId id="263" r:id="researchSlide8"/>
    <p:sldId id="264" r:id="researchSlide9"/>
    <p:sldId id="265" r:id="researchSlide10"/>
    <p:sldId id="266" r:id="researchSlide11"/>
    <p:sldId id="267" r:id="researchSlide12"/>
    <p:sldId id="268" r:id="researchSlide13"/>
    <p:sldId id="269" r:id="researchSlide14"/>
  </p:sldIdLst>
  <p:sldSz cx="12192000" cy="6858000"/>
  <p:notesSz cx="6858000" cy="9144000"/>
</p:presentation>
</file>

<file path=ppt/presProps.xml><?xml version="1.0" encoding="utf-8"?>
<p:presentationPr xmlns:ns1="http://schemas.microsoft.com/office/powerpoint/2010/main" xmlns:ns2="http://schemas.microsoft.com/office/powerpoint/2012/main" xmlns:p="http://schemas.openxmlformats.org/presentationml/2006/main">
  <p:extLst>
    <p:ext uri="{E76CE94A-603C-4142-B9EB-6D1370010A27}">
      <ns1:discardImageEditData val="0"/>
    </p:ext>
    <p:ext uri="{D31A062A-798A-4329-ABDD-BBA856620510}">
      <ns1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03c946439b9f4075" /><Relationship Type="http://schemas.openxmlformats.org/officeDocument/2006/relationships/slideMaster" Target="/ppt/slideMasters/slideMaster1.xml" Id="Rb19ee25308e24c04" /><Relationship Type="http://schemas.openxmlformats.org/officeDocument/2006/relationships/notesMaster" Target="/ppt/notesMasters/notesMaster1.xml" Id="R61c415f220744dd4" /><Relationship Type="http://schemas.openxmlformats.org/officeDocument/2006/relationships/presProps" Target="/ppt/presProps.xml" Id="Ra206bb6ddb7e4a48" /><Relationship Type="http://schemas.openxmlformats.org/officeDocument/2006/relationships/tableStyles" Target="/ppt/tableStyles.xml" Id="R708608b2d79d4b97" /><Relationship Id="researchSlide1" Type="http://schemas.openxmlformats.org/officeDocument/2006/relationships/slide" Target="/ppt/slides/slide1.xml" /><Relationship Id="researchSlide2" Type="http://schemas.openxmlformats.org/officeDocument/2006/relationships/slide" Target="/ppt/slides/slide2.xml" /><Relationship Id="researchSlide3" Type="http://schemas.openxmlformats.org/officeDocument/2006/relationships/slide" Target="/ppt/slides/slide3.xml" /><Relationship Id="researchSlide4" Type="http://schemas.openxmlformats.org/officeDocument/2006/relationships/slide" Target="/ppt/slides/slide4.xml" /><Relationship Id="researchSlide5" Type="http://schemas.openxmlformats.org/officeDocument/2006/relationships/slide" Target="/ppt/slides/slide5.xml" /><Relationship Id="researchSlide6" Type="http://schemas.openxmlformats.org/officeDocument/2006/relationships/slide" Target="/ppt/slides/slide6.xml" /><Relationship Id="researchSlide7" Type="http://schemas.openxmlformats.org/officeDocument/2006/relationships/slide" Target="/ppt/slides/slide7.xml" /><Relationship Id="researchSlide8" Type="http://schemas.openxmlformats.org/officeDocument/2006/relationships/slide" Target="/ppt/slides/slide8.xml" /><Relationship Id="researchSlide9" Type="http://schemas.openxmlformats.org/officeDocument/2006/relationships/slide" Target="/ppt/slides/slide9.xml" /><Relationship Id="researchSlide10" Type="http://schemas.openxmlformats.org/officeDocument/2006/relationships/slide" Target="/ppt/slides/slide10.xml" /><Relationship Id="researchSlide11" Type="http://schemas.openxmlformats.org/officeDocument/2006/relationships/slide" Target="/ppt/slides/slide11.xml" /><Relationship Id="researchSlide12" Type="http://schemas.openxmlformats.org/officeDocument/2006/relationships/slide" Target="/ppt/slides/slide12.xml" /><Relationship Id="researchSlide13" Type="http://schemas.openxmlformats.org/officeDocument/2006/relationships/slide" Target="/ppt/slides/slide13.xml" /><Relationship Id="researchSlide14" Type="http://schemas.openxmlformats.org/officeDocument/2006/relationships/slide" Target="/ppt/slides/slide14.xml" /></Relationships>
</file>

<file path=ppt/charts/_rels/chart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.xlsx" /></Relationships>
</file>

<file path=ppt/charts/_rels/chart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2.xlsx" /></Relationships>
</file>

<file path=ppt/charts/_rels/chart3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3.xlsx" /></Relationships>
</file>

<file path=ppt/charts/_rels/chart4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4.xlsx" /></Relationships>
</file>

<file path=ppt/charts/_rels/chart5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5.xlsx" /></Relationships>
</file>

<file path=ppt/charts/_rels/chart6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6.xlsx" /></Relationships>
</file>

<file path=ppt/charts/_rels/chart7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7.xlsx" /></Relationships>
</file>

<file path=ppt/charts/_rels/chart8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8.xlsx" /></Relationships>
</file>

<file path=ppt/charts/_rels/chart9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9.xlsx" /></Relationships>
</file>

<file path=ppt/charts/_rels/chart10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0.xlsx" /></Relationships>
</file>

<file path=ppt/charts/_rels/chart11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1.xlsx" /></Relationships>
</file>

<file path=ppt/charts/_rels/chart12.xml.rels><?xml version='1.0' encoding='utf-8'?>
<Relationships xmlns="http://schemas.openxmlformats.org/package/2006/relationships"><Relationship Id="rIdChartSnapshot1" Type="http://schemas.openxmlformats.org/officeDocument/2006/relationships/package" Target="/ppt/embeddings/data12.xlsx" /></Relationships>
</file>

<file path=ppt/charts/chart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8"/>
          <c:w val="0.81"/>
          <c:h val="0.52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lineChart>
        <c:grouping val="standard"/>
        <c:varyColors val="0"/>
        <c:ser>
          <c:idx val="0"/>
          <c:order val="0"/>
          <c:tx>
            <c:v>物种甲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50</c:v>
                </c:pt>
                <c:pt idx="1">
                  <c:v>80</c:v>
                </c:pt>
                <c:pt idx="2">
                  <c:v>115</c:v>
                </c:pt>
                <c:pt idx="3">
                  <c:v>133</c:v>
                </c:pt>
                <c:pt idx="4">
                  <c:v>112</c:v>
                </c:pt>
                <c:pt idx="5">
                  <c:v>83</c:v>
                </c:pt>
                <c:pt idx="6">
                  <c:v>54</c:v>
                </c:pt>
                <c:pt idx="7">
                  <c:v>30</c:v>
                </c:pt>
                <c:pt idx="8">
                  <c:v>18</c:v>
                </c:pt>
                <c:pt idx="9">
                  <c:v>24</c:v>
                </c:pt>
                <c:pt idx="10">
                  <c:v>31</c:v>
                </c:pt>
                <c:pt idx="11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v>物种乙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22</c:v>
                </c:pt>
                <c:pt idx="1">
                  <c:v>31</c:v>
                </c:pt>
                <c:pt idx="2">
                  <c:v>40</c:v>
                </c:pt>
                <c:pt idx="3">
                  <c:v>47</c:v>
                </c:pt>
                <c:pt idx="4">
                  <c:v>37</c:v>
                </c:pt>
                <c:pt idx="5">
                  <c:v>32</c:v>
                </c:pt>
                <c:pt idx="6">
                  <c:v>40</c:v>
                </c:pt>
                <c:pt idx="7">
                  <c:v>52</c:v>
                </c:pt>
                <c:pt idx="8">
                  <c:v>78</c:v>
                </c:pt>
                <c:pt idx="9">
                  <c:v>97</c:v>
                </c:pt>
                <c:pt idx="10">
                  <c:v>52</c:v>
                </c:pt>
                <c:pt idx="11">
                  <c:v>30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16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记录数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3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clustered"/>
        <c:varyColors val="0"/>
        <c:ser>
          <c:idx val="0"/>
          <c:order val="0"/>
          <c:tx>
            <c:v>群落甲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clustered"/>
        <c:varyColors val="0"/>
        <c:ser>
          <c:idx val="0"/>
          <c:order val="0"/>
          <c:tx>
            <c:v>群落乙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物种1</c:v>
                </c:pt>
                <c:pt idx="1">
                  <c:v>物种2</c:v>
                </c:pt>
                <c:pt idx="2">
                  <c:v>物种3</c:v>
                </c:pt>
                <c:pt idx="3">
                  <c:v>物种4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70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个体数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4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示意数据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Data'!$A$2:$A$27</c:f>
              <c:numCache>
                <c:formatCode>General</c:formatCode>
                <c:ptCount val="26"/>
                <c:pt idx="0">
                  <c:v>10</c:v>
                </c:pt>
                <c:pt idx="1">
                  <c:v>12.2</c:v>
                </c:pt>
                <c:pt idx="2">
                  <c:v>14.4</c:v>
                </c:pt>
                <c:pt idx="3">
                  <c:v>16.6</c:v>
                </c:pt>
                <c:pt idx="4">
                  <c:v>18.8</c:v>
                </c:pt>
                <c:pt idx="5">
                  <c:v>21</c:v>
                </c:pt>
                <c:pt idx="6">
                  <c:v>23.2</c:v>
                </c:pt>
                <c:pt idx="7">
                  <c:v>25.4</c:v>
                </c:pt>
                <c:pt idx="8">
                  <c:v>27.6</c:v>
                </c:pt>
                <c:pt idx="9">
                  <c:v>29.8</c:v>
                </c:pt>
                <c:pt idx="10">
                  <c:v>32</c:v>
                </c:pt>
                <c:pt idx="11">
                  <c:v>34.2</c:v>
                </c:pt>
                <c:pt idx="12">
                  <c:v>36.4</c:v>
                </c:pt>
                <c:pt idx="13">
                  <c:v>38.6</c:v>
                </c:pt>
                <c:pt idx="14">
                  <c:v>40.8</c:v>
                </c:pt>
                <c:pt idx="15">
                  <c:v>43</c:v>
                </c:pt>
                <c:pt idx="16">
                  <c:v>45.2</c:v>
                </c:pt>
                <c:pt idx="17">
                  <c:v>47.4</c:v>
                </c:pt>
                <c:pt idx="18">
                  <c:v>49.6</c:v>
                </c:pt>
                <c:pt idx="19">
                  <c:v>51.8</c:v>
                </c:pt>
                <c:pt idx="20">
                  <c:v>54</c:v>
                </c:pt>
                <c:pt idx="21">
                  <c:v>56.2</c:v>
                </c:pt>
                <c:pt idx="22">
                  <c:v>58.4</c:v>
                </c:pt>
                <c:pt idx="23">
                  <c:v>60.6</c:v>
                </c:pt>
                <c:pt idx="24">
                  <c:v>62.8</c:v>
                </c:pt>
                <c:pt idx="25">
                  <c:v>65</c:v>
                </c:pt>
              </c:numCache>
            </c:numRef>
          </c:xVal>
          <c:yVal>
            <c:numRef>
              <c:f>'Chart Data'!$B$2:$B$27</c:f>
              <c:numCache>
                <c:formatCode>General</c:formatCode>
                <c:ptCount val="26"/>
                <c:pt idx="0">
                  <c:v>10</c:v>
                </c:pt>
                <c:pt idx="1">
                  <c:v>16.7</c:v>
                </c:pt>
                <c:pt idx="2">
                  <c:v>10.6</c:v>
                </c:pt>
                <c:pt idx="3">
                  <c:v>15.2</c:v>
                </c:pt>
                <c:pt idx="4">
                  <c:v>23.7</c:v>
                </c:pt>
                <c:pt idx="5">
                  <c:v>18.3</c:v>
                </c:pt>
                <c:pt idx="6">
                  <c:v>20.5</c:v>
                </c:pt>
                <c:pt idx="7">
                  <c:v>30.4</c:v>
                </c:pt>
                <c:pt idx="8">
                  <c:v>26.2</c:v>
                </c:pt>
                <c:pt idx="9">
                  <c:v>26</c:v>
                </c:pt>
                <c:pt idx="10">
                  <c:v>36.6</c:v>
                </c:pt>
                <c:pt idx="11">
                  <c:v>34.2</c:v>
                </c:pt>
                <c:pt idx="12">
                  <c:v>31.9</c:v>
                </c:pt>
                <c:pt idx="13">
                  <c:v>42.4</c:v>
                </c:pt>
                <c:pt idx="14">
                  <c:v>42.2</c:v>
                </c:pt>
                <c:pt idx="15">
                  <c:v>38.1</c:v>
                </c:pt>
                <c:pt idx="16">
                  <c:v>48</c:v>
                </c:pt>
                <c:pt idx="17">
                  <c:v>50</c:v>
                </c:pt>
                <c:pt idx="18">
                  <c:v>44.6</c:v>
                </c:pt>
                <c:pt idx="19">
                  <c:v>53.3</c:v>
                </c:pt>
                <c:pt idx="20">
                  <c:v>57.7</c:v>
                </c:pt>
                <c:pt idx="21">
                  <c:v>51.6</c:v>
                </c:pt>
                <c:pt idx="22">
                  <c:v>58.5</c:v>
                </c:pt>
                <c:pt idx="23">
                  <c:v>65.1</c:v>
                </c:pt>
                <c:pt idx="24">
                  <c:v>59</c:v>
                </c:pt>
                <c:pt idx="25">
                  <c:v>63.7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8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观测值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0"/>
      </c:valAx>
      <c:valAx>
        <c:axId val="48650112"/>
        <c:scaling>
          <c:orientation val="minMax"/>
          <c:max val="80"/>
          <c:min val="0"/>
        </c:scaling>
        <c:delete val="0"/>
        <c:axPos val="b"/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20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scatterChart>
        <c:scatterStyle val="marker"/>
        <c:varyColors val="0"/>
        <c:ser>
          <c:idx val="0"/>
          <c:order val="0"/>
          <c:tx>
            <c:v>示意观测</c:v>
          </c:tx>
          <c:spPr>
            <a:noFill/>
            <a:ln>
              <a:noFill/>
            </a:ln>
          </c:spPr>
          <c:marker>
            <c:symbol val="circle"/>
            <c:size val="4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trendline>
            <c:spPr>
              <a:ln w="19050">
                <a:solidFill>
                  <a:srgbClr val="1359A0"/>
                </a:solidFill>
                <a:prstDash val="solid"/>
              </a:ln>
            </c:spPr>
            <c:trendlineType val="linear"/>
            <c:dispRSqr val="0"/>
            <c:dispEq val="0"/>
          </c:trendline>
          <c:xVal>
            <c:numRef>
              <c:f>'Chart Data'!$A$2:$A$42</c:f>
              <c:numCache>
                <c:formatCode>General</c:formatCode>
                <c:ptCount val="41"/>
                <c:pt idx="0">
                  <c:v>0</c:v>
                </c:pt>
                <c:pt idx="1">
                  <c:v>0.025</c:v>
                </c:pt>
                <c:pt idx="2">
                  <c:v>0.05</c:v>
                </c:pt>
                <c:pt idx="3">
                  <c:v>0.075</c:v>
                </c:pt>
                <c:pt idx="4">
                  <c:v>0.1</c:v>
                </c:pt>
                <c:pt idx="5">
                  <c:v>0.125</c:v>
                </c:pt>
                <c:pt idx="6">
                  <c:v>0.15</c:v>
                </c:pt>
                <c:pt idx="7">
                  <c:v>0.175</c:v>
                </c:pt>
                <c:pt idx="8">
                  <c:v>0.2</c:v>
                </c:pt>
                <c:pt idx="9">
                  <c:v>0.225</c:v>
                </c:pt>
                <c:pt idx="10">
                  <c:v>0.25</c:v>
                </c:pt>
                <c:pt idx="11">
                  <c:v>0.275</c:v>
                </c:pt>
                <c:pt idx="12">
                  <c:v>0.3</c:v>
                </c:pt>
                <c:pt idx="13">
                  <c:v>0.325</c:v>
                </c:pt>
                <c:pt idx="14">
                  <c:v>0.35</c:v>
                </c:pt>
                <c:pt idx="15">
                  <c:v>0.375</c:v>
                </c:pt>
                <c:pt idx="16">
                  <c:v>0.4</c:v>
                </c:pt>
                <c:pt idx="17">
                  <c:v>0.425</c:v>
                </c:pt>
                <c:pt idx="18">
                  <c:v>0.45</c:v>
                </c:pt>
                <c:pt idx="19">
                  <c:v>0.475</c:v>
                </c:pt>
                <c:pt idx="20">
                  <c:v>0.5</c:v>
                </c:pt>
                <c:pt idx="21">
                  <c:v>0.525</c:v>
                </c:pt>
                <c:pt idx="22">
                  <c:v>0.55</c:v>
                </c:pt>
                <c:pt idx="23">
                  <c:v>0.575</c:v>
                </c:pt>
                <c:pt idx="24">
                  <c:v>0.6</c:v>
                </c:pt>
                <c:pt idx="25">
                  <c:v>0.625</c:v>
                </c:pt>
                <c:pt idx="26">
                  <c:v>0.65</c:v>
                </c:pt>
                <c:pt idx="27">
                  <c:v>0.675</c:v>
                </c:pt>
                <c:pt idx="28">
                  <c:v>0.7</c:v>
                </c:pt>
                <c:pt idx="29">
                  <c:v>0.725</c:v>
                </c:pt>
                <c:pt idx="30">
                  <c:v>0.75</c:v>
                </c:pt>
                <c:pt idx="31">
                  <c:v>0.775</c:v>
                </c:pt>
                <c:pt idx="32">
                  <c:v>0.8</c:v>
                </c:pt>
                <c:pt idx="33">
                  <c:v>0.825</c:v>
                </c:pt>
                <c:pt idx="34">
                  <c:v>0.85</c:v>
                </c:pt>
                <c:pt idx="35">
                  <c:v>0.875</c:v>
                </c:pt>
                <c:pt idx="36">
                  <c:v>0.9</c:v>
                </c:pt>
                <c:pt idx="37">
                  <c:v>0.925</c:v>
                </c:pt>
                <c:pt idx="38">
                  <c:v>0.95</c:v>
                </c:pt>
                <c:pt idx="39">
                  <c:v>0.975</c:v>
                </c:pt>
                <c:pt idx="40">
                  <c:v>1</c:v>
                </c:pt>
              </c:numCache>
            </c:numRef>
          </c:xVal>
          <c:yVal>
            <c:numRef>
              <c:f>'Chart Data'!$B$2:$B$42</c:f>
              <c:numCache>
                <c:formatCode>General</c:formatCode>
                <c:ptCount val="41"/>
                <c:pt idx="0">
                  <c:v>80</c:v>
                </c:pt>
                <c:pt idx="1">
                  <c:v>85.9</c:v>
                </c:pt>
                <c:pt idx="2">
                  <c:v>67</c:v>
                </c:pt>
                <c:pt idx="3">
                  <c:v>81.2</c:v>
                </c:pt>
                <c:pt idx="4">
                  <c:v>76.1</c:v>
                </c:pt>
                <c:pt idx="5">
                  <c:v>63.6</c:v>
                </c:pt>
                <c:pt idx="6">
                  <c:v>80.3</c:v>
                </c:pt>
                <c:pt idx="7">
                  <c:v>65.5</c:v>
                </c:pt>
                <c:pt idx="8">
                  <c:v>63.5</c:v>
                </c:pt>
                <c:pt idx="9">
                  <c:v>75.9</c:v>
                </c:pt>
                <c:pt idx="10">
                  <c:v>56.3</c:v>
                </c:pt>
                <c:pt idx="11">
                  <c:v>64.9</c:v>
                </c:pt>
                <c:pt idx="12">
                  <c:v>67.9</c:v>
                </c:pt>
                <c:pt idx="13">
                  <c:v>50.2</c:v>
                </c:pt>
                <c:pt idx="14">
                  <c:v>65.7</c:v>
                </c:pt>
                <c:pt idx="15">
                  <c:v>57.7</c:v>
                </c:pt>
                <c:pt idx="16">
                  <c:v>47.8</c:v>
                </c:pt>
                <c:pt idx="17">
                  <c:v>63.9</c:v>
                </c:pt>
                <c:pt idx="18">
                  <c:v>47.2</c:v>
                </c:pt>
                <c:pt idx="19">
                  <c:v>48.2</c:v>
                </c:pt>
                <c:pt idx="20">
                  <c:v>58.5</c:v>
                </c:pt>
                <c:pt idx="21">
                  <c:v>38.7</c:v>
                </c:pt>
                <c:pt idx="22">
                  <c:v>49.7</c:v>
                </c:pt>
                <c:pt idx="23">
                  <c:v>49.8</c:v>
                </c:pt>
                <c:pt idx="24">
                  <c:v>33.6</c:v>
                </c:pt>
                <c:pt idx="25">
                  <c:v>50</c:v>
                </c:pt>
                <c:pt idx="26">
                  <c:v>39.3</c:v>
                </c:pt>
                <c:pt idx="27">
                  <c:v>32.1</c:v>
                </c:pt>
                <c:pt idx="28">
                  <c:v>47.3</c:v>
                </c:pt>
                <c:pt idx="29">
                  <c:v>29.1</c:v>
                </c:pt>
                <c:pt idx="30">
                  <c:v>33.1</c:v>
                </c:pt>
                <c:pt idx="31">
                  <c:v>40.9</c:v>
                </c:pt>
                <c:pt idx="32">
                  <c:v>21.5</c:v>
                </c:pt>
                <c:pt idx="33">
                  <c:v>34.5</c:v>
                </c:pt>
                <c:pt idx="34">
                  <c:v>31.5</c:v>
                </c:pt>
                <c:pt idx="35">
                  <c:v>17.4</c:v>
                </c:pt>
                <c:pt idx="36">
                  <c:v>34.1</c:v>
                </c:pt>
                <c:pt idx="37">
                  <c:v>20.8</c:v>
                </c:pt>
                <c:pt idx="38">
                  <c:v>16.7</c:v>
                </c:pt>
                <c:pt idx="39">
                  <c:v>30.4</c:v>
                </c:pt>
                <c:pt idx="40">
                  <c:v>11.2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物种数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25"/>
      </c:valAx>
      <c:valAx>
        <c:axId val="48650112"/>
        <c:scaling>
          <c:orientation val="minMax"/>
          <c:max val="1"/>
          <c:min val="0"/>
        </c:scaling>
        <c:delete val="0"/>
        <c:axPos val="b"/>
        <c:numFmt formatCode="0.0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2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barChart>
        <c:barDir val="col"/>
        <c:grouping val="stacked"/>
        <c:varyColors val="0"/>
        <c:ser>
          <c:idx val="0"/>
          <c:order val="0"/>
          <c:tx>
            <c:v>Q1</c:v>
          </c:tx>
          <c:spPr>
            <a:noFill/>
            <a:ln>
              <a:noFill/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0.1365</c:v>
                </c:pt>
                <c:pt idx="1">
                  <c:v>0.1365</c:v>
                </c:pt>
                <c:pt idx="2">
                  <c:v>0.1365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1.4245</c:v>
                </c:pt>
                <c:pt idx="1">
                  <c:v>0.9245</c:v>
                </c:pt>
                <c:pt idx="2">
                  <c:v>0.4045</c:v>
                </c:pt>
              </c:numCache>
            </c:numRef>
          </c:val>
        </c:ser>
        <c:ser>
          <c:idx val="1"/>
          <c:order val="1"/>
          <c:tx>
            <c:v>Median minus Q1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0.165</c:v>
                </c:pt>
                <c:pt idx="1">
                  <c:v>0.165</c:v>
                </c:pt>
                <c:pt idx="2">
                  <c:v>0.165</c:v>
                </c:pt>
              </c:numCache>
            </c:numRef>
          </c:val>
        </c:ser>
        <c:ser>
          <c:idx val="2"/>
          <c:order val="2"/>
          <c:tx>
            <c:v>Q3 minus median</c:v>
          </c:tx>
          <c:spPr>
            <a:solidFill>
              <a:srgbClr val="2685C9"/>
            </a:solidFill>
            <a:ln w="11430">
              <a:solidFill>
                <a:srgbClr val="1359A0"/>
              </a:solidFill>
            </a:ln>
          </c:spPr>
          <c:invertIfNegative val="0"/>
          <c:errBars>
            <c:errDir val="y"/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0.1745</c:v>
                </c:pt>
                <c:pt idx="1">
                  <c:v>0.1745</c:v>
                </c:pt>
                <c:pt idx="2">
                  <c:v>0.1745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连续林</c:v>
                </c:pt>
                <c:pt idx="1">
                  <c:v>过渡带</c:v>
                </c:pt>
                <c:pt idx="2">
                  <c:v>破碎林</c:v>
                </c:pt>
              </c:strCache>
            </c:strRef>
          </c:cat>
          <c:val>
            <c:numRef>
              <c:f>'Chart Data'!$F$2:$F$4</c:f>
              <c:numCache>
                <c:formatCode>General</c:formatCode>
                <c:ptCount val="3"/>
                <c:pt idx="0">
                  <c:v>0.103</c:v>
                </c:pt>
                <c:pt idx="1">
                  <c:v>0.103</c:v>
                </c:pt>
                <c:pt idx="2">
                  <c:v>0.103</c:v>
                </c:pt>
              </c:numCache>
            </c:numRef>
          </c: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1"/>
        <c:tickMarkSkip val="1"/>
      </c:catAx>
      <c:valAx>
        <c:axId val="48672768"/>
        <c:scaling>
          <c:orientation val="minMax"/>
          <c:max val="2.5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多样性指数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1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15"/>
          <c:y val="0.06"/>
          <c:w val="0.81"/>
          <c:h val="0.635"/>
        </c:manualLayout>
      </c:layout>
      <c:areaChart>
        <c:grouping val="stacked"/>
        <c:varyColors val="0"/>
        <c:ser>
          <c:idx val="0"/>
          <c:order val="0"/>
          <c:tx>
            <c:v>Lower bound</c:v>
          </c:tx>
          <c:spPr>
            <a:noFill/>
            <a:ln>
              <a:noFill/>
            </a:ln>
          </c:spPr>
          <c:cat>
            <c:strRef>
              <c:f>'Chart Data'!$A$2:$A$13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0.61</c:v>
                </c:pt>
                <c:pt idx="1">
                  <c:v>0.71</c:v>
                </c:pt>
                <c:pt idx="2">
                  <c:v>0.9</c:v>
                </c:pt>
                <c:pt idx="3">
                  <c:v>1.09</c:v>
                </c:pt>
                <c:pt idx="4">
                  <c:v>1.28</c:v>
                </c:pt>
                <c:pt idx="5">
                  <c:v>1.13</c:v>
                </c:pt>
                <c:pt idx="6">
                  <c:v>0.91</c:v>
                </c:pt>
                <c:pt idx="7">
                  <c:v>0.73</c:v>
                </c:pt>
                <c:pt idx="8">
                  <c:v>0.64</c:v>
                </c:pt>
                <c:pt idx="9">
                  <c:v>0.53</c:v>
                </c:pt>
                <c:pt idx="10">
                  <c:v>0.47</c:v>
                </c:pt>
                <c:pt idx="11">
                  <c:v>0.42</c:v>
                </c:pt>
              </c:numCache>
            </c:numRef>
          </c:val>
        </c:ser>
        <c:ser>
          <c:idx val="1"/>
          <c:order val="1"/>
          <c:tx>
            <c:v>Band width</c:v>
          </c:tx>
          <c:spPr>
            <a:solidFill>
              <a:srgbClr val="EDF5FF"/>
            </a:solidFill>
            <a:ln>
              <a:noFill/>
            </a:ln>
          </c:spPr>
          <c:cat>
            <c:strRef>
              <c:f>'Chart Data'!$C$2:$C$13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0.34</c:v>
                </c:pt>
                <c:pt idx="1">
                  <c:v>0.38</c:v>
                </c:pt>
                <c:pt idx="2">
                  <c:v>0.4</c:v>
                </c:pt>
                <c:pt idx="3">
                  <c:v>0.42</c:v>
                </c:pt>
                <c:pt idx="4">
                  <c:v>0.4</c:v>
                </c:pt>
                <c:pt idx="5">
                  <c:v>0.38</c:v>
                </c:pt>
                <c:pt idx="6">
                  <c:v>0.38</c:v>
                </c:pt>
                <c:pt idx="7">
                  <c:v>0.38</c:v>
                </c:pt>
                <c:pt idx="8">
                  <c:v>0.38</c:v>
                </c:pt>
                <c:pt idx="9">
                  <c:v>0.38</c:v>
                </c:pt>
                <c:pt idx="10">
                  <c:v>0.38</c:v>
                </c:pt>
                <c:pt idx="11">
                  <c:v>0.36</c:v>
                </c:pt>
              </c:numCache>
            </c:numRef>
          </c:val>
        </c:ser>
        <c:axId val="48650112"/>
        <c:axId val="48672768"/>
      </c:areaChart>
      <c:lineChart>
        <c:grouping val="standard"/>
        <c:varyColors val="0"/>
        <c:ser>
          <c:idx val="2"/>
          <c:order val="2"/>
          <c:tx>
            <c:v>情景 A</c:v>
          </c:tx>
          <c:spPr>
            <a:solidFill>
              <a:srgbClr val="1359A0"/>
            </a:solidFill>
            <a:ln w="19050">
              <a:solidFill>
                <a:srgbClr val="1359A0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cat>
            <c:strRef>
              <c:f>'Chart Data'!$E$2:$E$13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Data'!$F$2:$F$13</c:f>
              <c:numCache>
                <c:formatCode>General</c:formatCode>
                <c:ptCount val="12"/>
                <c:pt idx="0">
                  <c:v>0.78</c:v>
                </c:pt>
                <c:pt idx="1">
                  <c:v>0.9</c:v>
                </c:pt>
                <c:pt idx="2">
                  <c:v>1.1</c:v>
                </c:pt>
                <c:pt idx="3">
                  <c:v>1.3</c:v>
                </c:pt>
                <c:pt idx="4">
                  <c:v>1.48</c:v>
                </c:pt>
                <c:pt idx="5">
                  <c:v>1.32</c:v>
                </c:pt>
                <c:pt idx="6">
                  <c:v>1.1</c:v>
                </c:pt>
                <c:pt idx="7">
                  <c:v>0.92</c:v>
                </c:pt>
                <c:pt idx="8">
                  <c:v>0.83</c:v>
                </c:pt>
                <c:pt idx="9">
                  <c:v>0.72</c:v>
                </c:pt>
                <c:pt idx="10">
                  <c:v>0.66</c:v>
                </c:pt>
                <c:pt idx="11">
                  <c:v>0.6</c:v>
                </c:pt>
              </c:numCache>
            </c:numRef>
          </c:val>
          <c:smooth val="0"/>
        </c:ser>
        <c:ser>
          <c:idx val="3"/>
          <c:order val="3"/>
          <c:tx>
            <c:v>情景 B</c:v>
          </c:tx>
          <c:spPr>
            <a:solidFill>
              <a:srgbClr val="B82D32"/>
            </a:solidFill>
            <a:ln w="19050">
              <a:solidFill>
                <a:srgbClr val="B82D32"/>
              </a:solidFill>
              <a:prstDash val="solid"/>
            </a:ln>
          </c:spPr>
          <c:marker>
            <c:symbol val="circle"/>
            <c:size val="5"/>
            <c:spPr>
              <a:solidFill>
                <a:srgbClr val="B82D32"/>
              </a:solidFill>
              <a:ln w="8890">
                <a:solidFill>
                  <a:srgbClr val="B82D32"/>
                </a:solidFill>
              </a:ln>
            </c:spPr>
          </c:marker>
          <c:cat>
            <c:strRef>
              <c:f>'Chart Data'!$G$2:$G$13</c:f>
              <c:strCache>
                <c:ptCount val="12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'Chart Data'!$H$2:$H$13</c:f>
              <c:numCache>
                <c:formatCode>General</c:formatCode>
                <c:ptCount val="12"/>
                <c:pt idx="0">
                  <c:v>0.24</c:v>
                </c:pt>
                <c:pt idx="1">
                  <c:v>0.32</c:v>
                </c:pt>
                <c:pt idx="2">
                  <c:v>0.44</c:v>
                </c:pt>
                <c:pt idx="3">
                  <c:v>0.61</c:v>
                </c:pt>
                <c:pt idx="4">
                  <c:v>0.72</c:v>
                </c:pt>
                <c:pt idx="5">
                  <c:v>0.6</c:v>
                </c:pt>
                <c:pt idx="6">
                  <c:v>0.52</c:v>
                </c:pt>
                <c:pt idx="7">
                  <c:v>0.38</c:v>
                </c:pt>
                <c:pt idx="8">
                  <c:v>0.31</c:v>
                </c:pt>
                <c:pt idx="9">
                  <c:v>0.27</c:v>
                </c:pt>
                <c:pt idx="10">
                  <c:v>0.25</c:v>
                </c:pt>
                <c:pt idx="11">
                  <c:v>0.24</c:v>
                </c:pt>
              </c:numCache>
            </c:numRef>
          </c:val>
          <c:smooth val="0"/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tickLblSkip val="2"/>
        <c:tickMarkSkip val="2"/>
      </c:catAx>
      <c:valAx>
        <c:axId val="48672768"/>
        <c:scaling>
          <c:orientation val="minMax"/>
          <c:max val="2"/>
          <c:min val="0"/>
        </c:scaling>
        <c:delete val="0"/>
        <c:axPos val="l"/>
        <c:title>
          <c:tx>
            <c:rich>
              <a:bodyPr/>
              <a:lstStyle/>
              <a:p>
                <a:r>
                  <a:rPr sz="1275">
                    <a:latin typeface="Noto Sans CJK SC"/>
                    <a:ea typeface="Noto Sans CJK SC"/>
                    <a:cs typeface="Noto Sans CJK SC"/>
                  </a:rPr>
                  <a:t>相对活动指数</a:t>
                </a:r>
                <a:endParaRPr/>
              </a:p>
            </c:rich>
          </c:tx>
          <c:layout>
            <c:manualLayout>
              <c:xMode val="edge"/>
              <c:yMode val="edge"/>
              <c:x val="-0.05"/>
              <c:y val="0.2"/>
            </c:manualLayout>
          </c:layout>
          <c:overlay val="0"/>
          <c:txPr>
            <a:bodyPr anchorCtr="1"/>
            <a:lstStyle/>
            <a:p>
              <a:pPr>
                <a:defRPr sz="1275">
                  <a:latin typeface="Noto Sans CJK SC"/>
                  <a:ea typeface="Noto Sans CJK SC"/>
                  <a:cs typeface="Noto Sans CJK SC"/>
                </a:defRPr>
              </a:pPr>
            </a:p>
          </c:txPr>
        </c:title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crossBetween val="between"/>
        <c:majorUnit val="0.5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charts/chart12.xml><?xml version="1.0" encoding="utf-8"?>
<c:chartSpace xmlns:a="http://schemas.openxmlformats.org/drawingml/2006/main" xmlns:c="http://schemas.openxmlformats.org/drawingml/2006/chart" xmlns:r="http://schemas.openxmlformats.org/officeDocument/2006/relationships">
  <c:lang val="en-US"/>
  <c:chart>
    <c:plotArea>
      <c:layout>
        <c:manualLayout>
          <c:layoutTarget val="inner"/>
          <c:xMode val="edge"/>
          <c:yMode val="edge"/>
          <c:x val="0.27"/>
          <c:y val="0.05"/>
          <c:w val="0.69"/>
          <c:h val="0.635"/>
        </c:manualLayout>
      </c:layout>
      <c:scatterChart>
        <c:scatterStyle val="marker"/>
        <c:varyColors val="0"/>
        <c:ser>
          <c:idx val="0"/>
          <c:order val="0"/>
          <c:tx>
            <c:v>效应估计</c:v>
          </c:tx>
          <c:spPr>
            <a:noFill/>
            <a:ln>
              <a:noFill/>
            </a:ln>
          </c:spPr>
          <c:marker>
            <c:symbol val="circle"/>
            <c:size val="7"/>
            <c:spPr>
              <a:solidFill>
                <a:srgbClr val="1359A0"/>
              </a:solidFill>
              <a:ln w="8890">
                <a:solidFill>
                  <a:srgbClr val="1359A0"/>
                </a:solidFill>
              </a:ln>
            </c:spPr>
          </c:marker>
          <c:errBars>
            <c:errDir val="x"/>
            <c:errBarType val="both"/>
            <c:errValType val="cust"/>
            <c:noEndCap val="0"/>
            <c:pl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0.22</c:v>
                </c:pt>
                <c:pt idx="3">
                  <c:v>0.2</c:v>
                </c:pt>
              </c:numLit>
            </c:plus>
            <c:minus>
              <c:numLit>
                <c:formatCode>General</c:formatCode>
                <c:ptCount val="4"/>
                <c:pt idx="0">
                  <c:v>0.23</c:v>
                </c:pt>
                <c:pt idx="1">
                  <c:v>0.17</c:v>
                </c:pt>
                <c:pt idx="2">
                  <c:v>0.21</c:v>
                </c:pt>
                <c:pt idx="3">
                  <c:v>0.18</c:v>
                </c:pt>
              </c:numLit>
            </c:minus>
            <c:spPr>
              <a:ln w="15240">
                <a:solidFill>
                  <a:srgbClr val="1359A0"/>
                </a:solidFill>
              </a:ln>
            </c:spPr>
          </c:errBars>
          <c:xVal>
            <c:numRef>
              <c:f>'Chart Data'!$A$2:$A$5</c:f>
              <c:numCache>
                <c:formatCode>General</c:formatCode>
                <c:ptCount val="4"/>
                <c:pt idx="0">
                  <c:v>0.42</c:v>
                </c:pt>
                <c:pt idx="1">
                  <c:v>-0.24</c:v>
                </c:pt>
                <c:pt idx="2">
                  <c:v>0.31</c:v>
                </c:pt>
                <c:pt idx="3">
                  <c:v>-0.44</c:v>
                </c:pt>
              </c:numCache>
            </c:numRef>
          </c:xVal>
          <c:yVal>
            <c:numRef>
              <c:f>'Chart Data'!$B$2:$B$5</c:f>
              <c:numCache>
                <c:formatCode>General</c:formatCode>
                <c:ptCount val="4"/>
                <c:pt idx="0">
                  <c:v>4</c:v>
                </c:pt>
                <c:pt idx="1">
                  <c:v>3</c:v>
                </c:pt>
                <c:pt idx="2">
                  <c:v>2</c:v>
                </c:pt>
                <c:pt idx="3">
                  <c:v>1</c:v>
                </c:pt>
              </c:numCache>
            </c:numRef>
          </c:yVal>
        </c:ser>
        <c:dLbls>
          <c:txPr>
            <a:bodyPr anchorCtr="1"/>
            <a:lstStyle/>
            <a:p>
              <a:pPr>
                <a:defRPr>
                  <a:latin typeface="Noto Sans CJK SC"/>
                  <a:ea typeface="Noto Sans CJK SC"/>
                  <a:cs typeface="Noto Sans CJK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0"/>
        </c:scaling>
        <c:delete val="0"/>
        <c:axPos val="l"/>
        <c:numFmt formatCode="&quot;&quot;" sourceLinked="0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50112"/>
        <c:majorUnit val="1"/>
      </c:valAx>
      <c:valAx>
        <c:axId val="48650112"/>
        <c:scaling>
          <c:orientation val="minMax"/>
          <c:max val="0.8"/>
          <c:min val="-0.8"/>
        </c:scaling>
        <c:delete val="0"/>
        <c:axPos val="b"/>
        <c:numFmt formatCode="0.0" sourceLinked="0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666666"/>
                </a:solidFill>
                <a:latin typeface="Noto Sans CJK SC"/>
                <a:ea typeface="Noto Sans CJK SC"/>
                <a:cs typeface="Noto Sans CJK SC"/>
              </a:defRPr>
            </a:pPr>
          </a:p>
        </c:txPr>
        <c:crossAx val="48672768"/>
        <c:majorUnit val="0.4"/>
      </c:valAx>
      <c:spPr>
        <a:noFill/>
        <a:ln w="0">
          <a:noFill/>
        </a:ln>
      </c:spPr>
    </c:plotArea>
    <c:plotVisOnly val="1"/>
  </c:chart>
  <c:spPr>
    <a:noFill/>
    <a:ln w="0">
      <a:noFill/>
    </a:ln>
  </c:spPr>
  <c:externalData r:id="rIdChartSnapshot1">
    <c:autoUpdate val="0"/>
  </c:externalData>
</c:chartSpace>
</file>

<file path=ppt/notesMasters/_rels/notesMaster1.xml.rels><?xml version='1.0' encoding='utf-8'?>
<Relationships xmlns="http://schemas.openxmlformats.org/package/2006/relationships"><Relationship Type="http://schemas.openxmlformats.org/officeDocument/2006/relationships/theme" Target="/ppt/notesMasters/theme/theme3.xml" Id="R913960fe16274819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?>
<Relationships xmlns="http://schemas.openxmlformats.org/package/2006/relationships"><Relationship Type="http://schemas.openxmlformats.org/officeDocument/2006/relationships/slide" Target="/ppt/slides/slide1.xml" Id="Rb8ecb1a0f4c347b8" /><Relationship Type="http://schemas.openxmlformats.org/officeDocument/2006/relationships/notesMaster" Target="/ppt/notesMasters/notesMaster1.xml" Id="R1f9ddf8ce2e948fd" /></Relationships>
</file>

<file path=ppt/notesSlides/_rels/notesSlide2.xml.rels><?xml version='1.0' encoding='utf-8'?>
<Relationships xmlns="http://schemas.openxmlformats.org/package/2006/relationships"><Relationship Type="http://schemas.openxmlformats.org/officeDocument/2006/relationships/slide" Target="/ppt/slides/slide2.xml" Id="R9a7bfe174d0e4ccf" /><Relationship Type="http://schemas.openxmlformats.org/officeDocument/2006/relationships/notesMaster" Target="/ppt/notesMasters/notesMaster1.xml" Id="R0c5b9a79d98d42ed" /></Relationships>
</file>

<file path=ppt/notesSlides/_rels/notesSlide3.xml.rels><?xml version='1.0' encoding='utf-8'?>
<Relationships xmlns="http://schemas.openxmlformats.org/package/2006/relationships"><Relationship Type="http://schemas.openxmlformats.org/officeDocument/2006/relationships/slide" Target="/ppt/slides/slide3.xml" Id="Rb70eeec2696d4581" /><Relationship Type="http://schemas.openxmlformats.org/officeDocument/2006/relationships/notesMaster" Target="/ppt/notesMasters/notesMaster1.xml" Id="Rafb4a98151eb46f4" /></Relationships>
</file>

<file path=ppt/notesSlides/_rels/notesSlide4.xml.rels><?xml version='1.0' encoding='utf-8'?>
<Relationships xmlns="http://schemas.openxmlformats.org/package/2006/relationships"><Relationship Type="http://schemas.openxmlformats.org/officeDocument/2006/relationships/slide" Target="/ppt/slides/slide4.xml" Id="R1567c83f4b6a4b74" /><Relationship Type="http://schemas.openxmlformats.org/officeDocument/2006/relationships/notesMaster" Target="/ppt/notesMasters/notesMaster1.xml" Id="R0926ce8f21de4b11" /></Relationships>
</file>

<file path=ppt/notesSlides/_rels/notesSlide5.xml.rels><?xml version='1.0' encoding='utf-8'?>
<Relationships xmlns="http://schemas.openxmlformats.org/package/2006/relationships"><Relationship Type="http://schemas.openxmlformats.org/officeDocument/2006/relationships/slide" Target="/ppt/slides/slide5.xml" Id="Rfc6e8ac78c5545a3" /><Relationship Type="http://schemas.openxmlformats.org/officeDocument/2006/relationships/notesMaster" Target="/ppt/notesMasters/notesMaster1.xml" Id="Rf0bb6a3157794807" /></Relationships>
</file>

<file path=ppt/notesSlides/_rels/notesSlide6.xml.rels><?xml version='1.0' encoding='utf-8'?>
<Relationships xmlns="http://schemas.openxmlformats.org/package/2006/relationships"><Relationship Type="http://schemas.openxmlformats.org/officeDocument/2006/relationships/slide" Target="/ppt/slides/slide6.xml" Id="R41799d7d8e3843f1" /><Relationship Type="http://schemas.openxmlformats.org/officeDocument/2006/relationships/notesMaster" Target="/ppt/notesMasters/notesMaster1.xml" Id="R5ce3b7a540304d6b" /></Relationships>
</file>

<file path=ppt/notesSlides/_rels/notesSlide7.xml.rels><?xml version='1.0' encoding='utf-8'?>
<Relationships xmlns="http://schemas.openxmlformats.org/package/2006/relationships"><Relationship Type="http://schemas.openxmlformats.org/officeDocument/2006/relationships/slide" Target="/ppt/slides/slide7.xml" Id="R114553076e04493d" /><Relationship Type="http://schemas.openxmlformats.org/officeDocument/2006/relationships/notesMaster" Target="/ppt/notesMasters/notesMaster1.xml" Id="Rca58bf0f836b4098" /></Relationships>
</file>

<file path=ppt/notesSlides/_rels/notesSlide8.xml.rels><?xml version='1.0' encoding='utf-8'?>
<Relationships xmlns="http://schemas.openxmlformats.org/package/2006/relationships"><Relationship Type="http://schemas.openxmlformats.org/officeDocument/2006/relationships/slide" Target="/ppt/slides/slide8.xml" Id="R2e71f6aa53874f33" /><Relationship Type="http://schemas.openxmlformats.org/officeDocument/2006/relationships/notesMaster" Target="/ppt/notesMasters/notesMaster1.xml" Id="Rbc334885f09040c8" /></Relationships>
</file>

<file path=ppt/notesSlides/_rels/notesSlide9.xml.rels><?xml version='1.0' encoding='utf-8'?>
<Relationships xmlns="http://schemas.openxmlformats.org/package/2006/relationships"><Relationship Type="http://schemas.openxmlformats.org/officeDocument/2006/relationships/slide" Target="/ppt/slides/slide9.xml" Id="Rd0cc5ea8d0c74a67" /><Relationship Type="http://schemas.openxmlformats.org/officeDocument/2006/relationships/notesMaster" Target="/ppt/notesMasters/notesMaster1.xml" Id="Reeaf5a3cd56d4190" /></Relationships>
</file>

<file path=ppt/notesSlides/_rels/notesSlide10.xml.rels><?xml version='1.0' encoding='utf-8'?>
<Relationships xmlns="http://schemas.openxmlformats.org/package/2006/relationships"><Relationship Type="http://schemas.openxmlformats.org/officeDocument/2006/relationships/slide" Target="/ppt/slides/slide10.xml" Id="Rc4e15e69f21a4d07" /><Relationship Type="http://schemas.openxmlformats.org/officeDocument/2006/relationships/notesMaster" Target="/ppt/notesMasters/notesMaster1.xml" Id="R146efe84a7b445ef" /></Relationships>
</file>

<file path=ppt/notesSlides/_rels/notesSlide11.xml.rels><?xml version='1.0' encoding='utf-8'?>
<Relationships xmlns="http://schemas.openxmlformats.org/package/2006/relationships"><Relationship Type="http://schemas.openxmlformats.org/officeDocument/2006/relationships/slide" Target="/ppt/slides/slide11.xml" Id="R4cf529f6e1c7487c" /><Relationship Type="http://schemas.openxmlformats.org/officeDocument/2006/relationships/notesMaster" Target="/ppt/notesMasters/notesMaster1.xml" Id="Rf4725e7255104779" /></Relationships>
</file>

<file path=ppt/notesSlides/_rels/notesSlide12.xml.rels><?xml version='1.0' encoding='utf-8'?>
<Relationships xmlns="http://schemas.openxmlformats.org/package/2006/relationships"><Relationship Type="http://schemas.openxmlformats.org/officeDocument/2006/relationships/slide" Target="/ppt/slides/slide12.xml" Id="R1a98765aa4d045e3" /><Relationship Type="http://schemas.openxmlformats.org/officeDocument/2006/relationships/notesMaster" Target="/ppt/notesMasters/notesMaster1.xml" Id="Rf71fc11f984e4167" /></Relationships>
</file>

<file path=ppt/notesSlides/_rels/notesSlide13.xml.rels><?xml version='1.0' encoding='utf-8'?>
<Relationships xmlns="http://schemas.openxmlformats.org/package/2006/relationships"><Relationship Type="http://schemas.openxmlformats.org/officeDocument/2006/relationships/slide" Target="/ppt/slides/slide13.xml" Id="Rcabf86a481cf4e46" /><Relationship Type="http://schemas.openxmlformats.org/officeDocument/2006/relationships/notesMaster" Target="/ppt/notesMasters/notesMaster1.xml" Id="Rfdb328f4526545f4" /></Relationships>
</file>

<file path=ppt/notesSlides/_rels/notesSlide14.xml.rels><?xml version='1.0' encoding='utf-8'?>
<Relationships xmlns="http://schemas.openxmlformats.org/package/2006/relationships"><Relationship Type="http://schemas.openxmlformats.org/officeDocument/2006/relationships/slide" Target="/ppt/slides/slide14.xml" Id="R6e48b80e4b834772" /><Relationship Type="http://schemas.openxmlformats.org/officeDocument/2006/relationships/notesMaster" Target="/ppt/notesMasters/notesMaster1.xml" Id="R6ea7d8a4598a4ea0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left.chart: 本样板人工构造的合成数据，仅测试版式与编辑功能，不代表真实研究。</a:t>
            </a:r>
            <a:endParaRPr/>
          </a:p>
          <a:p>
            <a:r>
              <a:rPr/>
              <a:t>right.chart: 本样板人工构造的合成数据，仅测试版式与编辑功能，不代表真实研究。</a:t>
            </a:r>
            <a:endParaRPr/>
          </a:p>
          <a:p>
            <a:r>
              <a:rPr/>
              <a:t>Layout: L3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L5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L6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L7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chart: 本样板人工构造的合成数据，仅测试版式与编辑功能，不代表真实研究。</a:t>
            </a:r>
            <a:endParaRPr/>
          </a:p>
          <a:p>
            <a:r>
              <a:rPr/>
              <a:t>Layout: L8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L9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Layout: L10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Chart sources:</a:t>
            </a:r>
            <a:endParaRPr/>
          </a:p>
          <a:p>
            <a:r>
              <a:rPr/>
              <a:t>charts.0: 本样板人工构造的合成数据，仅测试版式与编辑功能，不代表真实研究。</a:t>
            </a:r>
            <a:endParaRPr/>
          </a:p>
          <a:p>
            <a:r>
              <a:rPr/>
              <a:t>charts.1: 本样板人工构造的合成数据，仅测试版式与编辑功能，不代表真实研究。</a:t>
            </a:r>
            <a:endParaRPr/>
          </a:p>
          <a:p>
            <a:r>
              <a:rPr/>
              <a:t>charts.2: 本样板人工构造的合成数据，仅测试版式与编辑功能，不代表真实研究。</a:t>
            </a:r>
            <a:endParaRPr/>
          </a:p>
          <a:p>
            <a:r>
              <a:rPr/>
              <a:t>charts.3: 本样板人工构造的合成数据，仅测试版式与编辑功能，不代表真实研究。</a:t>
            </a:r>
            <a:endParaRPr/>
          </a:p>
          <a:p>
            <a:r>
              <a:rPr/>
              <a:t>Layout: L11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L12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L13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/>
              <a:t>本样板人工构造的合成数据，仅测试版式与编辑功能，不代表真实研究。</a:t>
            </a:r>
            <a:endParaRPr/>
          </a:p>
          <a:p>
            <a:r>
              <a:rPr/>
              <a:t>Layout: L14</a:t>
            </a:r>
            <a:endParaRPr/>
          </a:p>
          <a:p>
            <a:r>
              <a:rPr/>
              <a:t>Palette: P1</a:t>
            </a:r>
            <a:endParaRPr/>
          </a:p>
          <a:p>
            <a:r>
              <a:rPr/>
              <a:t>Scenario: academic</a:t>
            </a:r>
            <a:endParaRPr/>
          </a:p>
          <a:p>
            <a:r>
              <a:rPr/>
              <a:t>Fill style: solid</a:t>
            </a:r>
            <a:endParaRPr/>
          </a:p>
          <a:p>
            <a:r>
              <a:rPr/>
              <a:t>SYNTHETIC DEMONSTRATION DATA</a:t>
            </a:r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baf52e31fc704bdc" /></Relationships>
</file>

<file path=ppt/slideLayouts/_rels/slideLayout2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cc99deef56624ca4" /></Relationships>
</file>

<file path=ppt/slideLayouts/_rels/slideLayout3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4e39dd14fa8a4888" /></Relationships>
</file>

<file path=ppt/slideLayouts/_rels/slideLayout4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a2019ee27f334608" /></Relationships>
</file>

<file path=ppt/slideLayouts/_rels/slideLayout5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5d4efeff5946454b" /></Relationships>
</file>

<file path=ppt/slideLayouts/_rels/slideLayout6.xml.rels><?xml version='1.0' encoding='utf-8'?>
<Relationships xmlns="http://schemas.openxmlformats.org/package/2006/relationships"><Relationship Type="http://schemas.openxmlformats.org/officeDocument/2006/relationships/slideMaster" Target="/ppt/slideMasters/slideMaster1.xml" Id="R8f0a95e591e2447b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21DDFB4-60E9-4420-837B-4EAFB84C7F8A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Subtitle">
            <a:extLst>
              <a:ext uri="{FF2B5EF4-FFF2-40B4-BE49-F238E27FC236}">
                <ns2:creationId id="{BA6D5EBE-242C-4508-A254-68F0361F2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F3991E54-819B-4ED6-9326-19572329AD9C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A5A72E8-86C1-46ED-A1BC-F369108CD32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Body">
            <a:extLst>
              <a:ext uri="{FF2B5EF4-FFF2-40B4-BE49-F238E27FC236}">
                <ns2:creationId id="{8031CA3D-0D23-4984-9215-673B4A1B6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922F6E40-86FA-4835-B28B-BF278BD475D9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D9AD838-E562-4A78-B4FE-FD51C23729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3" name="Right column">
            <a:extLst>
              <a:ext uri="{FF2B5EF4-FFF2-40B4-BE49-F238E27FC236}">
                <ns2:creationId id="{C0491689-BA57-479D-8DBB-64C3F430271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492D91ED-15BC-40F7-81FF-B7D476EC4A02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  <p:sp>
        <p:nvSpPr>
          <p:cNvPr id="2" name="Left column">
            <a:extLst>
              <a:ext uri="{FF2B5EF4-FFF2-40B4-BE49-F238E27FC236}">
                <ns2:creationId id="{F6AFA915-A911-40E5-8450-F19F3270D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/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<?xml version='1.0' encoding='utf-8'?>
<Relationships xmlns="http://schemas.openxmlformats.org/package/2006/relationships"><Relationship Type="http://schemas.openxmlformats.org/officeDocument/2006/relationships/theme" Target="/ppt/slideMasters/theme/theme2.xml" Id="Rcc3513c773d440ab" /><Relationship Type="http://schemas.openxmlformats.org/officeDocument/2006/relationships/slideLayout" Target="/ppt/slideLayouts/slideLayout1.xml" Id="R26173e832a724c71" /><Relationship Type="http://schemas.openxmlformats.org/officeDocument/2006/relationships/slideLayout" Target="/ppt/slideLayouts/slideLayout2.xml" Id="R960f9b439dd84bd9" /><Relationship Type="http://schemas.openxmlformats.org/officeDocument/2006/relationships/slideLayout" Target="/ppt/slideLayouts/slideLayout3.xml" Id="Rd9ec3fb0d6e8413b" /><Relationship Type="http://schemas.openxmlformats.org/officeDocument/2006/relationships/slideLayout" Target="/ppt/slideLayouts/slideLayout4.xml" Id="R124ea3bf6ddc4914" /><Relationship Type="http://schemas.openxmlformats.org/officeDocument/2006/relationships/slideLayout" Target="/ppt/slideLayouts/slideLayout5.xml" Id="Rbf3e53cbc2464fbc" /><Relationship Type="http://schemas.openxmlformats.org/officeDocument/2006/relationships/slideLayout" Target="/ppt/slideLayouts/slideLayout6.xml" Id="Rd77528f4ddf74050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26173e832a724c71"/>
    <p:sldLayoutId id="2147483650" r:id="R960f9b439dd84bd9"/>
    <p:sldLayoutId id="2147483651" r:id="Rd9ec3fb0d6e8413b"/>
    <p:sldLayoutId id="2147483652" r:id="R124ea3bf6ddc4914"/>
    <p:sldLayoutId id="2147483653" r:id="Rbf3e53cbc2464fbc"/>
    <p:sldLayoutId id="2147483654" r:id="Rd77528f4ddf74050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Noto Sans CJK SC"/>
          <a:ea typeface="Noto Sans CJK SC"/>
          <a:cs typeface="Noto Sans CJK SC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1pPr>
      <a:lvl2pPr marL="457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2pPr>
      <a:lvl3pPr marL="914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3pPr>
      <a:lvl4pPr marL="1371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4pPr>
      <a:lvl5pPr marL="18288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5pPr>
      <a:lvl6pPr marL="22860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6pPr>
      <a:lvl7pPr marL="27432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7pPr>
      <a:lvl8pPr marL="32004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8pPr>
      <a:lvl9pPr marL="3657600" algn="l">
        <a:buNone/>
        <a:defRPr sz="1800">
          <a:solidFill>
            <a:schemeClr val="tx1"/>
          </a:solidFill>
          <a:latin typeface="Noto Sans CJK SC"/>
          <a:ea typeface="Noto Sans CJK SC"/>
          <a:cs typeface="Noto Sans CJK SC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0f69ec925464b98" /><Relationship Type="http://schemas.openxmlformats.org/officeDocument/2006/relationships/chart" Target="/ppt/charts/chart1.xml" Id="Rd3976b09d88d407c" /><Relationship Type="http://schemas.openxmlformats.org/officeDocument/2006/relationships/notesSlide" Target="/ppt/notesSlides/notesSlide1.xml" Id="R731d6414eb1540d5" /></Relationships>
</file>

<file path=ppt/slides/_rels/slide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606f0e8d39384224" /><Relationship Type="http://schemas.openxmlformats.org/officeDocument/2006/relationships/image" Target="/ppt/media/image.png" Id="R4b4819146d1b40d0" /><Relationship Type="http://schemas.openxmlformats.org/officeDocument/2006/relationships/chart" Target="/ppt/charts/chart2.xml" Id="Rd2fd00bda74e4d93" /><Relationship Type="http://schemas.openxmlformats.org/officeDocument/2006/relationships/chart" Target="/ppt/charts/chart3.xml" Id="Re728cd7a426649f7" /><Relationship Type="http://schemas.openxmlformats.org/officeDocument/2006/relationships/notesSlide" Target="/ppt/notesSlides/notesSlide2.xml" Id="R4c85476b41b04e9a" /></Relationships>
</file>

<file path=ppt/slides/_rels/slide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993b0904f974483" /><Relationship Type="http://schemas.openxmlformats.org/officeDocument/2006/relationships/chart" Target="/ppt/charts/chart4.xml" Id="R9e4b51eb44254abd" /><Relationship Type="http://schemas.openxmlformats.org/officeDocument/2006/relationships/chart" Target="/ppt/charts/chart5.xml" Id="Rc49d4862ef9e4b9a" /><Relationship Type="http://schemas.openxmlformats.org/officeDocument/2006/relationships/notesSlide" Target="/ppt/notesSlides/notesSlide3.xml" Id="R62c7711b81c24dd0" /></Relationships>
</file>

<file path=ppt/slides/_rels/slide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3495a616070428b" /><Relationship Type="http://schemas.openxmlformats.org/officeDocument/2006/relationships/notesSlide" Target="/ppt/notesSlides/notesSlide4.xml" Id="Rece6f4e963464ce2" /></Relationships>
</file>

<file path=ppt/slides/_rels/slide5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5532680c6b5d4552" /><Relationship Type="http://schemas.openxmlformats.org/officeDocument/2006/relationships/image" Target="/ppt/media/image2.png" Id="Rda1941b6a5cf4a48" /><Relationship Type="http://schemas.openxmlformats.org/officeDocument/2006/relationships/notesSlide" Target="/ppt/notesSlides/notesSlide5.xml" Id="R68f0df05906a4f2e" /></Relationships>
</file>

<file path=ppt/slides/_rels/slide6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e397f4e24ee24421" /><Relationship Type="http://schemas.openxmlformats.org/officeDocument/2006/relationships/notesSlide" Target="/ppt/notesSlides/notesSlide6.xml" Id="Rbb57f2fd412e4e66" /></Relationships>
</file>

<file path=ppt/slides/_rels/slide7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c2c3da23ff74ada" /><Relationship Type="http://schemas.openxmlformats.org/officeDocument/2006/relationships/image" Target="/ppt/media/image2.png" Id="R8fcd05eff92847ce" /><Relationship Type="http://schemas.openxmlformats.org/officeDocument/2006/relationships/notesSlide" Target="/ppt/notesSlides/notesSlide7.xml" Id="Rc3ff8a46e50b4879" /></Relationships>
</file>

<file path=ppt/slides/_rels/slide8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0b1e622ca56413d" /><Relationship Type="http://schemas.openxmlformats.org/officeDocument/2006/relationships/image" Target="/ppt/media/image.png" Id="Rf024df587924409c" /><Relationship Type="http://schemas.openxmlformats.org/officeDocument/2006/relationships/chart" Target="/ppt/charts/chart6.xml" Id="Rb01c90e26ef64a2d" /><Relationship Type="http://schemas.openxmlformats.org/officeDocument/2006/relationships/notesSlide" Target="/ppt/notesSlides/notesSlide8.xml" Id="R198bc451e3ed49d4" /></Relationships>
</file>

<file path=ppt/slides/_rels/slide9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5b0de36d0154031" /><Relationship Type="http://schemas.openxmlformats.org/officeDocument/2006/relationships/image" Target="/ppt/media/image.png" Id="R5f155ced3c494a39" /><Relationship Type="http://schemas.openxmlformats.org/officeDocument/2006/relationships/image" Target="/ppt/media/image.png" Id="Ra3e27fc1ebcc433e" /><Relationship Type="http://schemas.openxmlformats.org/officeDocument/2006/relationships/image" Target="/ppt/media/image.png" Id="Rdf017364ef2348d1" /><Relationship Type="http://schemas.openxmlformats.org/officeDocument/2006/relationships/image" Target="/ppt/media/image.png" Id="R32ff49c7cc97420d" /><Relationship Type="http://schemas.openxmlformats.org/officeDocument/2006/relationships/image" Target="/ppt/media/image.png" Id="R172781c0c6724258" /><Relationship Type="http://schemas.openxmlformats.org/officeDocument/2006/relationships/image" Target="/ppt/media/image.png" Id="R7458a5ac3d3448c8" /><Relationship Type="http://schemas.openxmlformats.org/officeDocument/2006/relationships/image" Target="/ppt/media/image.png" Id="R6b80380e3d78440e" /><Relationship Type="http://schemas.openxmlformats.org/officeDocument/2006/relationships/notesSlide" Target="/ppt/notesSlides/notesSlide9.xml" Id="R4ef68450f9d14d7b" /></Relationships>
</file>

<file path=ppt/slides/_rels/slide10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7acb46eafb4d4a61" /><Relationship Type="http://schemas.openxmlformats.org/officeDocument/2006/relationships/chart" Target="/ppt/charts/chart7.xml" Id="R131fe6ba7eb5426e" /><Relationship Type="http://schemas.openxmlformats.org/officeDocument/2006/relationships/chart" Target="/ppt/charts/chart8.xml" Id="R272f144416c24f5b" /><Relationship Type="http://schemas.openxmlformats.org/officeDocument/2006/relationships/notesSlide" Target="/ppt/notesSlides/notesSlide10.xml" Id="Re932ae2421e947e6" /></Relationships>
</file>

<file path=ppt/slides/_rels/slide11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12d5e8f858424d79" /><Relationship Type="http://schemas.openxmlformats.org/officeDocument/2006/relationships/chart" Target="/ppt/charts/chart9.xml" Id="R0f90f39fb5cf47f3" /><Relationship Type="http://schemas.openxmlformats.org/officeDocument/2006/relationships/chart" Target="/ppt/charts/chart10.xml" Id="R5ffc3bee95974730" /><Relationship Type="http://schemas.openxmlformats.org/officeDocument/2006/relationships/chart" Target="/ppt/charts/chart11.xml" Id="R5911ad34a6c7462d" /><Relationship Type="http://schemas.openxmlformats.org/officeDocument/2006/relationships/chart" Target="/ppt/charts/chart12.xml" Id="Rffaaf39a0267400e" /><Relationship Type="http://schemas.openxmlformats.org/officeDocument/2006/relationships/notesSlide" Target="/ppt/notesSlides/notesSlide11.xml" Id="R0674bcd17bcf4ba2" /></Relationships>
</file>

<file path=ppt/slides/_rels/slide12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9049694d72264f0a" /><Relationship Type="http://schemas.openxmlformats.org/officeDocument/2006/relationships/notesSlide" Target="/ppt/notesSlides/notesSlide12.xml" Id="Rb9024c2dfc9c419a" /></Relationships>
</file>

<file path=ppt/slides/_rels/slide13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b20a905920734b87" /><Relationship Type="http://schemas.openxmlformats.org/officeDocument/2006/relationships/notesSlide" Target="/ppt/notesSlides/notesSlide13.xml" Id="R2032e172c9364bb7" /></Relationships>
</file>

<file path=ppt/slides/_rels/slide14.xml.rels><?xml version='1.0' encoding='utf-8'?>
<Relationships xmlns="http://schemas.openxmlformats.org/package/2006/relationships"><Relationship Type="http://schemas.openxmlformats.org/officeDocument/2006/relationships/slideLayout" Target="/ppt/slideLayouts/slideLayout6.xml" Id="R2f4776aeb1a64bed" /><Relationship Type="http://schemas.openxmlformats.org/officeDocument/2006/relationships/image" Target="/ppt/media/image2.png" Id="R3b9dd86b0bd84db3" /><Relationship Type="http://schemas.openxmlformats.org/officeDocument/2006/relationships/notesSlide" Target="/ppt/notesSlides/notesSlide14.xml" Id="R42f6f6e0deef48f7" /></Relationships>
</file>

<file path=ppt/slides/slide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42" name="text-1">
            <a:extLst>
              <a:ext uri="{FF2B5EF4-FFF2-40B4-BE49-F238E27FC236}">
                <ns2:creationId id="{009F0CF5-DB8E-44A1-B702-A1E76773DCAA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研究框架｜监测与分析的反馈循环</a:t>
            </a:r>
            <a:endParaRPr/>
          </a:p>
        </p:txBody>
      </p:sp>
      <p:sp>
        <p:nvSpPr>
          <p:cNvPr id="2" name="line-2">
            <a:extLst>
              <a:ext uri="{FF2B5EF4-FFF2-40B4-BE49-F238E27FC236}">
                <ns2:creationId id="{D0558291-98A9-48CE-A150-8887031C1E9A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3">
            <a:extLst>
              <a:ext uri="{FF2B5EF4-FFF2-40B4-BE49-F238E27FC236}">
                <ns2:creationId id="{CF7E6846-0973-420B-BDFD-FD5DED5F40CE}"/>
              </a:ext>
            </a:extLst>
          </p:cNvPr>
          <p:cNvSpPr>
            <a:spLocks noGrp="1"/>
          </p:cNvSpPr>
          <p:nvPr/>
        </p:nvSpPr>
        <p:spPr>
          <a:xfrm>
            <a:off x="304800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4">
            <a:extLst>
              <a:ext uri="{FF2B5EF4-FFF2-40B4-BE49-F238E27FC236}">
                <ns2:creationId id="{5BE4B42B-7715-4DA8-B5AB-D2B4BD5C7032}"/>
              </a:ext>
            </a:extLst>
          </p:cNvPr>
          <p:cNvSpPr>
            <a:spLocks noGrp="1"/>
          </p:cNvSpPr>
          <p:nvPr/>
        </p:nvSpPr>
        <p:spPr>
          <a:xfrm>
            <a:off x="314201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icon-camera-5">
            <a:extLst>
              <a:ext uri="{FF2B5EF4-FFF2-40B4-BE49-F238E27FC236}">
                <ns2:creationId id="{E40AF063-6431-4FEC-BC6B-4DB36C680517}"/>
              </a:ext>
            </a:extLst>
          </p:cNvPr>
          <p:cNvSpPr>
            <a:spLocks noGrp="1"/>
          </p:cNvSpPr>
          <p:nvPr/>
        </p:nvSpPr>
        <p:spPr>
          <a:xfrm>
            <a:off x="435384" y="1106900"/>
            <a:ext cx="218299" cy="156877"/>
          </a:xfrm>
          <a:prstGeom prst="roundRect">
            <a:avLst>
              <a:gd name="adj" fmla="val 48573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" name="icon-camera-6">
            <a:extLst>
              <a:ext uri="{FF2B5EF4-FFF2-40B4-BE49-F238E27FC236}">
                <ns2:creationId id="{B9579A72-2C7A-4551-A555-267725AC0AE5}"/>
              </a:ext>
            </a:extLst>
          </p:cNvPr>
          <p:cNvSpPr>
            <a:spLocks noGrp="1"/>
          </p:cNvSpPr>
          <p:nvPr/>
        </p:nvSpPr>
        <p:spPr>
          <a:xfrm>
            <a:off x="501381" y="1073468"/>
            <a:ext cx="83766" cy="43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" name="icon-camera-7">
            <a:extLst>
              <a:ext uri="{FF2B5EF4-FFF2-40B4-BE49-F238E27FC236}">
                <ns2:creationId id="{A17AB117-BAF2-40BB-A7CE-00104A6F0D05}"/>
              </a:ext>
            </a:extLst>
          </p:cNvPr>
          <p:cNvSpPr>
            <a:spLocks noGrp="1"/>
          </p:cNvSpPr>
          <p:nvPr/>
        </p:nvSpPr>
        <p:spPr>
          <a:xfrm>
            <a:off x="498843" y="1140333"/>
            <a:ext cx="91381" cy="925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" name="icon-camera-8">
            <a:extLst>
              <a:ext uri="{FF2B5EF4-FFF2-40B4-BE49-F238E27FC236}">
                <ns2:creationId id="{A6BC5B62-FD5D-44C4-9321-75B5A9CC7D36}"/>
              </a:ext>
            </a:extLst>
          </p:cNvPr>
          <p:cNvSpPr>
            <a:spLocks noGrp="1"/>
          </p:cNvSpPr>
          <p:nvPr/>
        </p:nvSpPr>
        <p:spPr>
          <a:xfrm>
            <a:off x="605454" y="1127474"/>
            <a:ext cx="20307" cy="20574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9" name="text-9">
            <a:extLst>
              <a:ext uri="{FF2B5EF4-FFF2-40B4-BE49-F238E27FC236}">
                <ns2:creationId id="{D86F1824-E9F3-4194-A361-5DF393AF64F0}"/>
              </a:ext>
            </a:extLst>
          </p:cNvPr>
          <p:cNvSpPr>
            <a:spLocks noGrp="1"/>
          </p:cNvSpPr>
          <p:nvPr/>
        </p:nvSpPr>
        <p:spPr>
          <a:xfrm>
            <a:off x="756062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text-10">
            <a:extLst>
              <a:ext uri="{FF2B5EF4-FFF2-40B4-BE49-F238E27FC236}">
                <ns2:creationId id="{291BB742-B408-4CD2-958C-8F40779B21F9}"/>
              </a:ext>
            </a:extLst>
          </p:cNvPr>
          <p:cNvSpPr>
            <a:spLocks noGrp="1"/>
          </p:cNvSpPr>
          <p:nvPr/>
        </p:nvSpPr>
        <p:spPr>
          <a:xfrm>
            <a:off x="474023" y="1457325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整合相机与样点记录，</a:t>
            </a:r>
            <a:br/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保留来源与时间</a:t>
            </a:r>
            <a:endParaRPr/>
          </a:p>
        </p:txBody>
      </p:sp>
      <p:sp>
        <p:nvSpPr>
          <p:cNvPr id="11" name="icon-camera-11">
            <a:extLst>
              <a:ext uri="{FF2B5EF4-FFF2-40B4-BE49-F238E27FC236}">
                <ns2:creationId id="{B4CFC10A-676D-4EA4-BDFC-72313CA01D37}"/>
              </a:ext>
            </a:extLst>
          </p:cNvPr>
          <p:cNvSpPr>
            <a:spLocks noGrp="1"/>
          </p:cNvSpPr>
          <p:nvPr/>
        </p:nvSpPr>
        <p:spPr>
          <a:xfrm>
            <a:off x="597462" y="2158079"/>
            <a:ext cx="477022" cy="342805"/>
          </a:xfrm>
          <a:prstGeom prst="roundRect">
            <a:avLst>
              <a:gd name="adj" fmla="val 22228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2" name="icon-camera-12">
            <a:extLst>
              <a:ext uri="{FF2B5EF4-FFF2-40B4-BE49-F238E27FC236}">
                <ns2:creationId id="{0DC8BEA0-6028-43D6-9614-A925E3A5D607}"/>
              </a:ext>
            </a:extLst>
          </p:cNvPr>
          <p:cNvSpPr>
            <a:spLocks noGrp="1"/>
          </p:cNvSpPr>
          <p:nvPr/>
        </p:nvSpPr>
        <p:spPr>
          <a:xfrm>
            <a:off x="741679" y="2085023"/>
            <a:ext cx="183044" cy="95536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3" name="icon-camera-13">
            <a:extLst>
              <a:ext uri="{FF2B5EF4-FFF2-40B4-BE49-F238E27FC236}">
                <ns2:creationId id="{40D718F7-4E4A-47D8-AA63-8C9A5F83B099}"/>
              </a:ext>
            </a:extLst>
          </p:cNvPr>
          <p:cNvSpPr>
            <a:spLocks noGrp="1"/>
          </p:cNvSpPr>
          <p:nvPr/>
        </p:nvSpPr>
        <p:spPr>
          <a:xfrm>
            <a:off x="736132" y="2231136"/>
            <a:ext cx="199684" cy="202311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4" name="icon-camera-14">
            <a:extLst>
              <a:ext uri="{FF2B5EF4-FFF2-40B4-BE49-F238E27FC236}">
                <ns2:creationId id="{764A2D40-7351-4B56-970D-7B8C50A87175}"/>
              </a:ext>
            </a:extLst>
          </p:cNvPr>
          <p:cNvSpPr>
            <a:spLocks noGrp="1"/>
          </p:cNvSpPr>
          <p:nvPr/>
        </p:nvSpPr>
        <p:spPr>
          <a:xfrm>
            <a:off x="969096" y="2203037"/>
            <a:ext cx="44374" cy="4495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5" name="arrow-15">
            <a:extLst>
              <a:ext uri="{FF2B5EF4-FFF2-40B4-BE49-F238E27FC236}">
                <ns2:creationId id="{3B41100B-3731-4E96-8C0E-5FE056927839}"/>
              </a:ext>
            </a:extLst>
          </p:cNvPr>
          <p:cNvSpPr>
            <a:spLocks noGrp="1"/>
          </p:cNvSpPr>
          <p:nvPr/>
        </p:nvSpPr>
        <p:spPr>
          <a:xfrm>
            <a:off x="1273134" y="2276475"/>
            <a:ext cx="507670" cy="15240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16" name="icon-database-16">
            <a:extLst>
              <a:ext uri="{FF2B5EF4-FFF2-40B4-BE49-F238E27FC236}">
                <ns2:creationId id="{BFB9EF2D-09EA-4146-899E-7CFF18723CBD}"/>
              </a:ext>
            </a:extLst>
          </p:cNvPr>
          <p:cNvSpPr>
            <a:spLocks noGrp="1"/>
          </p:cNvSpPr>
          <p:nvPr/>
        </p:nvSpPr>
        <p:spPr>
          <a:xfrm>
            <a:off x="2027870" y="2133791"/>
            <a:ext cx="370787" cy="348044"/>
          </a:xfrm>
          <a:prstGeom prst="can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7" name="vector-17">
            <a:extLst>
              <a:ext uri="{FF2B5EF4-FFF2-40B4-BE49-F238E27FC236}">
                <ns2:creationId id="{5D338C03-29A4-4ABC-9597-A47E375EB639}"/>
              </a:ext>
            </a:extLst>
          </p:cNvPr>
          <p:cNvSpPr>
            <a:spLocks noGrp="1"/>
          </p:cNvSpPr>
          <p:nvPr/>
        </p:nvSpPr>
        <p:spPr>
          <a:xfrm>
            <a:off x="1940626" y="2028825"/>
            <a:ext cx="545275" cy="5524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8" name="vector-18">
            <a:extLst>
              <a:ext uri="{FF2B5EF4-FFF2-40B4-BE49-F238E27FC236}">
                <ns2:creationId id="{4A0F57E7-19A9-4201-A233-CB98E2D269BB}"/>
              </a:ext>
            </a:extLst>
          </p:cNvPr>
          <p:cNvSpPr>
            <a:spLocks noGrp="1"/>
          </p:cNvSpPr>
          <p:nvPr/>
        </p:nvSpPr>
        <p:spPr>
          <a:xfrm>
            <a:off x="1940626" y="2028825"/>
            <a:ext cx="545275" cy="5524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graphicFrame>
        <p:nvGraphicFramePr>
          <p:cNvPr id="19" name="">
            <a:extLst>
              <a:ext uri="{FF2B5EF4-FFF2-40B4-BE49-F238E27FC236}">
                <ns2:creationId id="{8458677B-EE92-4571-B2B2-DB00806FD411}"/>
              </a:ext>
            </a:extLst>
          </p:cNvPr>
          <p:cNvGraphicFramePr/>
          <p:nvPr/>
        </p:nvGraphicFramePr>
        <p:xfrm>
          <a:off x="417616" y="2695575"/>
          <a:ext cx="3638303" cy="523875"/>
        </p:xfrm>
        <a:graphic>
          <a:graphicData uri="http://schemas.openxmlformats.org/drawingml/2006/table">
            <a:tbl>
              <a:tblPr/>
              <a:tblGrid>
                <a:gridCol w="1212768"/>
                <a:gridCol w="1212768"/>
                <a:gridCol w="1212768"/>
              </a:tblGrid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内容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时间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261938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相机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物种与位置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2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日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panel-19">
            <a:extLst>
              <a:ext uri="{FF2B5EF4-FFF2-40B4-BE49-F238E27FC236}">
                <ns2:creationId id="{A5A83482-C219-47CD-A498-1F10CD443571}"/>
              </a:ext>
            </a:extLst>
          </p:cNvPr>
          <p:cNvSpPr>
            <a:spLocks noGrp="1"/>
          </p:cNvSpPr>
          <p:nvPr/>
        </p:nvSpPr>
        <p:spPr>
          <a:xfrm>
            <a:off x="8013865" y="971550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1" name="shape-20">
            <a:extLst>
              <a:ext uri="{FF2B5EF4-FFF2-40B4-BE49-F238E27FC236}">
                <ns2:creationId id="{AACBB65B-8972-4E49-9417-6A7E008E8774}"/>
              </a:ext>
            </a:extLst>
          </p:cNvPr>
          <p:cNvSpPr>
            <a:spLocks noGrp="1"/>
          </p:cNvSpPr>
          <p:nvPr/>
        </p:nvSpPr>
        <p:spPr>
          <a:xfrm>
            <a:off x="8023266" y="981075"/>
            <a:ext cx="385453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2" name="vector-21">
            <a:extLst>
              <a:ext uri="{FF2B5EF4-FFF2-40B4-BE49-F238E27FC236}">
                <ns2:creationId id="{31F6CEEE-7617-45A0-A601-663E1092A943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3" name="vector-22">
            <a:extLst>
              <a:ext uri="{FF2B5EF4-FFF2-40B4-BE49-F238E27FC236}">
                <ns2:creationId id="{1EE5B244-D419-4F32-AE03-D0DA63CA2E0D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4" name="vector-23">
            <a:extLst>
              <a:ext uri="{FF2B5EF4-FFF2-40B4-BE49-F238E27FC236}">
                <ns2:creationId id="{529956F8-0108-4435-A1CD-1A15888FED37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5" name="vector-24">
            <a:extLst>
              <a:ext uri="{FF2B5EF4-FFF2-40B4-BE49-F238E27FC236}">
                <ns2:creationId id="{82CBF375-0878-48DA-A369-5F170632B692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6" name="vector-25">
            <a:extLst>
              <a:ext uri="{FF2B5EF4-FFF2-40B4-BE49-F238E27FC236}">
                <ns2:creationId id="{6C1C4267-951D-44AE-BAE3-78A31CEE8170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26">
            <a:extLst>
              <a:ext uri="{FF2B5EF4-FFF2-40B4-BE49-F238E27FC236}">
                <ns2:creationId id="{55497356-0670-44DD-9E65-5B5EA93963C8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vector-27">
            <a:extLst>
              <a:ext uri="{FF2B5EF4-FFF2-40B4-BE49-F238E27FC236}">
                <ns2:creationId id="{30CBC7AE-F2BC-45AE-A8F1-434D6B87B845}"/>
              </a:ext>
            </a:extLst>
          </p:cNvPr>
          <p:cNvSpPr>
            <a:spLocks noGrp="1"/>
          </p:cNvSpPr>
          <p:nvPr/>
        </p:nvSpPr>
        <p:spPr>
          <a:xfrm>
            <a:off x="8126681" y="104775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icon-network-28">
            <a:extLst>
              <a:ext uri="{FF2B5EF4-FFF2-40B4-BE49-F238E27FC236}">
                <ns2:creationId id="{6E12A5F9-7284-4DA1-912C-B60CF8102E96}"/>
              </a:ext>
            </a:extLst>
          </p:cNvPr>
          <p:cNvSpPr>
            <a:spLocks noGrp="1"/>
          </p:cNvSpPr>
          <p:nvPr/>
        </p:nvSpPr>
        <p:spPr>
          <a:xfrm>
            <a:off x="8141911" y="1124903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0" name="icon-network-29">
            <a:extLst>
              <a:ext uri="{FF2B5EF4-FFF2-40B4-BE49-F238E27FC236}">
                <ns2:creationId id="{ED9C9AFF-10A2-4293-B818-6C3A681D8732}"/>
              </a:ext>
            </a:extLst>
          </p:cNvPr>
          <p:cNvSpPr>
            <a:spLocks noGrp="1"/>
          </p:cNvSpPr>
          <p:nvPr/>
        </p:nvSpPr>
        <p:spPr>
          <a:xfrm>
            <a:off x="8223138" y="1060609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network-30">
            <a:extLst>
              <a:ext uri="{FF2B5EF4-FFF2-40B4-BE49-F238E27FC236}">
                <ns2:creationId id="{BB68628D-CB1A-49D1-9CEE-8D4327A163D6}"/>
              </a:ext>
            </a:extLst>
          </p:cNvPr>
          <p:cNvSpPr>
            <a:spLocks noGrp="1"/>
          </p:cNvSpPr>
          <p:nvPr/>
        </p:nvSpPr>
        <p:spPr>
          <a:xfrm>
            <a:off x="8322134" y="1106900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icon-network-31">
            <a:extLst>
              <a:ext uri="{FF2B5EF4-FFF2-40B4-BE49-F238E27FC236}">
                <ns2:creationId id="{0A7660EF-6D1D-48DF-A360-DBDC86A865A9}"/>
              </a:ext>
            </a:extLst>
          </p:cNvPr>
          <p:cNvSpPr>
            <a:spLocks noGrp="1"/>
          </p:cNvSpPr>
          <p:nvPr/>
        </p:nvSpPr>
        <p:spPr>
          <a:xfrm>
            <a:off x="8284059" y="1243203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3" name="icon-network-32">
            <a:extLst>
              <a:ext uri="{FF2B5EF4-FFF2-40B4-BE49-F238E27FC236}">
                <ns2:creationId id="{B8D0BDCC-2BCF-414A-8A83-757C6EEBF67C}"/>
              </a:ext>
            </a:extLst>
          </p:cNvPr>
          <p:cNvSpPr>
            <a:spLocks noGrp="1"/>
          </p:cNvSpPr>
          <p:nvPr/>
        </p:nvSpPr>
        <p:spPr>
          <a:xfrm>
            <a:off x="8169833" y="1240631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4" name="text-33">
            <a:extLst>
              <a:ext uri="{FF2B5EF4-FFF2-40B4-BE49-F238E27FC236}">
                <ns2:creationId id="{6038650F-23E7-4D5A-88A3-BBF352D72FE6}"/>
              </a:ext>
            </a:extLst>
          </p:cNvPr>
          <p:cNvSpPr>
            <a:spLocks noGrp="1"/>
          </p:cNvSpPr>
          <p:nvPr/>
        </p:nvSpPr>
        <p:spPr>
          <a:xfrm>
            <a:off x="8465127" y="1038225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" name="text-34">
            <a:extLst>
              <a:ext uri="{FF2B5EF4-FFF2-40B4-BE49-F238E27FC236}">
                <ns2:creationId id="{710C4843-9125-49EE-80B4-C821E97CFDEB}"/>
              </a:ext>
            </a:extLst>
          </p:cNvPr>
          <p:cNvSpPr>
            <a:spLocks noGrp="1"/>
          </p:cNvSpPr>
          <p:nvPr/>
        </p:nvSpPr>
        <p:spPr>
          <a:xfrm>
            <a:off x="8183088" y="1457325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定义响应与解释变量，比较候选模型</a:t>
            </a:r>
            <a:endParaRPr/>
          </a:p>
        </p:txBody>
      </p:sp>
      <p:sp>
        <p:nvSpPr>
          <p:cNvPr id="36" name="vector-35">
            <a:extLst>
              <a:ext uri="{FF2B5EF4-FFF2-40B4-BE49-F238E27FC236}">
                <ns2:creationId id="{1CFEA93C-1648-41BE-BD34-F4C1EA09DACC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7" name="vector-36">
            <a:extLst>
              <a:ext uri="{FF2B5EF4-FFF2-40B4-BE49-F238E27FC236}">
                <ns2:creationId id="{9F8971EB-A853-4691-BEA7-6DA50CFC1DED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8" name="vector-37">
            <a:extLst>
              <a:ext uri="{FF2B5EF4-FFF2-40B4-BE49-F238E27FC236}">
                <ns2:creationId id="{91D432D5-C176-4A4F-B49F-74BB0C137DD3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9" name="vector-38">
            <a:extLst>
              <a:ext uri="{FF2B5EF4-FFF2-40B4-BE49-F238E27FC236}">
                <ns2:creationId id="{F19E1B0B-46EE-42C3-8F02-67527C150065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vector-39">
            <a:extLst>
              <a:ext uri="{FF2B5EF4-FFF2-40B4-BE49-F238E27FC236}">
                <ns2:creationId id="{47BF0708-F817-496D-AC8B-6ED6ED8F6709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1" name="vector-40">
            <a:extLst>
              <a:ext uri="{FF2B5EF4-FFF2-40B4-BE49-F238E27FC236}">
                <ns2:creationId id="{E6B4D16F-AE32-43B8-841C-990F3C9A2364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2" name="vector-41">
            <a:extLst>
              <a:ext uri="{FF2B5EF4-FFF2-40B4-BE49-F238E27FC236}">
                <ns2:creationId id="{E94242AE-84AB-41B6-8409-0B52A7F8A08E}"/>
              </a:ext>
            </a:extLst>
          </p:cNvPr>
          <p:cNvSpPr>
            <a:spLocks noGrp="1"/>
          </p:cNvSpPr>
          <p:nvPr/>
        </p:nvSpPr>
        <p:spPr>
          <a:xfrm>
            <a:off x="8173687" y="2085975"/>
            <a:ext cx="893123" cy="9048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3" name="icon-network-42">
            <a:extLst>
              <a:ext uri="{FF2B5EF4-FFF2-40B4-BE49-F238E27FC236}">
                <ns2:creationId id="{8D0A1C92-7920-4457-8590-B9DA5EC15556}"/>
              </a:ext>
            </a:extLst>
          </p:cNvPr>
          <p:cNvSpPr>
            <a:spLocks noGrp="1"/>
          </p:cNvSpPr>
          <p:nvPr/>
        </p:nvSpPr>
        <p:spPr>
          <a:xfrm>
            <a:off x="8227275" y="2357438"/>
            <a:ext cx="125038" cy="1266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4" name="icon-network-43">
            <a:extLst>
              <a:ext uri="{FF2B5EF4-FFF2-40B4-BE49-F238E27FC236}">
                <ns2:creationId id="{431E3371-028A-4420-8650-A0CF2BF3DE5E}"/>
              </a:ext>
            </a:extLst>
          </p:cNvPr>
          <p:cNvSpPr>
            <a:spLocks noGrp="1"/>
          </p:cNvSpPr>
          <p:nvPr/>
        </p:nvSpPr>
        <p:spPr>
          <a:xfrm>
            <a:off x="8513074" y="2131219"/>
            <a:ext cx="125038" cy="1266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5" name="icon-network-44">
            <a:extLst>
              <a:ext uri="{FF2B5EF4-FFF2-40B4-BE49-F238E27FC236}">
                <ns2:creationId id="{59137A1D-84FD-4813-B749-B6B6386392BB}"/>
              </a:ext>
            </a:extLst>
          </p:cNvPr>
          <p:cNvSpPr>
            <a:spLocks noGrp="1"/>
          </p:cNvSpPr>
          <p:nvPr/>
        </p:nvSpPr>
        <p:spPr>
          <a:xfrm>
            <a:off x="8861392" y="2294096"/>
            <a:ext cx="125038" cy="1266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6" name="icon-network-45">
            <a:extLst>
              <a:ext uri="{FF2B5EF4-FFF2-40B4-BE49-F238E27FC236}">
                <ns2:creationId id="{821B0214-3B3F-4347-8171-AD83496D7DE8}"/>
              </a:ext>
            </a:extLst>
          </p:cNvPr>
          <p:cNvSpPr>
            <a:spLocks noGrp="1"/>
          </p:cNvSpPr>
          <p:nvPr/>
        </p:nvSpPr>
        <p:spPr>
          <a:xfrm>
            <a:off x="8727424" y="2773680"/>
            <a:ext cx="125038" cy="1266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7" name="icon-network-46">
            <a:extLst>
              <a:ext uri="{FF2B5EF4-FFF2-40B4-BE49-F238E27FC236}">
                <ns2:creationId id="{BE73A308-2A44-4D21-9321-97105C3B1ACE}"/>
              </a:ext>
            </a:extLst>
          </p:cNvPr>
          <p:cNvSpPr>
            <a:spLocks noGrp="1"/>
          </p:cNvSpPr>
          <p:nvPr/>
        </p:nvSpPr>
        <p:spPr>
          <a:xfrm>
            <a:off x="8325518" y="2764631"/>
            <a:ext cx="125038" cy="1266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graphicFrame>
        <p:nvGraphicFramePr>
          <p:cNvPr id="48" name="Chart">
            <a:extLst>
              <a:ext uri="{FF2B5EF4-FFF2-40B4-BE49-F238E27FC236}">
                <ns2:creationId id="{54661598-96C5-4A59-B24C-B7C1BF6E452D}"/>
              </a:ext>
            </a:extLst>
          </p:cNvPr>
          <p:cNvGraphicFramePr/>
          <p:nvPr/>
        </p:nvGraphicFramePr>
        <p:xfrm>
          <a:off x="9264238" y="1990725"/>
          <a:ext cx="2481943" cy="1247775"/>
        </p:xfrm>
        <a:graphic>
          <a:graphicData uri="http://schemas.openxmlformats.org/drawingml/2006/chart">
            <c:chart r:id="Rd3976b09d88d407c"/>
          </a:graphicData>
        </a:graphic>
      </p:graphicFrame>
      <p:sp>
        <p:nvSpPr>
          <p:cNvPr id="49" name="text-47">
            <a:extLst>
              <a:ext uri="{FF2B5EF4-FFF2-40B4-BE49-F238E27FC236}">
                <ns2:creationId id="{EE2126A8-D609-4900-9EAB-BEB68BD27349}"/>
              </a:ext>
            </a:extLst>
          </p:cNvPr>
          <p:cNvSpPr>
            <a:spLocks noGrp="1"/>
          </p:cNvSpPr>
          <p:nvPr/>
        </p:nvSpPr>
        <p:spPr>
          <a:xfrm>
            <a:off x="10058459" y="3048000"/>
            <a:ext cx="124097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50" name="text-48">
            <a:extLst>
              <a:ext uri="{FF2B5EF4-FFF2-40B4-BE49-F238E27FC236}">
                <ns2:creationId id="{6EBCC3F8-5D4B-46BD-8BCE-03D37E198924}"/>
              </a:ext>
            </a:extLst>
          </p:cNvPr>
          <p:cNvSpPr>
            <a:spLocks noGrp="1"/>
          </p:cNvSpPr>
          <p:nvPr/>
        </p:nvSpPr>
        <p:spPr>
          <a:xfrm>
            <a:off x="9760626" y="1857375"/>
            <a:ext cx="992777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观测值</a:t>
            </a:r>
            <a:endParaRPr/>
          </a:p>
        </p:txBody>
      </p:sp>
      <p:sp>
        <p:nvSpPr>
          <p:cNvPr id="51" name="panel-49">
            <a:extLst>
              <a:ext uri="{FF2B5EF4-FFF2-40B4-BE49-F238E27FC236}">
                <ns2:creationId id="{302EBCF8-3653-4B27-B81E-6AF93841C6EA}"/>
              </a:ext>
            </a:extLst>
          </p:cNvPr>
          <p:cNvSpPr>
            <a:spLocks noGrp="1"/>
          </p:cNvSpPr>
          <p:nvPr/>
        </p:nvSpPr>
        <p:spPr>
          <a:xfrm>
            <a:off x="8013865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52" name="shape-50">
            <a:extLst>
              <a:ext uri="{FF2B5EF4-FFF2-40B4-BE49-F238E27FC236}">
                <ns2:creationId id="{11E54686-F990-4F77-BF79-7BCBC5477B7E}"/>
              </a:ext>
            </a:extLst>
          </p:cNvPr>
          <p:cNvSpPr>
            <a:spLocks noGrp="1"/>
          </p:cNvSpPr>
          <p:nvPr/>
        </p:nvSpPr>
        <p:spPr>
          <a:xfrm>
            <a:off x="8023266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3" name="icon-check-51">
            <a:extLst>
              <a:ext uri="{FF2B5EF4-FFF2-40B4-BE49-F238E27FC236}">
                <ns2:creationId id="{F6422369-E765-4727-9A49-9864E4885CEC}"/>
              </a:ext>
            </a:extLst>
          </p:cNvPr>
          <p:cNvSpPr>
            <a:spLocks noGrp="1"/>
          </p:cNvSpPr>
          <p:nvPr/>
        </p:nvSpPr>
        <p:spPr>
          <a:xfrm>
            <a:off x="8152065" y="3807143"/>
            <a:ext cx="203068" cy="20574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52">
            <a:extLst>
              <a:ext uri="{FF2B5EF4-FFF2-40B4-BE49-F238E27FC236}">
                <ns2:creationId id="{3BE24C2F-A6FA-418D-8755-FDAF485CD818}"/>
              </a:ext>
            </a:extLst>
          </p:cNvPr>
          <p:cNvSpPr>
            <a:spLocks noGrp="1"/>
          </p:cNvSpPr>
          <p:nvPr/>
        </p:nvSpPr>
        <p:spPr>
          <a:xfrm>
            <a:off x="8126681" y="3781425"/>
            <a:ext cx="25383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5" name="vector-53">
            <a:extLst>
              <a:ext uri="{FF2B5EF4-FFF2-40B4-BE49-F238E27FC236}">
                <ns2:creationId id="{4388A000-9E65-45A6-BBF8-743DCC964A3E}"/>
              </a:ext>
            </a:extLst>
          </p:cNvPr>
          <p:cNvSpPr>
            <a:spLocks noGrp="1"/>
          </p:cNvSpPr>
          <p:nvPr/>
        </p:nvSpPr>
        <p:spPr>
          <a:xfrm>
            <a:off x="8126681" y="3781425"/>
            <a:ext cx="25383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6" name="text-54">
            <a:extLst>
              <a:ext uri="{FF2B5EF4-FFF2-40B4-BE49-F238E27FC236}">
                <ns2:creationId id="{495DD67C-F78A-43FB-BD39-F15B922C0505}"/>
              </a:ext>
            </a:extLst>
          </p:cNvPr>
          <p:cNvSpPr>
            <a:spLocks noGrp="1"/>
          </p:cNvSpPr>
          <p:nvPr/>
        </p:nvSpPr>
        <p:spPr>
          <a:xfrm>
            <a:off x="8465127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7" name="text-55">
            <a:extLst>
              <a:ext uri="{FF2B5EF4-FFF2-40B4-BE49-F238E27FC236}">
                <ns2:creationId id="{3C57777D-BF80-4562-83E8-6C6B1E8D994C}"/>
              </a:ext>
            </a:extLst>
          </p:cNvPr>
          <p:cNvSpPr>
            <a:spLocks noGrp="1"/>
          </p:cNvSpPr>
          <p:nvPr/>
        </p:nvSpPr>
        <p:spPr>
          <a:xfrm>
            <a:off x="8183088" y="4191000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开展独立复测，核对预测与现场记录</a:t>
            </a:r>
            <a:endParaRPr/>
          </a:p>
        </p:txBody>
      </p:sp>
      <p:sp>
        <p:nvSpPr>
          <p:cNvPr id="58" name="icon-check-56">
            <a:extLst>
              <a:ext uri="{FF2B5EF4-FFF2-40B4-BE49-F238E27FC236}">
                <ns2:creationId id="{3C7D2087-2EA3-4DCB-BC19-F38E77920FBD}"/>
              </a:ext>
            </a:extLst>
          </p:cNvPr>
          <p:cNvSpPr>
            <a:spLocks noGrp="1"/>
          </p:cNvSpPr>
          <p:nvPr/>
        </p:nvSpPr>
        <p:spPr>
          <a:xfrm>
            <a:off x="8380516" y="4905375"/>
            <a:ext cx="676894" cy="68580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9" name="vector-57">
            <a:extLst>
              <a:ext uri="{FF2B5EF4-FFF2-40B4-BE49-F238E27FC236}">
                <ns2:creationId id="{F82D5B1E-D38E-4E9C-8726-7158D525896C}"/>
              </a:ext>
            </a:extLst>
          </p:cNvPr>
          <p:cNvSpPr>
            <a:spLocks noGrp="1"/>
          </p:cNvSpPr>
          <p:nvPr/>
        </p:nvSpPr>
        <p:spPr>
          <a:xfrm>
            <a:off x="8295904" y="4819650"/>
            <a:ext cx="846117" cy="857250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0" name="vector-58">
            <a:extLst>
              <a:ext uri="{FF2B5EF4-FFF2-40B4-BE49-F238E27FC236}">
                <ns2:creationId id="{D98FA649-F325-45F6-8E72-738835F9A550}"/>
              </a:ext>
            </a:extLst>
          </p:cNvPr>
          <p:cNvSpPr>
            <a:spLocks noGrp="1"/>
          </p:cNvSpPr>
          <p:nvPr/>
        </p:nvSpPr>
        <p:spPr>
          <a:xfrm>
            <a:off x="8295904" y="4819650"/>
            <a:ext cx="846117" cy="857250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1" name="shape-59">
            <a:extLst>
              <a:ext uri="{FF2B5EF4-FFF2-40B4-BE49-F238E27FC236}">
                <ns2:creationId id="{B7A63363-4881-44DB-8F20-5F3B22769E38}"/>
              </a:ext>
            </a:extLst>
          </p:cNvPr>
          <p:cNvSpPr>
            <a:spLocks noGrp="1"/>
          </p:cNvSpPr>
          <p:nvPr/>
        </p:nvSpPr>
        <p:spPr>
          <a:xfrm>
            <a:off x="9424060" y="4953000"/>
            <a:ext cx="47006" cy="47625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62" name="text-60">
            <a:extLst>
              <a:ext uri="{FF2B5EF4-FFF2-40B4-BE49-F238E27FC236}">
                <ns2:creationId id="{DFFF3C4C-439B-413A-8FC4-48D511EBAC25}"/>
              </a:ext>
            </a:extLst>
          </p:cNvPr>
          <p:cNvSpPr>
            <a:spLocks noGrp="1"/>
          </p:cNvSpPr>
          <p:nvPr/>
        </p:nvSpPr>
        <p:spPr>
          <a:xfrm>
            <a:off x="9555678" y="48577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样地复测</a:t>
            </a:r>
            <a:endParaRPr/>
          </a:p>
        </p:txBody>
      </p:sp>
      <p:sp>
        <p:nvSpPr>
          <p:cNvPr id="63" name="shape-61">
            <a:extLst>
              <a:ext uri="{FF2B5EF4-FFF2-40B4-BE49-F238E27FC236}">
                <ns2:creationId id="{B7AFF510-FAFC-4168-972C-C848C8D64628}"/>
              </a:ext>
            </a:extLst>
          </p:cNvPr>
          <p:cNvSpPr>
            <a:spLocks noGrp="1"/>
          </p:cNvSpPr>
          <p:nvPr/>
        </p:nvSpPr>
        <p:spPr>
          <a:xfrm>
            <a:off x="9424060" y="5257800"/>
            <a:ext cx="47006" cy="47625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64" name="text-62">
            <a:extLst>
              <a:ext uri="{FF2B5EF4-FFF2-40B4-BE49-F238E27FC236}">
                <ns2:creationId id="{34F8A7C4-2B06-4300-980C-DE26084B5F46}"/>
              </a:ext>
            </a:extLst>
          </p:cNvPr>
          <p:cNvSpPr>
            <a:spLocks noGrp="1"/>
          </p:cNvSpPr>
          <p:nvPr/>
        </p:nvSpPr>
        <p:spPr>
          <a:xfrm>
            <a:off x="9555678" y="51625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保留差异记录</a:t>
            </a:r>
            <a:endParaRPr/>
          </a:p>
        </p:txBody>
      </p:sp>
      <p:sp>
        <p:nvSpPr>
          <p:cNvPr id="65" name="shape-63">
            <a:extLst>
              <a:ext uri="{FF2B5EF4-FFF2-40B4-BE49-F238E27FC236}">
                <ns2:creationId id="{A7DE66B6-DFEA-4757-BDC7-ED7CF332CA49}"/>
              </a:ext>
            </a:extLst>
          </p:cNvPr>
          <p:cNvSpPr>
            <a:spLocks noGrp="1"/>
          </p:cNvSpPr>
          <p:nvPr/>
        </p:nvSpPr>
        <p:spPr>
          <a:xfrm>
            <a:off x="9424060" y="5562600"/>
            <a:ext cx="47006" cy="47625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66" name="text-64">
            <a:extLst>
              <a:ext uri="{FF2B5EF4-FFF2-40B4-BE49-F238E27FC236}">
                <ns2:creationId id="{B2D059F4-63B5-4C80-92ED-D6926EB1F01B}"/>
              </a:ext>
            </a:extLst>
          </p:cNvPr>
          <p:cNvSpPr>
            <a:spLocks noGrp="1"/>
          </p:cNvSpPr>
          <p:nvPr/>
        </p:nvSpPr>
        <p:spPr>
          <a:xfrm>
            <a:off x="9555678" y="54673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核对检测过程</a:t>
            </a:r>
            <a:endParaRPr/>
          </a:p>
        </p:txBody>
      </p:sp>
      <p:sp>
        <p:nvSpPr>
          <p:cNvPr id="67" name="panel-65">
            <a:extLst>
              <a:ext uri="{FF2B5EF4-FFF2-40B4-BE49-F238E27FC236}">
                <ns2:creationId id="{DFD29F82-4215-4480-8DEE-18EC4786A24F}"/>
              </a:ext>
            </a:extLst>
          </p:cNvPr>
          <p:cNvSpPr>
            <a:spLocks noGrp="1"/>
          </p:cNvSpPr>
          <p:nvPr/>
        </p:nvSpPr>
        <p:spPr>
          <a:xfrm>
            <a:off x="304800" y="3705225"/>
            <a:ext cx="3873335" cy="2362200"/>
          </a:xfrm>
          <a:prstGeom prst="rect">
            <a:avLst>
              <a:gd name="adj" fmla="val 322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68" name="shape-66">
            <a:extLst>
              <a:ext uri="{FF2B5EF4-FFF2-40B4-BE49-F238E27FC236}">
                <ns2:creationId id="{8FA50A07-31FE-46B1-A2BF-A91EFF0C3893}"/>
              </a:ext>
            </a:extLst>
          </p:cNvPr>
          <p:cNvSpPr>
            <a:spLocks noGrp="1"/>
          </p:cNvSpPr>
          <p:nvPr/>
        </p:nvSpPr>
        <p:spPr>
          <a:xfrm>
            <a:off x="314201" y="3714750"/>
            <a:ext cx="385453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9" name="icon-clipboard-67">
            <a:extLst>
              <a:ext uri="{FF2B5EF4-FFF2-40B4-BE49-F238E27FC236}">
                <ns2:creationId id="{3B3B703F-9BEB-45B6-B8FC-601741A5B965}"/>
              </a:ext>
            </a:extLst>
          </p:cNvPr>
          <p:cNvSpPr>
            <a:spLocks noGrp="1"/>
          </p:cNvSpPr>
          <p:nvPr/>
        </p:nvSpPr>
        <p:spPr>
          <a:xfrm>
            <a:off x="463306" y="3812286"/>
            <a:ext cx="164993" cy="200597"/>
          </a:xfrm>
          <a:prstGeom prst="roundRect">
            <a:avLst>
              <a:gd name="adj" fmla="val 45584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clipboard-68">
            <a:extLst>
              <a:ext uri="{FF2B5EF4-FFF2-40B4-BE49-F238E27FC236}">
                <ns2:creationId id="{55E6B8DC-8572-42A5-B1B1-F295E7C0C535}"/>
              </a:ext>
            </a:extLst>
          </p:cNvPr>
          <p:cNvSpPr>
            <a:spLocks noGrp="1"/>
          </p:cNvSpPr>
          <p:nvPr/>
        </p:nvSpPr>
        <p:spPr>
          <a:xfrm>
            <a:off x="506458" y="3794284"/>
            <a:ext cx="76151" cy="38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vector-69">
            <a:extLst>
              <a:ext uri="{FF2B5EF4-FFF2-40B4-BE49-F238E27FC236}">
                <ns2:creationId id="{60A3D713-940E-4142-BE33-6098719C948F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2" name="vector-70">
            <a:extLst>
              <a:ext uri="{FF2B5EF4-FFF2-40B4-BE49-F238E27FC236}">
                <ns2:creationId id="{66F809C0-CB1D-45F9-8D68-94E479A22C23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3" name="vector-71">
            <a:extLst>
              <a:ext uri="{FF2B5EF4-FFF2-40B4-BE49-F238E27FC236}">
                <ns2:creationId id="{DDB897FB-FA83-4EC6-9001-1F2C4C16158F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4" name="vector-72">
            <a:extLst>
              <a:ext uri="{FF2B5EF4-FFF2-40B4-BE49-F238E27FC236}">
                <ns2:creationId id="{90F052FA-7966-44B3-A240-0FC5DAD5FD04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5" name="vector-73">
            <a:extLst>
              <a:ext uri="{FF2B5EF4-FFF2-40B4-BE49-F238E27FC236}">
                <ns2:creationId id="{E0C24D4B-3FFA-4DF8-9432-1F3BC5F80452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6" name="vector-74">
            <a:extLst>
              <a:ext uri="{FF2B5EF4-FFF2-40B4-BE49-F238E27FC236}">
                <ns2:creationId id="{4800114E-D16D-4CB5-93F4-2DB4FBCD52CC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7" name="vector-75">
            <a:extLst>
              <a:ext uri="{FF2B5EF4-FFF2-40B4-BE49-F238E27FC236}">
                <ns2:creationId id="{1040FDC5-02A1-4E79-9C80-87D180494C49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8" name="vector-76">
            <a:extLst>
              <a:ext uri="{FF2B5EF4-FFF2-40B4-BE49-F238E27FC236}">
                <ns2:creationId id="{5212A0EF-838A-4BB8-BB32-8A32174E33A7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9" name="vector-77">
            <a:extLst>
              <a:ext uri="{FF2B5EF4-FFF2-40B4-BE49-F238E27FC236}">
                <ns2:creationId id="{532C0313-242C-4010-9171-9CC30C2D8D6A}"/>
              </a:ext>
            </a:extLst>
          </p:cNvPr>
          <p:cNvSpPr>
            <a:spLocks noGrp="1"/>
          </p:cNvSpPr>
          <p:nvPr/>
        </p:nvSpPr>
        <p:spPr>
          <a:xfrm>
            <a:off x="417616" y="3781425"/>
            <a:ext cx="253835" cy="2571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0" name="text-78">
            <a:extLst>
              <a:ext uri="{FF2B5EF4-FFF2-40B4-BE49-F238E27FC236}">
                <ns2:creationId id="{256A5AD0-3321-4130-932C-0BC42FE64245}"/>
              </a:ext>
            </a:extLst>
          </p:cNvPr>
          <p:cNvSpPr>
            <a:spLocks noGrp="1"/>
          </p:cNvSpPr>
          <p:nvPr/>
        </p:nvSpPr>
        <p:spPr>
          <a:xfrm>
            <a:off x="756062" y="3771900"/>
            <a:ext cx="330925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反馈修订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1" name="text-79">
            <a:extLst>
              <a:ext uri="{FF2B5EF4-FFF2-40B4-BE49-F238E27FC236}">
                <ns2:creationId id="{AC3D61C5-8052-46B4-9AE5-2C0500D9803B}"/>
              </a:ext>
            </a:extLst>
          </p:cNvPr>
          <p:cNvSpPr>
            <a:spLocks noGrp="1"/>
          </p:cNvSpPr>
          <p:nvPr/>
        </p:nvSpPr>
        <p:spPr>
          <a:xfrm>
            <a:off x="474023" y="4191000"/>
            <a:ext cx="354429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追查偏差来源，调整采样与分析方案</a:t>
            </a:r>
            <a:endParaRPr/>
          </a:p>
        </p:txBody>
      </p:sp>
      <p:sp>
        <p:nvSpPr>
          <p:cNvPr id="82" name="icon-clipboard-80">
            <a:extLst>
              <a:ext uri="{FF2B5EF4-FFF2-40B4-BE49-F238E27FC236}">
                <ns2:creationId id="{E6D349E5-87CB-4DEB-B7E3-36FACBDC8729}"/>
              </a:ext>
            </a:extLst>
          </p:cNvPr>
          <p:cNvSpPr>
            <a:spLocks noGrp="1"/>
          </p:cNvSpPr>
          <p:nvPr/>
        </p:nvSpPr>
        <p:spPr>
          <a:xfrm>
            <a:off x="739140" y="4922520"/>
            <a:ext cx="549976" cy="668655"/>
          </a:xfrm>
          <a:prstGeom prst="roundRect">
            <a:avLst>
              <a:gd name="adj" fmla="val 13675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3" name="icon-clipboard-81">
            <a:extLst>
              <a:ext uri="{FF2B5EF4-FFF2-40B4-BE49-F238E27FC236}">
                <ns2:creationId id="{01D5B825-60FB-4208-AD27-4AD36D933864}"/>
              </a:ext>
            </a:extLst>
          </p:cNvPr>
          <p:cNvSpPr>
            <a:spLocks noGrp="1"/>
          </p:cNvSpPr>
          <p:nvPr/>
        </p:nvSpPr>
        <p:spPr>
          <a:xfrm>
            <a:off x="882980" y="4862513"/>
            <a:ext cx="253835" cy="128588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4" name="vector-82">
            <a:extLst>
              <a:ext uri="{FF2B5EF4-FFF2-40B4-BE49-F238E27FC236}">
                <ns2:creationId id="{0E64141D-EB27-462B-AB25-8FF7241008EF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5" name="vector-83">
            <a:extLst>
              <a:ext uri="{FF2B5EF4-FFF2-40B4-BE49-F238E27FC236}">
                <ns2:creationId id="{9C0ED6E0-2113-4279-8680-4367F379DD70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6" name="vector-84">
            <a:extLst>
              <a:ext uri="{FF2B5EF4-FFF2-40B4-BE49-F238E27FC236}">
                <ns2:creationId id="{D5DB0178-2CDD-431B-9FFA-31E2D5567DF7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7" name="vector-85">
            <a:extLst>
              <a:ext uri="{FF2B5EF4-FFF2-40B4-BE49-F238E27FC236}">
                <ns2:creationId id="{A590106C-058D-4F8C-ACD8-044306A9DE77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8" name="vector-86">
            <a:extLst>
              <a:ext uri="{FF2B5EF4-FFF2-40B4-BE49-F238E27FC236}">
                <ns2:creationId id="{08A735D7-5485-49D0-88F7-D162B3552AB9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9" name="vector-87">
            <a:extLst>
              <a:ext uri="{FF2B5EF4-FFF2-40B4-BE49-F238E27FC236}">
                <ns2:creationId id="{51F2C3A5-5D0C-44CE-9D5E-1585B2762960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0" name="vector-88">
            <a:extLst>
              <a:ext uri="{FF2B5EF4-FFF2-40B4-BE49-F238E27FC236}">
                <ns2:creationId id="{D6725923-C6A3-4863-8479-784DA953BDBA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1" name="vector-89">
            <a:extLst>
              <a:ext uri="{FF2B5EF4-FFF2-40B4-BE49-F238E27FC236}">
                <ns2:creationId id="{AAEC04F3-67FA-40F2-B18E-1B13139E5699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2" name="vector-90">
            <a:extLst>
              <a:ext uri="{FF2B5EF4-FFF2-40B4-BE49-F238E27FC236}">
                <ns2:creationId id="{D5BBAEE8-7B53-4456-BDBA-9EE1A927A8B4}"/>
              </a:ext>
            </a:extLst>
          </p:cNvPr>
          <p:cNvSpPr>
            <a:spLocks noGrp="1"/>
          </p:cNvSpPr>
          <p:nvPr/>
        </p:nvSpPr>
        <p:spPr>
          <a:xfrm>
            <a:off x="586839" y="4819650"/>
            <a:ext cx="846117" cy="8572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3" name="shape-91">
            <a:extLst>
              <a:ext uri="{FF2B5EF4-FFF2-40B4-BE49-F238E27FC236}">
                <ns2:creationId id="{C5E190D2-357A-41C6-9238-F065F8F4EF2C}"/>
              </a:ext>
            </a:extLst>
          </p:cNvPr>
          <p:cNvSpPr>
            <a:spLocks noGrp="1"/>
          </p:cNvSpPr>
          <p:nvPr/>
        </p:nvSpPr>
        <p:spPr>
          <a:xfrm>
            <a:off x="1714995" y="4953000"/>
            <a:ext cx="47006" cy="47625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94" name="text-92">
            <a:extLst>
              <a:ext uri="{FF2B5EF4-FFF2-40B4-BE49-F238E27FC236}">
                <ns2:creationId id="{E21A2C38-31E5-4F06-BA17-A0BDCF476379}"/>
              </a:ext>
            </a:extLst>
          </p:cNvPr>
          <p:cNvSpPr>
            <a:spLocks noGrp="1"/>
          </p:cNvSpPr>
          <p:nvPr/>
        </p:nvSpPr>
        <p:spPr>
          <a:xfrm>
            <a:off x="1846613" y="48577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优化采样设计</a:t>
            </a:r>
            <a:endParaRPr/>
          </a:p>
        </p:txBody>
      </p:sp>
      <p:sp>
        <p:nvSpPr>
          <p:cNvPr id="95" name="shape-93">
            <a:extLst>
              <a:ext uri="{FF2B5EF4-FFF2-40B4-BE49-F238E27FC236}">
                <ns2:creationId id="{455CB8E3-05BA-4C50-9A96-660607911637}"/>
              </a:ext>
            </a:extLst>
          </p:cNvPr>
          <p:cNvSpPr>
            <a:spLocks noGrp="1"/>
          </p:cNvSpPr>
          <p:nvPr/>
        </p:nvSpPr>
        <p:spPr>
          <a:xfrm>
            <a:off x="1714995" y="5257800"/>
            <a:ext cx="47006" cy="47625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96" name="text-94">
            <a:extLst>
              <a:ext uri="{FF2B5EF4-FFF2-40B4-BE49-F238E27FC236}">
                <ns2:creationId id="{4E2DE427-6C32-45DC-B151-623046FD1CE3}"/>
              </a:ext>
            </a:extLst>
          </p:cNvPr>
          <p:cNvSpPr>
            <a:spLocks noGrp="1"/>
          </p:cNvSpPr>
          <p:nvPr/>
        </p:nvSpPr>
        <p:spPr>
          <a:xfrm>
            <a:off x="1846613" y="51625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补充关键样点</a:t>
            </a:r>
            <a:endParaRPr/>
          </a:p>
        </p:txBody>
      </p:sp>
      <p:sp>
        <p:nvSpPr>
          <p:cNvPr id="97" name="shape-95">
            <a:extLst>
              <a:ext uri="{FF2B5EF4-FFF2-40B4-BE49-F238E27FC236}">
                <ns2:creationId id="{29EEB060-ADA6-46D0-BA13-52E6BF4C20CB}"/>
              </a:ext>
            </a:extLst>
          </p:cNvPr>
          <p:cNvSpPr>
            <a:spLocks noGrp="1"/>
          </p:cNvSpPr>
          <p:nvPr/>
        </p:nvSpPr>
        <p:spPr>
          <a:xfrm>
            <a:off x="1714995" y="5562600"/>
            <a:ext cx="47006" cy="47625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98" name="text-96">
            <a:extLst>
              <a:ext uri="{FF2B5EF4-FFF2-40B4-BE49-F238E27FC236}">
                <ns2:creationId id="{5FB95575-380A-4F0F-B52C-339D610B71E0}"/>
              </a:ext>
            </a:extLst>
          </p:cNvPr>
          <p:cNvSpPr>
            <a:spLocks noGrp="1"/>
          </p:cNvSpPr>
          <p:nvPr/>
        </p:nvSpPr>
        <p:spPr>
          <a:xfrm>
            <a:off x="1846613" y="5467350"/>
            <a:ext cx="2171700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更新模型设定</a:t>
            </a:r>
            <a:endParaRPr/>
          </a:p>
        </p:txBody>
      </p:sp>
      <p:sp>
        <p:nvSpPr>
          <p:cNvPr id="99" name="vector-97">
            <a:extLst>
              <a:ext uri="{FF2B5EF4-FFF2-40B4-BE49-F238E27FC236}">
                <ns2:creationId id="{C7BE0411-C219-4B72-9A06-D33C7DF345C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139490"/>
                </a:moveTo>
                <a:lnTo>
                  <a:pt x="168706" y="112615"/>
                </a:lnTo>
                <a:lnTo>
                  <a:pt x="200058" y="88265"/>
                </a:lnTo>
                <a:lnTo>
                  <a:pt x="233329" y="66612"/>
                </a:lnTo>
                <a:lnTo>
                  <a:pt x="268288" y="47804"/>
                </a:lnTo>
                <a:lnTo>
                  <a:pt x="304692" y="31973"/>
                </a:lnTo>
                <a:lnTo>
                  <a:pt x="342288" y="19229"/>
                </a:lnTo>
                <a:lnTo>
                  <a:pt x="380815" y="9660"/>
                </a:lnTo>
                <a:lnTo>
                  <a:pt x="420004" y="3333"/>
                </a:lnTo>
                <a:lnTo>
                  <a:pt x="459585" y="292"/>
                </a:lnTo>
                <a:lnTo>
                  <a:pt x="499281" y="557"/>
                </a:lnTo>
                <a:lnTo>
                  <a:pt x="538817" y="4128"/>
                </a:lnTo>
                <a:lnTo>
                  <a:pt x="577918" y="10978"/>
                </a:lnTo>
                <a:lnTo>
                  <a:pt x="616314" y="21062"/>
                </a:lnTo>
                <a:lnTo>
                  <a:pt x="653736" y="34308"/>
                </a:lnTo>
                <a:lnTo>
                  <a:pt x="689924" y="50624"/>
                </a:lnTo>
                <a:lnTo>
                  <a:pt x="724629" y="69898"/>
                </a:lnTo>
                <a:lnTo>
                  <a:pt x="757607" y="91995"/>
                </a:lnTo>
                <a:lnTo>
                  <a:pt x="788631" y="116761"/>
                </a:lnTo>
                <a:lnTo>
                  <a:pt x="843299" y="123597"/>
                </a:lnTo>
                <a:lnTo>
                  <a:pt x="646489" y="280338"/>
                </a:lnTo>
                <a:lnTo>
                  <a:pt x="629582" y="266841"/>
                </a:lnTo>
                <a:lnTo>
                  <a:pt x="611610" y="254799"/>
                </a:lnTo>
                <a:lnTo>
                  <a:pt x="592697" y="244295"/>
                </a:lnTo>
                <a:lnTo>
                  <a:pt x="572975" y="235403"/>
                </a:lnTo>
                <a:lnTo>
                  <a:pt x="552581" y="228184"/>
                </a:lnTo>
                <a:lnTo>
                  <a:pt x="531657" y="222689"/>
                </a:lnTo>
                <a:lnTo>
                  <a:pt x="510347" y="218956"/>
                </a:lnTo>
                <a:lnTo>
                  <a:pt x="488801" y="217010"/>
                </a:lnTo>
                <a:lnTo>
                  <a:pt x="467168" y="216865"/>
                </a:lnTo>
                <a:lnTo>
                  <a:pt x="445598" y="218523"/>
                </a:lnTo>
                <a:lnTo>
                  <a:pt x="424240" y="221971"/>
                </a:lnTo>
                <a:lnTo>
                  <a:pt x="403244" y="227186"/>
                </a:lnTo>
                <a:lnTo>
                  <a:pt x="382756" y="234131"/>
                </a:lnTo>
                <a:lnTo>
                  <a:pt x="362916" y="242758"/>
                </a:lnTo>
                <a:lnTo>
                  <a:pt x="343865" y="253008"/>
                </a:lnTo>
                <a:lnTo>
                  <a:pt x="325733" y="264809"/>
                </a:lnTo>
                <a:lnTo>
                  <a:pt x="308647" y="278078"/>
                </a:lnTo>
                <a:lnTo>
                  <a:pt x="292725" y="292725"/>
                </a:lnTo>
                <a:close/>
              </a:path>
            </a:pathLst>
          </a:custGeom>
          <a:solidFill>
            <a:srgbClr val="1359A0"/>
          </a:solidFill>
          <a:ln w="14288">
            <a:noFill/>
            <a:prstDash val="solid"/>
          </a:ln>
        </p:spPr>
      </p:sp>
      <p:sp>
        <p:nvSpPr>
          <p:cNvPr id="100" name="icon-camera-98">
            <a:extLst>
              <a:ext uri="{FF2B5EF4-FFF2-40B4-BE49-F238E27FC236}">
                <ns2:creationId id="{C79A9E76-B353-4FE8-A874-E2C5D9159D47}"/>
              </a:ext>
            </a:extLst>
          </p:cNvPr>
          <p:cNvSpPr>
            <a:spLocks noGrp="1"/>
          </p:cNvSpPr>
          <p:nvPr/>
        </p:nvSpPr>
        <p:spPr>
          <a:xfrm>
            <a:off x="5896866" y="2010691"/>
            <a:ext cx="282980" cy="203359"/>
          </a:xfrm>
          <a:prstGeom prst="roundRect">
            <a:avLst>
              <a:gd name="adj" fmla="val 37471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01" name="icon-camera-99">
            <a:extLst>
              <a:ext uri="{FF2B5EF4-FFF2-40B4-BE49-F238E27FC236}">
                <ns2:creationId id="{4A74D456-B40B-46FC-80E9-D3802A25D3CC}"/>
              </a:ext>
            </a:extLst>
          </p:cNvPr>
          <p:cNvSpPr>
            <a:spLocks noGrp="1"/>
          </p:cNvSpPr>
          <p:nvPr/>
        </p:nvSpPr>
        <p:spPr>
          <a:xfrm>
            <a:off x="5982418" y="1967352"/>
            <a:ext cx="108585" cy="5667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02" name="icon-camera-100">
            <a:extLst>
              <a:ext uri="{FF2B5EF4-FFF2-40B4-BE49-F238E27FC236}">
                <ns2:creationId id="{A1262A7B-92BC-41B9-AB09-AD246545A2E0}"/>
              </a:ext>
            </a:extLst>
          </p:cNvPr>
          <p:cNvSpPr>
            <a:spLocks noGrp="1"/>
          </p:cNvSpPr>
          <p:nvPr/>
        </p:nvSpPr>
        <p:spPr>
          <a:xfrm>
            <a:off x="5979128" y="2054029"/>
            <a:ext cx="118456" cy="12001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03" name="icon-camera-101">
            <a:extLst>
              <a:ext uri="{FF2B5EF4-FFF2-40B4-BE49-F238E27FC236}">
                <ns2:creationId id="{54FC14E3-E1E6-4322-B3FA-2F15B0DDF48E}"/>
              </a:ext>
            </a:extLst>
          </p:cNvPr>
          <p:cNvSpPr>
            <a:spLocks noGrp="1"/>
          </p:cNvSpPr>
          <p:nvPr/>
        </p:nvSpPr>
        <p:spPr>
          <a:xfrm>
            <a:off x="6117326" y="2037361"/>
            <a:ext cx="26324" cy="2667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04" name="text-102">
            <a:extLst>
              <a:ext uri="{FF2B5EF4-FFF2-40B4-BE49-F238E27FC236}">
                <ns2:creationId id="{5FB1ECEC-D761-4CAA-9B22-43E354BF6BCB}"/>
              </a:ext>
            </a:extLst>
          </p:cNvPr>
          <p:cNvSpPr>
            <a:spLocks noGrp="1"/>
          </p:cNvSpPr>
          <p:nvPr/>
        </p:nvSpPr>
        <p:spPr>
          <a:xfrm>
            <a:off x="5450775" y="2324539"/>
            <a:ext cx="1222169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数据获取</a:t>
            </a:r>
            <a:endParaRPr/>
          </a:p>
        </p:txBody>
      </p:sp>
      <p:sp>
        <p:nvSpPr>
          <p:cNvPr id="105" name="vector-103">
            <a:extLst>
              <a:ext uri="{FF2B5EF4-FFF2-40B4-BE49-F238E27FC236}">
                <ns2:creationId id="{A06194DA-712A-46A4-BF1E-682EC4A499C5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139490"/>
                </a:moveTo>
                <a:lnTo>
                  <a:pt x="839885" y="168706"/>
                </a:lnTo>
                <a:lnTo>
                  <a:pt x="864235" y="200058"/>
                </a:lnTo>
                <a:lnTo>
                  <a:pt x="885888" y="233329"/>
                </a:lnTo>
                <a:lnTo>
                  <a:pt x="904696" y="268288"/>
                </a:lnTo>
                <a:lnTo>
                  <a:pt x="920527" y="304692"/>
                </a:lnTo>
                <a:lnTo>
                  <a:pt x="933271" y="342288"/>
                </a:lnTo>
                <a:lnTo>
                  <a:pt x="942840" y="380815"/>
                </a:lnTo>
                <a:lnTo>
                  <a:pt x="949167" y="420004"/>
                </a:lnTo>
                <a:lnTo>
                  <a:pt x="952208" y="459585"/>
                </a:lnTo>
                <a:lnTo>
                  <a:pt x="951943" y="499281"/>
                </a:lnTo>
                <a:lnTo>
                  <a:pt x="948372" y="538817"/>
                </a:lnTo>
                <a:lnTo>
                  <a:pt x="941522" y="577918"/>
                </a:lnTo>
                <a:lnTo>
                  <a:pt x="931438" y="616314"/>
                </a:lnTo>
                <a:lnTo>
                  <a:pt x="918192" y="653736"/>
                </a:lnTo>
                <a:lnTo>
                  <a:pt x="901876" y="689924"/>
                </a:lnTo>
                <a:lnTo>
                  <a:pt x="882602" y="724629"/>
                </a:lnTo>
                <a:lnTo>
                  <a:pt x="860505" y="757607"/>
                </a:lnTo>
                <a:lnTo>
                  <a:pt x="835739" y="788631"/>
                </a:lnTo>
                <a:lnTo>
                  <a:pt x="828903" y="843299"/>
                </a:lnTo>
                <a:lnTo>
                  <a:pt x="672162" y="646489"/>
                </a:lnTo>
                <a:lnTo>
                  <a:pt x="685659" y="629582"/>
                </a:lnTo>
                <a:lnTo>
                  <a:pt x="697701" y="611610"/>
                </a:lnTo>
                <a:lnTo>
                  <a:pt x="708205" y="592697"/>
                </a:lnTo>
                <a:lnTo>
                  <a:pt x="717097" y="572975"/>
                </a:lnTo>
                <a:lnTo>
                  <a:pt x="724316" y="552581"/>
                </a:lnTo>
                <a:lnTo>
                  <a:pt x="729811" y="531657"/>
                </a:lnTo>
                <a:lnTo>
                  <a:pt x="733544" y="510347"/>
                </a:lnTo>
                <a:lnTo>
                  <a:pt x="735490" y="488801"/>
                </a:lnTo>
                <a:lnTo>
                  <a:pt x="735635" y="467168"/>
                </a:lnTo>
                <a:lnTo>
                  <a:pt x="733977" y="445598"/>
                </a:lnTo>
                <a:lnTo>
                  <a:pt x="730529" y="424240"/>
                </a:lnTo>
                <a:lnTo>
                  <a:pt x="725314" y="403244"/>
                </a:lnTo>
                <a:lnTo>
                  <a:pt x="718369" y="382756"/>
                </a:lnTo>
                <a:lnTo>
                  <a:pt x="709742" y="362916"/>
                </a:lnTo>
                <a:lnTo>
                  <a:pt x="699492" y="343865"/>
                </a:lnTo>
                <a:lnTo>
                  <a:pt x="687691" y="325733"/>
                </a:lnTo>
                <a:lnTo>
                  <a:pt x="674422" y="308647"/>
                </a:lnTo>
                <a:lnTo>
                  <a:pt x="659775" y="292725"/>
                </a:lnTo>
                <a:close/>
              </a:path>
            </a:pathLst>
          </a:custGeom>
          <a:solidFill>
            <a:srgbClr val="3B75B0"/>
          </a:solidFill>
          <a:ln w="14288">
            <a:noFill/>
            <a:prstDash val="solid"/>
          </a:ln>
        </p:spPr>
      </p:sp>
      <p:sp>
        <p:nvSpPr>
          <p:cNvPr id="106" name="vector-104">
            <a:extLst>
              <a:ext uri="{FF2B5EF4-FFF2-40B4-BE49-F238E27FC236}">
                <ns2:creationId id="{CBA78343-18F6-4F72-8BA6-4F8EA2D4ED67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07" name="vector-105">
            <a:extLst>
              <a:ext uri="{FF2B5EF4-FFF2-40B4-BE49-F238E27FC236}">
                <ns2:creationId id="{B3D8AE40-1909-4599-A515-9CD8368DA60B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08" name="vector-106">
            <a:extLst>
              <a:ext uri="{FF2B5EF4-FFF2-40B4-BE49-F238E27FC236}">
                <ns2:creationId id="{258012DE-FBDC-42DB-B673-1EF0D56EC74D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09" name="vector-107">
            <a:extLst>
              <a:ext uri="{FF2B5EF4-FFF2-40B4-BE49-F238E27FC236}">
                <ns2:creationId id="{959D0038-2556-4903-9C8E-D43161F531A5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0" name="vector-108">
            <a:extLst>
              <a:ext uri="{FF2B5EF4-FFF2-40B4-BE49-F238E27FC236}">
                <ns2:creationId id="{5560FA72-44BD-4C6F-90DF-E5F135334941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1" name="vector-109">
            <a:extLst>
              <a:ext uri="{FF2B5EF4-FFF2-40B4-BE49-F238E27FC236}">
                <ns2:creationId id="{00F9FE66-F8A2-4D11-84E6-E0FFB5374A00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2" name="vector-110">
            <a:extLst>
              <a:ext uri="{FF2B5EF4-FFF2-40B4-BE49-F238E27FC236}">
                <ns2:creationId id="{11416929-7900-404F-88BF-842278BE9C50}"/>
              </a:ext>
            </a:extLst>
          </p:cNvPr>
          <p:cNvSpPr>
            <a:spLocks noGrp="1"/>
          </p:cNvSpPr>
          <p:nvPr/>
        </p:nvSpPr>
        <p:spPr>
          <a:xfrm>
            <a:off x="7251926" y="3261060"/>
            <a:ext cx="329045" cy="333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3" name="icon-network-111">
            <a:extLst>
              <a:ext uri="{FF2B5EF4-FFF2-40B4-BE49-F238E27FC236}">
                <ns2:creationId id="{EC5794E0-3574-4FE8-B103-E18B74E8F27F}"/>
              </a:ext>
            </a:extLst>
          </p:cNvPr>
          <p:cNvSpPr>
            <a:spLocks noGrp="1"/>
          </p:cNvSpPr>
          <p:nvPr/>
        </p:nvSpPr>
        <p:spPr>
          <a:xfrm>
            <a:off x="7271669" y="3361072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4" name="icon-network-112">
            <a:extLst>
              <a:ext uri="{FF2B5EF4-FFF2-40B4-BE49-F238E27FC236}">
                <ns2:creationId id="{1C460D55-FBAE-4A4E-BF0F-B74B235797FA}"/>
              </a:ext>
            </a:extLst>
          </p:cNvPr>
          <p:cNvSpPr>
            <a:spLocks noGrp="1"/>
          </p:cNvSpPr>
          <p:nvPr/>
        </p:nvSpPr>
        <p:spPr>
          <a:xfrm>
            <a:off x="7376963" y="3277728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5" name="icon-network-113">
            <a:extLst>
              <a:ext uri="{FF2B5EF4-FFF2-40B4-BE49-F238E27FC236}">
                <ns2:creationId id="{F897F1B5-BBB6-4F96-8707-1FDD4491BF99}"/>
              </a:ext>
            </a:extLst>
          </p:cNvPr>
          <p:cNvSpPr>
            <a:spLocks noGrp="1"/>
          </p:cNvSpPr>
          <p:nvPr/>
        </p:nvSpPr>
        <p:spPr>
          <a:xfrm>
            <a:off x="7505291" y="3337736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6" name="icon-network-114">
            <a:extLst>
              <a:ext uri="{FF2B5EF4-FFF2-40B4-BE49-F238E27FC236}">
                <ns2:creationId id="{F2B6BE0F-DF0E-4DA8-9CF7-3C670FEC93E4}"/>
              </a:ext>
            </a:extLst>
          </p:cNvPr>
          <p:cNvSpPr>
            <a:spLocks noGrp="1"/>
          </p:cNvSpPr>
          <p:nvPr/>
        </p:nvSpPr>
        <p:spPr>
          <a:xfrm>
            <a:off x="7455934" y="3514425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7" name="icon-network-115">
            <a:extLst>
              <a:ext uri="{FF2B5EF4-FFF2-40B4-BE49-F238E27FC236}">
                <ns2:creationId id="{C08EFD76-0BA2-4D65-B6F8-594D53B3B5C3}"/>
              </a:ext>
            </a:extLst>
          </p:cNvPr>
          <p:cNvSpPr>
            <a:spLocks noGrp="1"/>
          </p:cNvSpPr>
          <p:nvPr/>
        </p:nvSpPr>
        <p:spPr>
          <a:xfrm>
            <a:off x="7307863" y="3511091"/>
            <a:ext cx="46067" cy="4667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8" name="text-116">
            <a:extLst>
              <a:ext uri="{FF2B5EF4-FFF2-40B4-BE49-F238E27FC236}">
                <ns2:creationId id="{799E5964-98B5-4636-A8B3-4A10371F1315}"/>
              </a:ext>
            </a:extLst>
          </p:cNvPr>
          <p:cNvSpPr>
            <a:spLocks noGrp="1"/>
          </p:cNvSpPr>
          <p:nvPr/>
        </p:nvSpPr>
        <p:spPr>
          <a:xfrm>
            <a:off x="6828868" y="3619500"/>
            <a:ext cx="1222169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</a:t>
            </a:r>
            <a:br/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</a:t>
            </a:r>
            <a:endParaRPr/>
          </a:p>
        </p:txBody>
      </p:sp>
      <p:sp>
        <p:nvSpPr>
          <p:cNvPr id="119" name="vector-117">
            <a:extLst>
              <a:ext uri="{FF2B5EF4-FFF2-40B4-BE49-F238E27FC236}">
                <ns2:creationId id="{0BF875E0-041A-4650-AB69-AB2EFFB8B1EA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813010" y="813010"/>
                </a:moveTo>
                <a:lnTo>
                  <a:pt x="783794" y="839885"/>
                </a:lnTo>
                <a:lnTo>
                  <a:pt x="752442" y="864235"/>
                </a:lnTo>
                <a:lnTo>
                  <a:pt x="719171" y="885888"/>
                </a:lnTo>
                <a:lnTo>
                  <a:pt x="684212" y="904696"/>
                </a:lnTo>
                <a:lnTo>
                  <a:pt x="647808" y="920527"/>
                </a:lnTo>
                <a:lnTo>
                  <a:pt x="610212" y="933271"/>
                </a:lnTo>
                <a:lnTo>
                  <a:pt x="571685" y="942840"/>
                </a:lnTo>
                <a:lnTo>
                  <a:pt x="532496" y="949167"/>
                </a:lnTo>
                <a:lnTo>
                  <a:pt x="492915" y="952208"/>
                </a:lnTo>
                <a:lnTo>
                  <a:pt x="453219" y="951943"/>
                </a:lnTo>
                <a:lnTo>
                  <a:pt x="413683" y="948372"/>
                </a:lnTo>
                <a:lnTo>
                  <a:pt x="374582" y="941522"/>
                </a:lnTo>
                <a:lnTo>
                  <a:pt x="336186" y="931438"/>
                </a:lnTo>
                <a:lnTo>
                  <a:pt x="298764" y="918192"/>
                </a:lnTo>
                <a:lnTo>
                  <a:pt x="262576" y="901876"/>
                </a:lnTo>
                <a:lnTo>
                  <a:pt x="227871" y="882602"/>
                </a:lnTo>
                <a:lnTo>
                  <a:pt x="194893" y="860505"/>
                </a:lnTo>
                <a:lnTo>
                  <a:pt x="163869" y="835739"/>
                </a:lnTo>
                <a:lnTo>
                  <a:pt x="109201" y="828903"/>
                </a:lnTo>
                <a:lnTo>
                  <a:pt x="306011" y="672162"/>
                </a:lnTo>
                <a:lnTo>
                  <a:pt x="322918" y="685659"/>
                </a:lnTo>
                <a:lnTo>
                  <a:pt x="340890" y="697701"/>
                </a:lnTo>
                <a:lnTo>
                  <a:pt x="359803" y="708205"/>
                </a:lnTo>
                <a:lnTo>
                  <a:pt x="379525" y="717097"/>
                </a:lnTo>
                <a:lnTo>
                  <a:pt x="399919" y="724316"/>
                </a:lnTo>
                <a:lnTo>
                  <a:pt x="420843" y="729811"/>
                </a:lnTo>
                <a:lnTo>
                  <a:pt x="442153" y="733544"/>
                </a:lnTo>
                <a:lnTo>
                  <a:pt x="463699" y="735490"/>
                </a:lnTo>
                <a:lnTo>
                  <a:pt x="485332" y="735635"/>
                </a:lnTo>
                <a:lnTo>
                  <a:pt x="506902" y="733977"/>
                </a:lnTo>
                <a:lnTo>
                  <a:pt x="528260" y="730529"/>
                </a:lnTo>
                <a:lnTo>
                  <a:pt x="549256" y="725314"/>
                </a:lnTo>
                <a:lnTo>
                  <a:pt x="569744" y="718369"/>
                </a:lnTo>
                <a:lnTo>
                  <a:pt x="589584" y="709742"/>
                </a:lnTo>
                <a:lnTo>
                  <a:pt x="608635" y="699492"/>
                </a:lnTo>
                <a:lnTo>
                  <a:pt x="626767" y="687691"/>
                </a:lnTo>
                <a:lnTo>
                  <a:pt x="643853" y="674422"/>
                </a:lnTo>
                <a:lnTo>
                  <a:pt x="659775" y="659775"/>
                </a:lnTo>
                <a:close/>
              </a:path>
            </a:pathLst>
          </a:custGeom>
          <a:solidFill>
            <a:srgbClr val="6391C0"/>
          </a:solidFill>
          <a:ln w="14288">
            <a:noFill/>
            <a:prstDash val="solid"/>
          </a:ln>
        </p:spPr>
      </p:sp>
      <p:sp>
        <p:nvSpPr>
          <p:cNvPr id="120" name="icon-check-118">
            <a:extLst>
              <a:ext uri="{FF2B5EF4-FFF2-40B4-BE49-F238E27FC236}">
                <ns2:creationId id="{B290F1E6-A0A7-49CD-9360-023D658DA27D}"/>
              </a:ext>
            </a:extLst>
          </p:cNvPr>
          <p:cNvSpPr>
            <a:spLocks noGrp="1"/>
          </p:cNvSpPr>
          <p:nvPr/>
        </p:nvSpPr>
        <p:spPr>
          <a:xfrm>
            <a:off x="5975020" y="4690623"/>
            <a:ext cx="263236" cy="2667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1" name="vector-119">
            <a:extLst>
              <a:ext uri="{FF2B5EF4-FFF2-40B4-BE49-F238E27FC236}">
                <ns2:creationId id="{DA8DC2A1-F0AA-458F-9F94-B1F3F1789466}"/>
              </a:ext>
            </a:extLst>
          </p:cNvPr>
          <p:cNvSpPr>
            <a:spLocks noGrp="1"/>
          </p:cNvSpPr>
          <p:nvPr/>
        </p:nvSpPr>
        <p:spPr>
          <a:xfrm>
            <a:off x="5942115" y="4657286"/>
            <a:ext cx="329045" cy="3333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22" name="vector-120">
            <a:extLst>
              <a:ext uri="{FF2B5EF4-FFF2-40B4-BE49-F238E27FC236}">
                <ns2:creationId id="{8D44AAA7-D130-4E5E-B80E-B9F81800615C}"/>
              </a:ext>
            </a:extLst>
          </p:cNvPr>
          <p:cNvSpPr>
            <a:spLocks noGrp="1"/>
          </p:cNvSpPr>
          <p:nvPr/>
        </p:nvSpPr>
        <p:spPr>
          <a:xfrm>
            <a:off x="5942115" y="4657286"/>
            <a:ext cx="329045" cy="3333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23" name="text-121">
            <a:extLst>
              <a:ext uri="{FF2B5EF4-FFF2-40B4-BE49-F238E27FC236}">
                <ns2:creationId id="{67E76804-A1AE-4C2D-A4CE-D6D546C00C25}"/>
              </a:ext>
            </a:extLst>
          </p:cNvPr>
          <p:cNvSpPr>
            <a:spLocks noGrp="1"/>
          </p:cNvSpPr>
          <p:nvPr/>
        </p:nvSpPr>
        <p:spPr>
          <a:xfrm>
            <a:off x="5519056" y="5047811"/>
            <a:ext cx="1222169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现场验证</a:t>
            </a:r>
            <a:endParaRPr/>
          </a:p>
        </p:txBody>
      </p:sp>
      <p:sp>
        <p:nvSpPr>
          <p:cNvPr id="124" name="vector-122">
            <a:extLst>
              <a:ext uri="{FF2B5EF4-FFF2-40B4-BE49-F238E27FC236}">
                <ns2:creationId id="{83ECFBD5-8846-4592-978F-D7401D0DBEA6}"/>
              </a:ext>
            </a:extLst>
          </p:cNvPr>
          <p:cNvSpPr>
            <a:spLocks noGrp="1"/>
          </p:cNvSpPr>
          <p:nvPr/>
        </p:nvSpPr>
        <p:spPr>
          <a:xfrm>
            <a:off x="4319155" y="1752600"/>
            <a:ext cx="3553691" cy="3600450"/>
          </a:xfrm>
          <a:custGeom>
            <a:pathLst>
              <a:path w="952500" h="952500">
                <a:moveTo>
                  <a:pt x="139490" y="813010"/>
                </a:moveTo>
                <a:lnTo>
                  <a:pt x="112615" y="783794"/>
                </a:lnTo>
                <a:lnTo>
                  <a:pt x="88265" y="752442"/>
                </a:lnTo>
                <a:lnTo>
                  <a:pt x="66612" y="719171"/>
                </a:lnTo>
                <a:lnTo>
                  <a:pt x="47804" y="684212"/>
                </a:lnTo>
                <a:lnTo>
                  <a:pt x="31973" y="647808"/>
                </a:lnTo>
                <a:lnTo>
                  <a:pt x="19229" y="610212"/>
                </a:lnTo>
                <a:lnTo>
                  <a:pt x="9660" y="571685"/>
                </a:lnTo>
                <a:lnTo>
                  <a:pt x="3333" y="532496"/>
                </a:lnTo>
                <a:lnTo>
                  <a:pt x="292" y="492915"/>
                </a:lnTo>
                <a:lnTo>
                  <a:pt x="557" y="453219"/>
                </a:lnTo>
                <a:lnTo>
                  <a:pt x="4128" y="413683"/>
                </a:lnTo>
                <a:lnTo>
                  <a:pt x="10978" y="374582"/>
                </a:lnTo>
                <a:lnTo>
                  <a:pt x="21062" y="336186"/>
                </a:lnTo>
                <a:lnTo>
                  <a:pt x="34308" y="298764"/>
                </a:lnTo>
                <a:lnTo>
                  <a:pt x="50624" y="262576"/>
                </a:lnTo>
                <a:lnTo>
                  <a:pt x="69898" y="227871"/>
                </a:lnTo>
                <a:lnTo>
                  <a:pt x="91995" y="194893"/>
                </a:lnTo>
                <a:lnTo>
                  <a:pt x="116761" y="163869"/>
                </a:lnTo>
                <a:lnTo>
                  <a:pt x="123597" y="109201"/>
                </a:lnTo>
                <a:lnTo>
                  <a:pt x="280338" y="306011"/>
                </a:lnTo>
                <a:lnTo>
                  <a:pt x="266841" y="322918"/>
                </a:lnTo>
                <a:lnTo>
                  <a:pt x="254799" y="340890"/>
                </a:lnTo>
                <a:lnTo>
                  <a:pt x="244295" y="359803"/>
                </a:lnTo>
                <a:lnTo>
                  <a:pt x="235403" y="379525"/>
                </a:lnTo>
                <a:lnTo>
                  <a:pt x="228184" y="399919"/>
                </a:lnTo>
                <a:lnTo>
                  <a:pt x="222689" y="420843"/>
                </a:lnTo>
                <a:lnTo>
                  <a:pt x="218956" y="442153"/>
                </a:lnTo>
                <a:lnTo>
                  <a:pt x="217010" y="463699"/>
                </a:lnTo>
                <a:lnTo>
                  <a:pt x="216865" y="485332"/>
                </a:lnTo>
                <a:lnTo>
                  <a:pt x="218523" y="506902"/>
                </a:lnTo>
                <a:lnTo>
                  <a:pt x="221971" y="528260"/>
                </a:lnTo>
                <a:lnTo>
                  <a:pt x="227186" y="549256"/>
                </a:lnTo>
                <a:lnTo>
                  <a:pt x="234131" y="569744"/>
                </a:lnTo>
                <a:lnTo>
                  <a:pt x="242758" y="589584"/>
                </a:lnTo>
                <a:lnTo>
                  <a:pt x="253008" y="608635"/>
                </a:lnTo>
                <a:lnTo>
                  <a:pt x="264809" y="626767"/>
                </a:lnTo>
                <a:lnTo>
                  <a:pt x="278078" y="643853"/>
                </a:lnTo>
                <a:lnTo>
                  <a:pt x="292725" y="659775"/>
                </a:lnTo>
                <a:close/>
              </a:path>
            </a:pathLst>
          </a:custGeom>
          <a:solidFill>
            <a:srgbClr val="8BAED0"/>
          </a:solidFill>
          <a:ln w="14288">
            <a:noFill/>
            <a:prstDash val="solid"/>
          </a:ln>
        </p:spPr>
      </p:sp>
      <p:sp>
        <p:nvSpPr>
          <p:cNvPr id="125" name="icon-clipboard-123">
            <a:extLst>
              <a:ext uri="{FF2B5EF4-FFF2-40B4-BE49-F238E27FC236}">
                <ns2:creationId id="{109D32EA-24C6-40F3-8BFD-06A919E102DD}"/>
              </a:ext>
            </a:extLst>
          </p:cNvPr>
          <p:cNvSpPr>
            <a:spLocks noGrp="1"/>
          </p:cNvSpPr>
          <p:nvPr/>
        </p:nvSpPr>
        <p:spPr>
          <a:xfrm>
            <a:off x="4623250" y="3370245"/>
            <a:ext cx="213880" cy="260033"/>
          </a:xfrm>
          <a:prstGeom prst="roundRect">
            <a:avLst>
              <a:gd name="adj" fmla="val 351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6" name="icon-clipboard-124">
            <a:extLst>
              <a:ext uri="{FF2B5EF4-FFF2-40B4-BE49-F238E27FC236}">
                <ns2:creationId id="{31AF4C73-C3BB-4F40-8215-1DB938DDFF5C}"/>
              </a:ext>
            </a:extLst>
          </p:cNvPr>
          <p:cNvSpPr>
            <a:spLocks noGrp="1"/>
          </p:cNvSpPr>
          <p:nvPr/>
        </p:nvSpPr>
        <p:spPr>
          <a:xfrm>
            <a:off x="4679188" y="3346909"/>
            <a:ext cx="98714" cy="5000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7" name="vector-125">
            <a:extLst>
              <a:ext uri="{FF2B5EF4-FFF2-40B4-BE49-F238E27FC236}">
                <ns2:creationId id="{0A9201C3-50F1-4B0E-A354-C11F9F17D8DB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28" name="vector-126">
            <a:extLst>
              <a:ext uri="{FF2B5EF4-FFF2-40B4-BE49-F238E27FC236}">
                <ns2:creationId id="{8311963C-5CFA-4A12-85EB-76D4B38B3A13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29" name="vector-127">
            <a:extLst>
              <a:ext uri="{FF2B5EF4-FFF2-40B4-BE49-F238E27FC236}">
                <ns2:creationId id="{2B3641FC-E2AD-4FE2-9EBD-73D61B35DFBA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0" name="vector-128">
            <a:extLst>
              <a:ext uri="{FF2B5EF4-FFF2-40B4-BE49-F238E27FC236}">
                <ns2:creationId id="{5391C59F-9FA4-48F6-A4FC-897C7B23AF74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1" name="vector-129">
            <a:extLst>
              <a:ext uri="{FF2B5EF4-FFF2-40B4-BE49-F238E27FC236}">
                <ns2:creationId id="{600562BA-DAE0-448D-BE11-6E80CA3DE97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2" name="vector-130">
            <a:extLst>
              <a:ext uri="{FF2B5EF4-FFF2-40B4-BE49-F238E27FC236}">
                <ns2:creationId id="{6AACA9C2-D714-4308-963F-86B96305EED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3" name="vector-131">
            <a:extLst>
              <a:ext uri="{FF2B5EF4-FFF2-40B4-BE49-F238E27FC236}">
                <ns2:creationId id="{073486F1-0C3D-4A5A-9A9B-44EA69D314B2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4" name="vector-132">
            <a:extLst>
              <a:ext uri="{FF2B5EF4-FFF2-40B4-BE49-F238E27FC236}">
                <ns2:creationId id="{BD5D7DB0-8F72-448C-AA25-4C1CE8450977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5" name="vector-133">
            <a:extLst>
              <a:ext uri="{FF2B5EF4-FFF2-40B4-BE49-F238E27FC236}">
                <ns2:creationId id="{A13F0DF8-F74F-441F-B330-27E614D439C1}"/>
              </a:ext>
            </a:extLst>
          </p:cNvPr>
          <p:cNvSpPr>
            <a:spLocks noGrp="1"/>
          </p:cNvSpPr>
          <p:nvPr/>
        </p:nvSpPr>
        <p:spPr>
          <a:xfrm>
            <a:off x="4564022" y="3330240"/>
            <a:ext cx="329045" cy="33337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6" name="text-134">
            <a:extLst>
              <a:ext uri="{FF2B5EF4-FFF2-40B4-BE49-F238E27FC236}">
                <ns2:creationId id="{CF0CB36C-724A-43DB-A6CA-CB7FB893EBD1}"/>
              </a:ext>
            </a:extLst>
          </p:cNvPr>
          <p:cNvSpPr>
            <a:spLocks noGrp="1"/>
          </p:cNvSpPr>
          <p:nvPr/>
        </p:nvSpPr>
        <p:spPr>
          <a:xfrm>
            <a:off x="4140963" y="3619500"/>
            <a:ext cx="1222169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反馈</a:t>
            </a:r>
            <a:br/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修订</a:t>
            </a:r>
            <a:endParaRPr/>
          </a:p>
        </p:txBody>
      </p:sp>
      <p:sp>
        <p:nvSpPr>
          <p:cNvPr id="137" name="text-135">
            <a:extLst>
              <a:ext uri="{FF2B5EF4-FFF2-40B4-BE49-F238E27FC236}">
                <ns2:creationId id="{4766E747-6417-4007-ACB1-AFD8C87A5C15}"/>
              </a:ext>
            </a:extLst>
          </p:cNvPr>
          <p:cNvSpPr>
            <a:spLocks noGrp="1"/>
          </p:cNvSpPr>
          <p:nvPr/>
        </p:nvSpPr>
        <p:spPr>
          <a:xfrm>
            <a:off x="5165271" y="3095625"/>
            <a:ext cx="1861457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持续监测</a:t>
            </a:r>
            <a:endParaRPr/>
          </a:p>
          <a:p>
            <a:pPr algn="ctr">
              <a:def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迭代验证</a:t>
            </a:r>
            <a:endParaRPr/>
          </a:p>
        </p:txBody>
      </p:sp>
      <p:sp>
        <p:nvSpPr>
          <p:cNvPr id="138" name="shape-136">
            <a:extLst>
              <a:ext uri="{FF2B5EF4-FFF2-40B4-BE49-F238E27FC236}">
                <ns2:creationId id="{E73D0620-9613-44ED-AB8C-CFA2A60CFB6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39" name="text-137">
            <a:extLst>
              <a:ext uri="{FF2B5EF4-FFF2-40B4-BE49-F238E27FC236}">
                <ns2:creationId id="{98B96263-F017-4A2A-B139-1B25B128270B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研究重点：用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验证结果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修订下一轮观测与分析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0" name="text-138">
            <a:extLst>
              <a:ext uri="{FF2B5EF4-FFF2-40B4-BE49-F238E27FC236}">
                <ns2:creationId id="{D227AC01-9582-420B-A934-313262E927A0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41" name="text-139">
            <a:extLst>
              <a:ext uri="{FF2B5EF4-FFF2-40B4-BE49-F238E27FC236}">
                <ns2:creationId id="{5FC6F965-C9A5-4238-B566-E48ACEC9820C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01</a:t>
            </a:r>
            <a:endParaRPr/>
          </a:p>
        </p:txBody>
      </p:sp>
    </p:spTree>
    <p:extLst>
      <p:ext uri="{BB962C8B-B14F-4D97-AF65-F5344CB8AC3E}">
        <ns5:creationId val="1485256309"/>
      </p:ext>
    </p:extLst>
  </p:cSld>
</p:sld>
</file>

<file path=ppt/slides/slide2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9" name="text-140">
            <a:extLst>
              <a:ext uri="{FF2B5EF4-FFF2-40B4-BE49-F238E27FC236}">
                <ns2:creationId id="{E0CD6246-8BA7-4332-AD81-F92F892A4A9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技术路线｜森林动物监测与生境分析</a:t>
            </a:r>
            <a:endParaRPr/>
          </a:p>
        </p:txBody>
      </p:sp>
      <p:sp>
        <p:nvSpPr>
          <p:cNvPr id="2" name="line-141">
            <a:extLst>
              <a:ext uri="{FF2B5EF4-FFF2-40B4-BE49-F238E27FC236}">
                <ns2:creationId id="{7B803D0C-FD4B-4541-AF4F-F7A98F40DE8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142">
            <a:extLst>
              <a:ext uri="{FF2B5EF4-FFF2-40B4-BE49-F238E27FC236}">
                <ns2:creationId id="{07B8342B-2C95-4275-A646-4418CE17169C}"/>
              </a:ext>
            </a:extLst>
          </p:cNvPr>
          <p:cNvSpPr>
            <a:spLocks noGrp="1"/>
          </p:cNvSpPr>
          <p:nvPr/>
        </p:nvSpPr>
        <p:spPr>
          <a:xfrm>
            <a:off x="304800" y="914400"/>
            <a:ext cx="338447" cy="14287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143">
            <a:extLst>
              <a:ext uri="{FF2B5EF4-FFF2-40B4-BE49-F238E27FC236}">
                <ns2:creationId id="{167F082A-9F07-4833-AF5D-E54DA56A45C1}"/>
              </a:ext>
            </a:extLst>
          </p:cNvPr>
          <p:cNvSpPr>
            <a:spLocks noGrp="1"/>
          </p:cNvSpPr>
          <p:nvPr/>
        </p:nvSpPr>
        <p:spPr>
          <a:xfrm>
            <a:off x="333004" y="1009650"/>
            <a:ext cx="282039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测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5" name="shape-144">
            <a:extLst>
              <a:ext uri="{FF2B5EF4-FFF2-40B4-BE49-F238E27FC236}">
                <ns2:creationId id="{062D7FB8-0C1F-4617-9DCA-169D38585D61}"/>
              </a:ext>
            </a:extLst>
          </p:cNvPr>
          <p:cNvSpPr>
            <a:spLocks noGrp="1"/>
          </p:cNvSpPr>
          <p:nvPr/>
        </p:nvSpPr>
        <p:spPr>
          <a:xfrm>
            <a:off x="304800" y="2571750"/>
            <a:ext cx="338447" cy="1190625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145">
            <a:extLst>
              <a:ext uri="{FF2B5EF4-FFF2-40B4-BE49-F238E27FC236}">
                <ns2:creationId id="{B1927359-AC9F-45AA-8407-1C872F78ADDC}"/>
              </a:ext>
            </a:extLst>
          </p:cNvPr>
          <p:cNvSpPr>
            <a:spLocks noGrp="1"/>
          </p:cNvSpPr>
          <p:nvPr/>
        </p:nvSpPr>
        <p:spPr>
          <a:xfrm>
            <a:off x="333004" y="2667000"/>
            <a:ext cx="282039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析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7" name="shape-146">
            <a:extLst>
              <a:ext uri="{FF2B5EF4-FFF2-40B4-BE49-F238E27FC236}">
                <ns2:creationId id="{D5E3112B-4FA7-45B8-AD3E-AB36C837B16D}"/>
              </a:ext>
            </a:extLst>
          </p:cNvPr>
          <p:cNvSpPr>
            <a:spLocks noGrp="1"/>
          </p:cNvSpPr>
          <p:nvPr/>
        </p:nvSpPr>
        <p:spPr>
          <a:xfrm>
            <a:off x="304800" y="3962400"/>
            <a:ext cx="338447" cy="2152650"/>
          </a:xfrm>
          <a:prstGeom prst="roundRect">
            <a:avLst>
              <a:gd name="adj" fmla="val 22222"/>
            </a:avLst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" name="text-147">
            <a:extLst>
              <a:ext uri="{FF2B5EF4-FFF2-40B4-BE49-F238E27FC236}">
                <ns2:creationId id="{C4FD96AB-9059-4D04-8A2D-DF4680EBF980}"/>
              </a:ext>
            </a:extLst>
          </p:cNvPr>
          <p:cNvSpPr>
            <a:spLocks noGrp="1"/>
          </p:cNvSpPr>
          <p:nvPr/>
        </p:nvSpPr>
        <p:spPr>
          <a:xfrm>
            <a:off x="333004" y="4057650"/>
            <a:ext cx="282039" cy="1962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出</a:t>
            </a:r>
          </a:p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层</a:t>
            </a:r>
          </a:p>
        </p:txBody>
      </p:sp>
      <p:sp>
        <p:nvSpPr>
          <p:cNvPr id="9" name="shape-148">
            <a:extLst>
              <a:ext uri="{FF2B5EF4-FFF2-40B4-BE49-F238E27FC236}">
                <ns2:creationId id="{603B74B3-C890-435B-A94D-8C3D48B6571A}"/>
              </a:ext>
            </a:extLst>
          </p:cNvPr>
          <p:cNvSpPr>
            <a:spLocks noGrp="1"/>
          </p:cNvSpPr>
          <p:nvPr/>
        </p:nvSpPr>
        <p:spPr>
          <a:xfrm>
            <a:off x="793668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0" name="solid-title-band-100"/>
          <p:cNvSpPr/>
          <p:nvPr/>
        </p:nvSpPr>
        <p:spPr>
          <a:xfrm>
            <a:off x="793668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10" name="icon-camera-149">
            <a:extLst>
              <a:ext uri="{FF2B5EF4-FFF2-40B4-BE49-F238E27FC236}">
                <ns2:creationId id="{06E617BC-B606-4C9D-AFAF-CE7A0653007A}"/>
              </a:ext>
            </a:extLst>
          </p:cNvPr>
          <p:cNvSpPr>
            <a:spLocks noGrp="1"/>
          </p:cNvSpPr>
          <p:nvPr/>
        </p:nvSpPr>
        <p:spPr>
          <a:xfrm>
            <a:off x="955746" y="1060704"/>
            <a:ext cx="258724" cy="185928"/>
          </a:xfrm>
          <a:prstGeom prst="roundRect">
            <a:avLst>
              <a:gd name="adj" fmla="val 26765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camera-150">
            <a:extLst>
              <a:ext uri="{FF2B5EF4-FFF2-40B4-BE49-F238E27FC236}">
                <ns2:creationId id="{DC0A11E2-0ACC-4CE9-88CA-3761D06EF21B}"/>
              </a:ext>
            </a:extLst>
          </p:cNvPr>
          <p:cNvSpPr>
            <a:spLocks noGrp="1"/>
          </p:cNvSpPr>
          <p:nvPr/>
        </p:nvSpPr>
        <p:spPr>
          <a:xfrm>
            <a:off x="1033965" y="1021080"/>
            <a:ext cx="99278" cy="5181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icon-camera-151">
            <a:extLst>
              <a:ext uri="{FF2B5EF4-FFF2-40B4-BE49-F238E27FC236}">
                <ns2:creationId id="{67586027-23AB-4F7C-92C0-8CA204AE1EF5}"/>
              </a:ext>
            </a:extLst>
          </p:cNvPr>
          <p:cNvSpPr>
            <a:spLocks noGrp="1"/>
          </p:cNvSpPr>
          <p:nvPr/>
        </p:nvSpPr>
        <p:spPr>
          <a:xfrm>
            <a:off x="1030956" y="1100328"/>
            <a:ext cx="108303" cy="10972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3" name="icon-camera-152">
            <a:extLst>
              <a:ext uri="{FF2B5EF4-FFF2-40B4-BE49-F238E27FC236}">
                <ns2:creationId id="{EC21702B-4A13-4493-A82A-CF5117B157BA}"/>
              </a:ext>
            </a:extLst>
          </p:cNvPr>
          <p:cNvSpPr>
            <a:spLocks noGrp="1"/>
          </p:cNvSpPr>
          <p:nvPr/>
        </p:nvSpPr>
        <p:spPr>
          <a:xfrm>
            <a:off x="1157310" y="1085088"/>
            <a:ext cx="24067" cy="24384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4" name="text-153">
            <a:extLst>
              <a:ext uri="{FF2B5EF4-FFF2-40B4-BE49-F238E27FC236}">
                <ns2:creationId id="{8F2C8A44-0EB5-4D1A-A99B-AB0D055D5F7C}"/>
              </a:ext>
            </a:extLst>
          </p:cNvPr>
          <p:cNvSpPr>
            <a:spLocks noGrp="1"/>
          </p:cNvSpPr>
          <p:nvPr/>
        </p:nvSpPr>
        <p:spPr>
          <a:xfrm>
            <a:off x="1423555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相机记录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" name="text-154">
            <a:extLst>
              <a:ext uri="{FF2B5EF4-FFF2-40B4-BE49-F238E27FC236}">
                <ns2:creationId id="{AE10D43F-33BE-4EFC-AF0F-ED67DF344909}"/>
              </a:ext>
            </a:extLst>
          </p:cNvPr>
          <p:cNvSpPr>
            <a:spLocks noGrp="1"/>
          </p:cNvSpPr>
          <p:nvPr/>
        </p:nvSpPr>
        <p:spPr>
          <a:xfrm>
            <a:off x="1573975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 · 时间 · 样点</a:t>
            </a:r>
            <a:endParaRPr/>
          </a:p>
        </p:txBody>
      </p:sp>
      <p:sp>
        <p:nvSpPr>
          <p:cNvPr id="16" name="icon-camera-155">
            <a:extLst>
              <a:ext uri="{FF2B5EF4-FFF2-40B4-BE49-F238E27FC236}">
                <ns2:creationId id="{43FA40C6-FD70-4C73-9CC5-AB67065E1A07}"/>
              </a:ext>
            </a:extLst>
          </p:cNvPr>
          <p:cNvSpPr>
            <a:spLocks noGrp="1"/>
          </p:cNvSpPr>
          <p:nvPr/>
        </p:nvSpPr>
        <p:spPr>
          <a:xfrm>
            <a:off x="1185138" y="185699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7" name="icon-camera-156">
            <a:extLst>
              <a:ext uri="{FF2B5EF4-FFF2-40B4-BE49-F238E27FC236}">
                <ns2:creationId id="{D2FBFC10-52F4-47B2-8E7D-7E68310C93D8}"/>
              </a:ext>
            </a:extLst>
          </p:cNvPr>
          <p:cNvSpPr>
            <a:spLocks noGrp="1"/>
          </p:cNvSpPr>
          <p:nvPr/>
        </p:nvSpPr>
        <p:spPr>
          <a:xfrm>
            <a:off x="1312243" y="179260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8" name="icon-camera-157">
            <a:extLst>
              <a:ext uri="{FF2B5EF4-FFF2-40B4-BE49-F238E27FC236}">
                <ns2:creationId id="{7CDE9919-1981-4408-A792-0BAD0B4EAEE4}"/>
              </a:ext>
            </a:extLst>
          </p:cNvPr>
          <p:cNvSpPr>
            <a:spLocks noGrp="1"/>
          </p:cNvSpPr>
          <p:nvPr/>
        </p:nvSpPr>
        <p:spPr>
          <a:xfrm>
            <a:off x="1307354" y="192138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icon-camera-158">
            <a:extLst>
              <a:ext uri="{FF2B5EF4-FFF2-40B4-BE49-F238E27FC236}">
                <ns2:creationId id="{CB654160-40AF-477E-8D93-FF0C0AB3A229}"/>
              </a:ext>
            </a:extLst>
          </p:cNvPr>
          <p:cNvSpPr>
            <a:spLocks noGrp="1"/>
          </p:cNvSpPr>
          <p:nvPr/>
        </p:nvSpPr>
        <p:spPr>
          <a:xfrm>
            <a:off x="1512679" y="189661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159">
            <a:extLst>
              <a:ext uri="{FF2B5EF4-FFF2-40B4-BE49-F238E27FC236}">
                <ns2:creationId id="{A15E7DCE-89E8-4F10-9410-FB46566838EE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1" name="icon-leaf-160">
            <a:extLst>
              <a:ext uri="{FF2B5EF4-FFF2-40B4-BE49-F238E27FC236}">
                <ns2:creationId id="{75BD501B-F9AE-41A1-B6E6-DE508E3EAD3C}"/>
              </a:ext>
            </a:extLst>
          </p:cNvPr>
          <p:cNvSpPr>
            <a:spLocks noGrp="1"/>
          </p:cNvSpPr>
          <p:nvPr/>
        </p:nvSpPr>
        <p:spPr>
          <a:xfrm>
            <a:off x="2278697" y="178269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2" name="icon-leaf-161">
            <a:extLst>
              <a:ext uri="{FF2B5EF4-FFF2-40B4-BE49-F238E27FC236}">
                <ns2:creationId id="{076C9BD3-CEBC-43D7-A1BB-A16178BDB426}"/>
              </a:ext>
            </a:extLst>
          </p:cNvPr>
          <p:cNvSpPr>
            <a:spLocks noGrp="1"/>
          </p:cNvSpPr>
          <p:nvPr/>
        </p:nvSpPr>
        <p:spPr>
          <a:xfrm>
            <a:off x="2415580" y="189166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3" name="vector-162">
            <a:extLst>
              <a:ext uri="{FF2B5EF4-FFF2-40B4-BE49-F238E27FC236}">
                <ns2:creationId id="{A71B14A5-D0CF-4C9F-A344-1BF2BBCA3318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4" name="vector-163">
            <a:extLst>
              <a:ext uri="{FF2B5EF4-FFF2-40B4-BE49-F238E27FC236}">
                <ns2:creationId id="{BC8F4623-1340-480F-B480-F416CA3EF704}"/>
              </a:ext>
            </a:extLst>
          </p:cNvPr>
          <p:cNvSpPr>
            <a:spLocks noGrp="1"/>
          </p:cNvSpPr>
          <p:nvPr/>
        </p:nvSpPr>
        <p:spPr>
          <a:xfrm>
            <a:off x="2166257" y="174307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5" name="vector-164">
            <a:extLst>
              <a:ext uri="{FF2B5EF4-FFF2-40B4-BE49-F238E27FC236}">
                <ns2:creationId id="{C034160B-B611-446C-B45A-14978E50CC90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6" name="vector-165">
            <a:extLst>
              <a:ext uri="{FF2B5EF4-FFF2-40B4-BE49-F238E27FC236}">
                <ns2:creationId id="{2269A7AF-F20B-41EF-BBD9-EBEACFEB0EDA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166">
            <a:extLst>
              <a:ext uri="{FF2B5EF4-FFF2-40B4-BE49-F238E27FC236}">
                <ns2:creationId id="{E9E55323-5EF5-4A50-8765-E2263B83EA3B}"/>
              </a:ext>
            </a:extLst>
          </p:cNvPr>
          <p:cNvSpPr>
            <a:spLocks noGrp="1"/>
          </p:cNvSpPr>
          <p:nvPr/>
        </p:nvSpPr>
        <p:spPr>
          <a:xfrm>
            <a:off x="3190999" y="1743075"/>
            <a:ext cx="488868" cy="4953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icon-map-167">
            <a:extLst>
              <a:ext uri="{FF2B5EF4-FFF2-40B4-BE49-F238E27FC236}">
                <ns2:creationId id="{A9C098B8-581C-405D-A6DA-A018E81177A4}"/>
              </a:ext>
            </a:extLst>
          </p:cNvPr>
          <p:cNvSpPr>
            <a:spLocks noGrp="1"/>
          </p:cNvSpPr>
          <p:nvPr/>
        </p:nvSpPr>
        <p:spPr>
          <a:xfrm>
            <a:off x="3386546" y="1861947"/>
            <a:ext cx="107551" cy="10896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shape-168">
            <a:extLst>
              <a:ext uri="{FF2B5EF4-FFF2-40B4-BE49-F238E27FC236}">
                <ns2:creationId id="{9C57E577-ACDA-42EA-9EC8-247A01B6A324}"/>
              </a:ext>
            </a:extLst>
          </p:cNvPr>
          <p:cNvSpPr>
            <a:spLocks noGrp="1"/>
          </p:cNvSpPr>
          <p:nvPr/>
        </p:nvSpPr>
        <p:spPr>
          <a:xfrm>
            <a:off x="4525983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1" name="solid-title-band-101"/>
          <p:cNvSpPr/>
          <p:nvPr/>
        </p:nvSpPr>
        <p:spPr>
          <a:xfrm>
            <a:off x="4525983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0" name="vector-169">
            <a:extLst>
              <a:ext uri="{FF2B5EF4-FFF2-40B4-BE49-F238E27FC236}">
                <ns2:creationId id="{BF54A6B5-DA57-4D13-8E26-AC224EB2D0FC}"/>
              </a:ext>
            </a:extLst>
          </p:cNvPr>
          <p:cNvSpPr>
            <a:spLocks noGrp="1"/>
          </p:cNvSpPr>
          <p:nvPr/>
        </p:nvSpPr>
        <p:spPr>
          <a:xfrm>
            <a:off x="4667003" y="990600"/>
            <a:ext cx="300842" cy="304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tree-170">
            <a:extLst>
              <a:ext uri="{FF2B5EF4-FFF2-40B4-BE49-F238E27FC236}">
                <ns2:creationId id="{23B423B1-5440-4B5A-8842-A33092A4CF1B}"/>
              </a:ext>
            </a:extLst>
          </p:cNvPr>
          <p:cNvSpPr>
            <a:spLocks noGrp="1"/>
          </p:cNvSpPr>
          <p:nvPr/>
        </p:nvSpPr>
        <p:spPr>
          <a:xfrm>
            <a:off x="4715137" y="1005840"/>
            <a:ext cx="207581" cy="188976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text-171">
            <a:extLst>
              <a:ext uri="{FF2B5EF4-FFF2-40B4-BE49-F238E27FC236}">
                <ns2:creationId id="{E3CD4B66-FA4A-41FD-9311-355C7400D4B8}"/>
              </a:ext>
            </a:extLst>
          </p:cNvPr>
          <p:cNvSpPr>
            <a:spLocks noGrp="1"/>
          </p:cNvSpPr>
          <p:nvPr/>
        </p:nvSpPr>
        <p:spPr>
          <a:xfrm>
            <a:off x="5155870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植被调查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text-172">
            <a:extLst>
              <a:ext uri="{FF2B5EF4-FFF2-40B4-BE49-F238E27FC236}">
                <ns2:creationId id="{B29ACA1F-484D-4A46-9688-942668E27069}"/>
              </a:ext>
            </a:extLst>
          </p:cNvPr>
          <p:cNvSpPr>
            <a:spLocks noGrp="1"/>
          </p:cNvSpPr>
          <p:nvPr/>
        </p:nvSpPr>
        <p:spPr>
          <a:xfrm>
            <a:off x="5306291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盖度 · 高度 · 结构</a:t>
            </a:r>
            <a:endParaRPr/>
          </a:p>
        </p:txBody>
      </p:sp>
      <p:pic>
        <p:nvPicPr>
          <p:cNvPr id="34" name="">
            <a:extLst>
              <a:ext uri="{FF2B5EF4-FFF2-40B4-BE49-F238E27FC236}">
                <ns2:creationId id="{C7823C26-C23D-4A6B-B62F-7325F074EAEF}"/>
              </a:ext>
            </a:extLst>
          </p:cNvPr>
          <p:cNvPicPr>
            <a:picLocks noChangeAspect="1"/>
          </p:cNvPicPr>
          <p:nvPr/>
        </p:nvPicPr>
        <p:blipFill>
          <a:blip r:embed="R4b4819146d1b40d0">
            <a:duotone>
              <a:srgbClr val="1359A0"/>
              <a:srgbClr val="FFFFFF"/>
            </a:duotone>
          </a:blip>
          <a:stretch/>
        </p:blipFill>
        <p:spPr>
          <a:xfrm>
            <a:off x="5745802" y="1657350"/>
            <a:ext cx="944831" cy="638175"/>
          </a:xfrm>
          <a:prstGeom prst="rect">
            <a:avLst/>
          </a:prstGeom>
        </p:spPr>
      </p:pic>
      <p:sp>
        <p:nvSpPr>
          <p:cNvPr id="35" name="shape-173">
            <a:extLst>
              <a:ext uri="{FF2B5EF4-FFF2-40B4-BE49-F238E27FC236}">
                <ns2:creationId id="{4C62072D-8947-449A-9435-4F91FA0A7B80}"/>
              </a:ext>
            </a:extLst>
          </p:cNvPr>
          <p:cNvSpPr>
            <a:spLocks noGrp="1"/>
          </p:cNvSpPr>
          <p:nvPr/>
        </p:nvSpPr>
        <p:spPr>
          <a:xfrm>
            <a:off x="8258299" y="914400"/>
            <a:ext cx="3600697" cy="1428750"/>
          </a:xfrm>
          <a:prstGeom prst="rect">
            <a:avLst>
              <a:gd name="adj" fmla="val 533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2" name="solid-title-band-102"/>
          <p:cNvSpPr/>
          <p:nvPr/>
        </p:nvSpPr>
        <p:spPr>
          <a:xfrm>
            <a:off x="8258299" y="914400"/>
            <a:ext cx="3600697" cy="45720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36" name="vector-174">
            <a:extLst>
              <a:ext uri="{FF2B5EF4-FFF2-40B4-BE49-F238E27FC236}">
                <ns2:creationId id="{A2A707A0-27BE-4311-80E5-E6ED447EC480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75">
            <a:extLst>
              <a:ext uri="{FF2B5EF4-FFF2-40B4-BE49-F238E27FC236}">
                <ns2:creationId id="{387DF0DF-1FC6-4E7C-B843-9E5B62494D0C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8" name="vector-176">
            <a:extLst>
              <a:ext uri="{FF2B5EF4-FFF2-40B4-BE49-F238E27FC236}">
                <ns2:creationId id="{609AB834-B4D9-4CF3-BA3D-1B8BF1AAB487}"/>
              </a:ext>
            </a:extLst>
          </p:cNvPr>
          <p:cNvSpPr>
            <a:spLocks noGrp="1"/>
          </p:cNvSpPr>
          <p:nvPr/>
        </p:nvSpPr>
        <p:spPr>
          <a:xfrm>
            <a:off x="8399318" y="990600"/>
            <a:ext cx="300842" cy="304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9" name="icon-map-177">
            <a:extLst>
              <a:ext uri="{FF2B5EF4-FFF2-40B4-BE49-F238E27FC236}">
                <ns2:creationId id="{0AFCB6CA-ABD4-42A8-9309-EA81C6697EA2}"/>
              </a:ext>
            </a:extLst>
          </p:cNvPr>
          <p:cNvSpPr>
            <a:spLocks noGrp="1"/>
          </p:cNvSpPr>
          <p:nvPr/>
        </p:nvSpPr>
        <p:spPr>
          <a:xfrm>
            <a:off x="8519655" y="1063752"/>
            <a:ext cx="66185" cy="67056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text-178">
            <a:extLst>
              <a:ext uri="{FF2B5EF4-FFF2-40B4-BE49-F238E27FC236}">
                <ns2:creationId id="{99A5B0D7-C8DF-4635-A9F4-9B8E8272A12E}"/>
              </a:ext>
            </a:extLst>
          </p:cNvPr>
          <p:cNvSpPr>
            <a:spLocks noGrp="1"/>
          </p:cNvSpPr>
          <p:nvPr/>
        </p:nvSpPr>
        <p:spPr>
          <a:xfrm>
            <a:off x="8888186" y="1038225"/>
            <a:ext cx="276398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" name="text-179">
            <a:extLst>
              <a:ext uri="{FF2B5EF4-FFF2-40B4-BE49-F238E27FC236}">
                <ns2:creationId id="{0DA61E54-1A04-4C76-84C8-A67F1AA66A0A}"/>
              </a:ext>
            </a:extLst>
          </p:cNvPr>
          <p:cNvSpPr>
            <a:spLocks noGrp="1"/>
          </p:cNvSpPr>
          <p:nvPr/>
        </p:nvSpPr>
        <p:spPr>
          <a:xfrm>
            <a:off x="9038606" y="1428750"/>
            <a:ext cx="2632364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地形 · 道路 · 生境</a:t>
            </a:r>
            <a:endParaRPr/>
          </a:p>
        </p:txBody>
      </p:sp>
      <p:sp>
        <p:nvSpPr>
          <p:cNvPr id="42" name="vector-180">
            <a:extLst>
              <a:ext uri="{FF2B5EF4-FFF2-40B4-BE49-F238E27FC236}">
                <ns2:creationId id="{B2638E91-392D-4EDC-BBDD-59CDC9DA2E00}"/>
              </a:ext>
            </a:extLst>
          </p:cNvPr>
          <p:cNvSpPr>
            <a:spLocks noGrp="1"/>
          </p:cNvSpPr>
          <p:nvPr/>
        </p:nvSpPr>
        <p:spPr>
          <a:xfrm>
            <a:off x="9715500" y="1874901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3" name="vector-181">
            <a:extLst>
              <a:ext uri="{FF2B5EF4-FFF2-40B4-BE49-F238E27FC236}">
                <ns2:creationId id="{37A14CA7-9CF9-41EE-806A-3596C0D6D5B5}"/>
              </a:ext>
            </a:extLst>
          </p:cNvPr>
          <p:cNvSpPr>
            <a:spLocks noGrp="1"/>
          </p:cNvSpPr>
          <p:nvPr/>
        </p:nvSpPr>
        <p:spPr>
          <a:xfrm>
            <a:off x="9715500" y="17566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4" name="vector-182">
            <a:extLst>
              <a:ext uri="{FF2B5EF4-FFF2-40B4-BE49-F238E27FC236}">
                <ns2:creationId id="{D1F0AA1B-B5B2-4847-9268-508C7D3FE3CA}"/>
              </a:ext>
            </a:extLst>
          </p:cNvPr>
          <p:cNvSpPr>
            <a:spLocks noGrp="1"/>
          </p:cNvSpPr>
          <p:nvPr/>
        </p:nvSpPr>
        <p:spPr>
          <a:xfrm>
            <a:off x="9715500" y="1638300"/>
            <a:ext cx="648690" cy="3286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45" name="node-183">
            <a:extLst>
              <a:ext uri="{FF2B5EF4-FFF2-40B4-BE49-F238E27FC236}">
                <ns2:creationId id="{3C3781CA-F167-4EF1-8C5D-6EBEA0A8EC59}"/>
              </a:ext>
            </a:extLst>
          </p:cNvPr>
          <p:cNvSpPr>
            <a:spLocks noGrp="1"/>
          </p:cNvSpPr>
          <p:nvPr/>
        </p:nvSpPr>
        <p:spPr>
          <a:xfrm>
            <a:off x="812470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6" name="icon-database-184">
            <a:extLst>
              <a:ext uri="{FF2B5EF4-FFF2-40B4-BE49-F238E27FC236}">
                <ns2:creationId id="{B3C5A90F-D102-4E36-A08B-745B9FE745B3}"/>
              </a:ext>
            </a:extLst>
          </p:cNvPr>
          <p:cNvSpPr>
            <a:spLocks noGrp="1"/>
          </p:cNvSpPr>
          <p:nvPr/>
        </p:nvSpPr>
        <p:spPr>
          <a:xfrm>
            <a:off x="992975" y="2843689"/>
            <a:ext cx="287680" cy="270034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vector-185">
            <a:extLst>
              <a:ext uri="{FF2B5EF4-FFF2-40B4-BE49-F238E27FC236}">
                <ns2:creationId id="{28768779-0BDF-4FF1-B025-77E00D196D3E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8" name="vector-186">
            <a:extLst>
              <a:ext uri="{FF2B5EF4-FFF2-40B4-BE49-F238E27FC236}">
                <ns2:creationId id="{C21713C9-F070-4E12-9DD2-513502169E58}"/>
              </a:ext>
            </a:extLst>
          </p:cNvPr>
          <p:cNvSpPr>
            <a:spLocks noGrp="1"/>
          </p:cNvSpPr>
          <p:nvPr/>
        </p:nvSpPr>
        <p:spPr>
          <a:xfrm>
            <a:off x="925286" y="2762250"/>
            <a:ext cx="423058" cy="428625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9" name="text-187">
            <a:extLst>
              <a:ext uri="{FF2B5EF4-FFF2-40B4-BE49-F238E27FC236}">
                <ns2:creationId id="{8A7C70BC-FA6A-44B7-B14C-4CB41DB628C4}"/>
              </a:ext>
            </a:extLst>
          </p:cNvPr>
          <p:cNvSpPr>
            <a:spLocks noGrp="1"/>
          </p:cNvSpPr>
          <p:nvPr/>
        </p:nvSpPr>
        <p:spPr>
          <a:xfrm>
            <a:off x="1451758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数据核对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" name="node-188">
            <a:extLst>
              <a:ext uri="{FF2B5EF4-FFF2-40B4-BE49-F238E27FC236}">
                <ns2:creationId id="{B44CB072-67BD-4ABF-A9F5-F77D4CF1B3B9}"/>
              </a:ext>
            </a:extLst>
          </p:cNvPr>
          <p:cNvSpPr>
            <a:spLocks noGrp="1"/>
          </p:cNvSpPr>
          <p:nvPr/>
        </p:nvSpPr>
        <p:spPr>
          <a:xfrm>
            <a:off x="3595255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1" name="icon-calendar-189">
            <a:extLst>
              <a:ext uri="{FF2B5EF4-FFF2-40B4-BE49-F238E27FC236}">
                <ns2:creationId id="{79ED856C-8695-42B1-902F-0FA1D5652AB8}"/>
              </a:ext>
            </a:extLst>
          </p:cNvPr>
          <p:cNvSpPr>
            <a:spLocks noGrp="1"/>
          </p:cNvSpPr>
          <p:nvPr/>
        </p:nvSpPr>
        <p:spPr>
          <a:xfrm>
            <a:off x="3763067" y="2843689"/>
            <a:ext cx="313064" cy="300038"/>
          </a:xfrm>
          <a:prstGeom prst="roundRect">
            <a:avLst>
              <a:gd name="adj" fmla="val 25397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190">
            <a:extLst>
              <a:ext uri="{FF2B5EF4-FFF2-40B4-BE49-F238E27FC236}">
                <ns2:creationId id="{D4FA6CBC-79CA-4992-9536-CD64CC4F5467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3" name="vector-191">
            <a:extLst>
              <a:ext uri="{FF2B5EF4-FFF2-40B4-BE49-F238E27FC236}">
                <ns2:creationId id="{B19E6ADE-9747-44D9-9650-E62B3960737E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vector-192">
            <a:extLst>
              <a:ext uri="{FF2B5EF4-FFF2-40B4-BE49-F238E27FC236}">
                <ns2:creationId id="{0CD031E4-E3CB-460E-A526-8D482673B4B5}"/>
              </a:ext>
            </a:extLst>
          </p:cNvPr>
          <p:cNvSpPr>
            <a:spLocks noGrp="1"/>
          </p:cNvSpPr>
          <p:nvPr/>
        </p:nvSpPr>
        <p:spPr>
          <a:xfrm>
            <a:off x="3708070" y="2762250"/>
            <a:ext cx="423058" cy="42862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calendar-193">
            <a:extLst>
              <a:ext uri="{FF2B5EF4-FFF2-40B4-BE49-F238E27FC236}">
                <ns2:creationId id="{97377C2D-8D3E-42D4-A08E-76ACF9E2576E}"/>
              </a:ext>
            </a:extLst>
          </p:cNvPr>
          <p:cNvSpPr>
            <a:spLocks noGrp="1"/>
          </p:cNvSpPr>
          <p:nvPr/>
        </p:nvSpPr>
        <p:spPr>
          <a:xfrm>
            <a:off x="3813834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6" name="icon-calendar-194">
            <a:extLst>
              <a:ext uri="{FF2B5EF4-FFF2-40B4-BE49-F238E27FC236}">
                <ns2:creationId id="{CE36A950-2254-4411-8AB1-87F80540B08E}"/>
              </a:ext>
            </a:extLst>
          </p:cNvPr>
          <p:cNvSpPr>
            <a:spLocks noGrp="1"/>
          </p:cNvSpPr>
          <p:nvPr/>
        </p:nvSpPr>
        <p:spPr>
          <a:xfrm>
            <a:off x="3813834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7" name="icon-calendar-195">
            <a:extLst>
              <a:ext uri="{FF2B5EF4-FFF2-40B4-BE49-F238E27FC236}">
                <ns2:creationId id="{61C5090B-3FA6-4ADD-91C6-6A850768ED05}"/>
              </a:ext>
            </a:extLst>
          </p:cNvPr>
          <p:cNvSpPr>
            <a:spLocks noGrp="1"/>
          </p:cNvSpPr>
          <p:nvPr/>
        </p:nvSpPr>
        <p:spPr>
          <a:xfrm>
            <a:off x="3902678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8" name="icon-calendar-196">
            <a:extLst>
              <a:ext uri="{FF2B5EF4-FFF2-40B4-BE49-F238E27FC236}">
                <ns2:creationId id="{66C23FCB-84E4-4E15-8AFB-33983645D286}"/>
              </a:ext>
            </a:extLst>
          </p:cNvPr>
          <p:cNvSpPr>
            <a:spLocks noGrp="1"/>
          </p:cNvSpPr>
          <p:nvPr/>
        </p:nvSpPr>
        <p:spPr>
          <a:xfrm>
            <a:off x="3902678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9" name="icon-calendar-197">
            <a:extLst>
              <a:ext uri="{FF2B5EF4-FFF2-40B4-BE49-F238E27FC236}">
                <ns2:creationId id="{B1A7F0DD-9FD8-4DDB-92BA-97E189D4171B}"/>
              </a:ext>
            </a:extLst>
          </p:cNvPr>
          <p:cNvSpPr>
            <a:spLocks noGrp="1"/>
          </p:cNvSpPr>
          <p:nvPr/>
        </p:nvSpPr>
        <p:spPr>
          <a:xfrm>
            <a:off x="3991520" y="2972276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0" name="icon-calendar-198">
            <a:extLst>
              <a:ext uri="{FF2B5EF4-FFF2-40B4-BE49-F238E27FC236}">
                <ns2:creationId id="{32AD25F0-1E0F-4C2F-86E0-C8BB4A7C015B}"/>
              </a:ext>
            </a:extLst>
          </p:cNvPr>
          <p:cNvSpPr>
            <a:spLocks noGrp="1"/>
          </p:cNvSpPr>
          <p:nvPr/>
        </p:nvSpPr>
        <p:spPr>
          <a:xfrm>
            <a:off x="3991520" y="3062288"/>
            <a:ext cx="38075" cy="3857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1" name="text-199">
            <a:extLst>
              <a:ext uri="{FF2B5EF4-FFF2-40B4-BE49-F238E27FC236}">
                <ns2:creationId id="{6D2372C8-CC1F-47BA-B81E-41998C75594D}"/>
              </a:ext>
            </a:extLst>
          </p:cNvPr>
          <p:cNvSpPr>
            <a:spLocks noGrp="1"/>
          </p:cNvSpPr>
          <p:nvPr/>
        </p:nvSpPr>
        <p:spPr>
          <a:xfrm>
            <a:off x="4234543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统一时间窗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2" name="node-200">
            <a:extLst>
              <a:ext uri="{FF2B5EF4-FFF2-40B4-BE49-F238E27FC236}">
                <ns2:creationId id="{9D3A58A1-5722-4F33-B36F-8E5AB83013BC}"/>
              </a:ext>
            </a:extLst>
          </p:cNvPr>
          <p:cNvSpPr>
            <a:spLocks noGrp="1"/>
          </p:cNvSpPr>
          <p:nvPr/>
        </p:nvSpPr>
        <p:spPr>
          <a:xfrm>
            <a:off x="6378039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3" name="vector-201">
            <a:extLst>
              <a:ext uri="{FF2B5EF4-FFF2-40B4-BE49-F238E27FC236}">
                <ns2:creationId id="{1086275B-A5A3-4DD2-9B65-5E3CE612859D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02">
            <a:extLst>
              <a:ext uri="{FF2B5EF4-FFF2-40B4-BE49-F238E27FC236}">
                <ns2:creationId id="{6CAFA5A1-C0CF-47D0-A1DB-C23A9FEAB7C0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203">
            <a:extLst>
              <a:ext uri="{FF2B5EF4-FFF2-40B4-BE49-F238E27FC236}">
                <ns2:creationId id="{6026837B-BF7B-4E8E-A185-E8A97D55F451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204">
            <a:extLst>
              <a:ext uri="{FF2B5EF4-FFF2-40B4-BE49-F238E27FC236}">
                <ns2:creationId id="{E5D7AC89-205F-45A1-A669-0CE98D8DE746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vector-205">
            <a:extLst>
              <a:ext uri="{FF2B5EF4-FFF2-40B4-BE49-F238E27FC236}">
                <ns2:creationId id="{E2BA1BE9-5F93-4B98-95A9-CF7475EECE27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vector-206">
            <a:extLst>
              <a:ext uri="{FF2B5EF4-FFF2-40B4-BE49-F238E27FC236}">
                <ns2:creationId id="{92203271-BE32-4543-B339-A8B209B8118B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07">
            <a:extLst>
              <a:ext uri="{FF2B5EF4-FFF2-40B4-BE49-F238E27FC236}">
                <ns2:creationId id="{0EBFD68F-507A-4FE7-B952-A9FEC727D95F}"/>
              </a:ext>
            </a:extLst>
          </p:cNvPr>
          <p:cNvSpPr>
            <a:spLocks noGrp="1"/>
          </p:cNvSpPr>
          <p:nvPr/>
        </p:nvSpPr>
        <p:spPr>
          <a:xfrm>
            <a:off x="6490855" y="27622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208">
            <a:extLst>
              <a:ext uri="{FF2B5EF4-FFF2-40B4-BE49-F238E27FC236}">
                <ns2:creationId id="{2E0E7E98-426C-4E61-A75C-D0EC2B4FE9B1}"/>
              </a:ext>
            </a:extLst>
          </p:cNvPr>
          <p:cNvSpPr>
            <a:spLocks noGrp="1"/>
          </p:cNvSpPr>
          <p:nvPr/>
        </p:nvSpPr>
        <p:spPr>
          <a:xfrm>
            <a:off x="6516239" y="28908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icon-network-209">
            <a:extLst>
              <a:ext uri="{FF2B5EF4-FFF2-40B4-BE49-F238E27FC236}">
                <ns2:creationId id="{9F6593BE-B5F3-4EA3-A72D-6855F43F64DF}"/>
              </a:ext>
            </a:extLst>
          </p:cNvPr>
          <p:cNvSpPr>
            <a:spLocks noGrp="1"/>
          </p:cNvSpPr>
          <p:nvPr/>
        </p:nvSpPr>
        <p:spPr>
          <a:xfrm>
            <a:off x="6651617" y="27836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icon-network-210">
            <a:extLst>
              <a:ext uri="{FF2B5EF4-FFF2-40B4-BE49-F238E27FC236}">
                <ns2:creationId id="{CCAACBE8-2513-4619-91AF-A6283758E21F}"/>
              </a:ext>
            </a:extLst>
          </p:cNvPr>
          <p:cNvSpPr>
            <a:spLocks noGrp="1"/>
          </p:cNvSpPr>
          <p:nvPr/>
        </p:nvSpPr>
        <p:spPr>
          <a:xfrm>
            <a:off x="6816609" y="28608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icon-network-211">
            <a:extLst>
              <a:ext uri="{FF2B5EF4-FFF2-40B4-BE49-F238E27FC236}">
                <ns2:creationId id="{127B162F-E53F-4E06-8648-4F628FAE6E52}"/>
              </a:ext>
            </a:extLst>
          </p:cNvPr>
          <p:cNvSpPr>
            <a:spLocks noGrp="1"/>
          </p:cNvSpPr>
          <p:nvPr/>
        </p:nvSpPr>
        <p:spPr>
          <a:xfrm>
            <a:off x="6753151" y="30880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icon-network-212">
            <a:extLst>
              <a:ext uri="{FF2B5EF4-FFF2-40B4-BE49-F238E27FC236}">
                <ns2:creationId id="{5FD47032-5DDC-4BD9-B239-06AEBFA7270C}"/>
              </a:ext>
            </a:extLst>
          </p:cNvPr>
          <p:cNvSpPr>
            <a:spLocks noGrp="1"/>
          </p:cNvSpPr>
          <p:nvPr/>
        </p:nvSpPr>
        <p:spPr>
          <a:xfrm>
            <a:off x="6562774" y="30837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text-213">
            <a:extLst>
              <a:ext uri="{FF2B5EF4-FFF2-40B4-BE49-F238E27FC236}">
                <ns2:creationId id="{35B47CD3-1E12-45B3-956B-A2C8398B2A8A}"/>
              </a:ext>
            </a:extLst>
          </p:cNvPr>
          <p:cNvSpPr>
            <a:spLocks noGrp="1"/>
          </p:cNvSpPr>
          <p:nvPr/>
        </p:nvSpPr>
        <p:spPr>
          <a:xfrm>
            <a:off x="7017327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候选模型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6" name="node-214">
            <a:extLst>
              <a:ext uri="{FF2B5EF4-FFF2-40B4-BE49-F238E27FC236}">
                <ns2:creationId id="{7B1DED00-78B5-4303-A44A-D1AFB1AB6CAE}"/>
              </a:ext>
            </a:extLst>
          </p:cNvPr>
          <p:cNvSpPr>
            <a:spLocks noGrp="1"/>
          </p:cNvSpPr>
          <p:nvPr/>
        </p:nvSpPr>
        <p:spPr>
          <a:xfrm>
            <a:off x="9160823" y="2647950"/>
            <a:ext cx="2538351" cy="666750"/>
          </a:xfrm>
          <a:prstGeom prst="roundRect">
            <a:avLst>
              <a:gd name="adj" fmla="val 114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7" name="icon-check-215">
            <a:extLst>
              <a:ext uri="{FF2B5EF4-FFF2-40B4-BE49-F238E27FC236}">
                <ns2:creationId id="{A9C806C0-D3C4-4370-BE0C-039F362C2C4C}"/>
              </a:ext>
            </a:extLst>
          </p:cNvPr>
          <p:cNvSpPr>
            <a:spLocks noGrp="1"/>
          </p:cNvSpPr>
          <p:nvPr/>
        </p:nvSpPr>
        <p:spPr>
          <a:xfrm>
            <a:off x="9315945" y="2805113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216">
            <a:extLst>
              <a:ext uri="{FF2B5EF4-FFF2-40B4-BE49-F238E27FC236}">
                <ns2:creationId id="{23A688B3-03CE-4BE3-AB77-D2C0854E22D2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9" name="vector-217">
            <a:extLst>
              <a:ext uri="{FF2B5EF4-FFF2-40B4-BE49-F238E27FC236}">
                <ns2:creationId id="{2B5C3C5B-6B0C-4592-AD92-A4413671789A}"/>
              </a:ext>
            </a:extLst>
          </p:cNvPr>
          <p:cNvSpPr>
            <a:spLocks noGrp="1"/>
          </p:cNvSpPr>
          <p:nvPr/>
        </p:nvSpPr>
        <p:spPr>
          <a:xfrm>
            <a:off x="9273639" y="2762250"/>
            <a:ext cx="423058" cy="4286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0" name="text-218">
            <a:extLst>
              <a:ext uri="{FF2B5EF4-FFF2-40B4-BE49-F238E27FC236}">
                <ns2:creationId id="{F56B3D0E-F184-47BD-8BB6-3308BDF78B5F}"/>
              </a:ext>
            </a:extLst>
          </p:cNvPr>
          <p:cNvSpPr>
            <a:spLocks noGrp="1"/>
          </p:cNvSpPr>
          <p:nvPr/>
        </p:nvSpPr>
        <p:spPr>
          <a:xfrm>
            <a:off x="9800112" y="2724150"/>
            <a:ext cx="1786247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诊断与验证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81" name="">
            <a:extLst>
              <a:ext uri="{FF2B5EF4-FFF2-40B4-BE49-F238E27FC236}">
                <ns2:creationId id="{7CC0558E-564C-427F-994D-72A8BB7A3658}"/>
              </a:ext>
            </a:extLst>
          </p:cNvPr>
          <p:cNvCxnSpPr>
            <a:stCxn id="45" idx="3"/>
            <a:endCxn id="50" idx="1"/>
          </p:cNvCxnSpPr>
          <p:nvPr/>
        </p:nvCxnSpPr>
        <p:spPr>
          <a:xfrm>
            <a:off x="3350821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2" name="">
            <a:extLst>
              <a:ext uri="{FF2B5EF4-FFF2-40B4-BE49-F238E27FC236}">
                <ns2:creationId id="{11C87C13-9B1D-4B8E-BB39-D40613A29D6D}"/>
              </a:ext>
            </a:extLst>
          </p:cNvPr>
          <p:cNvCxnSpPr>
            <a:stCxn id="50" idx="3"/>
            <a:endCxn id="62" idx="1"/>
          </p:cNvCxnSpPr>
          <p:nvPr/>
        </p:nvCxnSpPr>
        <p:spPr>
          <a:xfrm>
            <a:off x="6133605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83" name="">
            <a:extLst>
              <a:ext uri="{FF2B5EF4-FFF2-40B4-BE49-F238E27FC236}">
                <ns2:creationId id="{53852DB2-DDDD-4527-8C73-8B84DE1B85DE}"/>
              </a:ext>
            </a:extLst>
          </p:cNvPr>
          <p:cNvCxnSpPr>
            <a:stCxn id="62" idx="3"/>
            <a:endCxn id="76" idx="1"/>
          </p:cNvCxnSpPr>
          <p:nvPr/>
        </p:nvCxnSpPr>
        <p:spPr>
          <a:xfrm>
            <a:off x="8916390" y="2981325"/>
            <a:ext cx="244434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84" name="text-219">
            <a:extLst>
              <a:ext uri="{FF2B5EF4-FFF2-40B4-BE49-F238E27FC236}">
                <ns2:creationId id="{CA7B2E47-498A-4D1B-856D-53F22ECBF934}"/>
              </a:ext>
            </a:extLst>
          </p:cNvPr>
          <p:cNvSpPr>
            <a:spLocks noGrp="1"/>
          </p:cNvSpPr>
          <p:nvPr/>
        </p:nvSpPr>
        <p:spPr>
          <a:xfrm>
            <a:off x="3463636" y="3457575"/>
            <a:ext cx="59228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异常回查：回到</a:t>
            </a:r>
            <a:r>
              <a:rPr sz="1875" b="1">
                <a:latin typeface="Noto Sans CJK SC"/>
                <a:ea typeface="Noto Sans CJK SC"/>
                <a:cs typeface="Noto Sans CJK SC"/>
                <a:solidFill>
                  <a:srgbClr val="B82D32"/>
                </a:solidFill>
              </a:rPr>
              <a:t>原始记录</a:t>
            </a:r>
            <a:r>
              <a:rPr sz="187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与采样过程</a:t>
            </a:r>
            <a:endParaRPr/>
          </a:p>
        </p:txBody>
      </p:sp>
      <p:sp>
        <p:nvSpPr>
          <p:cNvPr id="103" name="solid-title-band-103"/>
          <p:cNvSpPr/>
          <p:nvPr/>
        </p:nvSpPr>
        <p:spPr>
          <a:xfrm>
            <a:off x="793668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85" name="text-220">
            <a:extLst>
              <a:ext uri="{FF2B5EF4-FFF2-40B4-BE49-F238E27FC236}">
                <ns2:creationId id="{8FB9864F-7BB8-439F-8D9E-15BEDE6A5CFD}"/>
              </a:ext>
            </a:extLst>
          </p:cNvPr>
          <p:cNvSpPr>
            <a:spLocks noGrp="1"/>
          </p:cNvSpPr>
          <p:nvPr/>
        </p:nvSpPr>
        <p:spPr>
          <a:xfrm>
            <a:off x="925286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观测记录的季节变化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6" name="Chart">
            <a:extLst>
              <a:ext uri="{FF2B5EF4-FFF2-40B4-BE49-F238E27FC236}">
                <ns2:creationId id="{24D0E085-D9FA-4884-A9E8-7418BA4C6EF0}"/>
              </a:ext>
            </a:extLst>
          </p:cNvPr>
          <p:cNvGraphicFramePr/>
          <p:nvPr/>
        </p:nvGraphicFramePr>
        <p:xfrm>
          <a:off x="812470" y="4324350"/>
          <a:ext cx="5396345" cy="1781175"/>
        </p:xfrm>
        <a:graphic>
          <a:graphicData uri="http://schemas.openxmlformats.org/drawingml/2006/chart">
            <c:chart r:id="Rd2fd00bda74e4d93"/>
          </a:graphicData>
        </a:graphic>
      </p:graphicFrame>
      <p:sp>
        <p:nvSpPr>
          <p:cNvPr id="87" name="line-221">
            <a:extLst>
              <a:ext uri="{FF2B5EF4-FFF2-40B4-BE49-F238E27FC236}">
                <ns2:creationId id="{E1D94CFE-4A43-4873-AC65-6ACA67D9CA00}"/>
              </a:ext>
            </a:extLst>
          </p:cNvPr>
          <p:cNvSpPr>
            <a:spLocks noGrp="1"/>
          </p:cNvSpPr>
          <p:nvPr/>
        </p:nvSpPr>
        <p:spPr>
          <a:xfrm>
            <a:off x="5080660" y="452437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88" name="text-222">
            <a:extLst>
              <a:ext uri="{FF2B5EF4-FFF2-40B4-BE49-F238E27FC236}">
                <ns2:creationId id="{23795127-6D4E-461E-8FBA-0780024DB756}"/>
              </a:ext>
            </a:extLst>
          </p:cNvPr>
          <p:cNvSpPr>
            <a:spLocks noGrp="1"/>
          </p:cNvSpPr>
          <p:nvPr/>
        </p:nvSpPr>
        <p:spPr>
          <a:xfrm>
            <a:off x="5353297" y="44386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物种甲</a:t>
            </a:r>
            <a:endParaRPr/>
          </a:p>
        </p:txBody>
      </p:sp>
      <p:sp>
        <p:nvSpPr>
          <p:cNvPr id="89" name="line-223">
            <a:extLst>
              <a:ext uri="{FF2B5EF4-FFF2-40B4-BE49-F238E27FC236}">
                <ns2:creationId id="{0299A293-19F9-4246-9637-EC5E76A48BF3}"/>
              </a:ext>
            </a:extLst>
          </p:cNvPr>
          <p:cNvSpPr>
            <a:spLocks noGrp="1"/>
          </p:cNvSpPr>
          <p:nvPr/>
        </p:nvSpPr>
        <p:spPr>
          <a:xfrm>
            <a:off x="5080660" y="475297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90" name="text-224">
            <a:extLst>
              <a:ext uri="{FF2B5EF4-FFF2-40B4-BE49-F238E27FC236}">
                <ns2:creationId id="{F53E793A-59EE-438C-84D6-EF26EF0EB952}"/>
              </a:ext>
            </a:extLst>
          </p:cNvPr>
          <p:cNvSpPr>
            <a:spLocks noGrp="1"/>
          </p:cNvSpPr>
          <p:nvPr/>
        </p:nvSpPr>
        <p:spPr>
          <a:xfrm>
            <a:off x="5353297" y="466725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物种乙</a:t>
            </a:r>
            <a:endParaRPr/>
          </a:p>
        </p:txBody>
      </p:sp>
      <p:sp>
        <p:nvSpPr>
          <p:cNvPr id="91" name="text-225">
            <a:extLst>
              <a:ext uri="{FF2B5EF4-FFF2-40B4-BE49-F238E27FC236}">
                <ns2:creationId id="{3A779918-D902-4032-83B4-DB9CF94FA4CC}"/>
              </a:ext>
            </a:extLst>
          </p:cNvPr>
          <p:cNvSpPr>
            <a:spLocks noGrp="1"/>
          </p:cNvSpPr>
          <p:nvPr/>
        </p:nvSpPr>
        <p:spPr>
          <a:xfrm>
            <a:off x="2539301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104" name="solid-title-band-104"/>
          <p:cNvSpPr/>
          <p:nvPr/>
        </p:nvSpPr>
        <p:spPr>
          <a:xfrm>
            <a:off x="6396842" y="3924300"/>
            <a:ext cx="5396345" cy="361950"/>
          </a:xfrm>
          <a:prstGeom prst="rect">
            <a:avLst/>
          </a:prstGeom>
          <a:solidFill>
            <a:srgbClr val="1359A0"/>
          </a:solidFill>
        </p:spPr>
      </p:sp>
      <p:sp>
        <p:nvSpPr>
          <p:cNvPr id="92" name="text-226">
            <a:extLst>
              <a:ext uri="{FF2B5EF4-FFF2-40B4-BE49-F238E27FC236}">
                <ns2:creationId id="{4444D133-9447-4F68-8FF5-3206A34D206A}"/>
              </a:ext>
            </a:extLst>
          </p:cNvPr>
          <p:cNvSpPr>
            <a:spLocks noGrp="1"/>
          </p:cNvSpPr>
          <p:nvPr/>
        </p:nvSpPr>
        <p:spPr>
          <a:xfrm>
            <a:off x="6528460" y="3962400"/>
            <a:ext cx="513310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93" name="Chart">
            <a:extLst>
              <a:ext uri="{FF2B5EF4-FFF2-40B4-BE49-F238E27FC236}">
                <ns2:creationId id="{042C6303-E2C5-4297-A8BF-F77595E35CD8}"/>
              </a:ext>
            </a:extLst>
          </p:cNvPr>
          <p:cNvGraphicFramePr/>
          <p:nvPr/>
        </p:nvGraphicFramePr>
        <p:xfrm>
          <a:off x="6415644" y="4324350"/>
          <a:ext cx="5396345" cy="1781175"/>
        </p:xfrm>
        <a:graphic>
          <a:graphicData uri="http://schemas.openxmlformats.org/drawingml/2006/chart">
            <c:chart r:id="Re728cd7a426649f7"/>
          </a:graphicData>
        </a:graphic>
      </p:graphicFrame>
      <p:sp>
        <p:nvSpPr>
          <p:cNvPr id="94" name="text-227">
            <a:extLst>
              <a:ext uri="{FF2B5EF4-FFF2-40B4-BE49-F238E27FC236}">
                <ns2:creationId id="{FF007E7C-BF74-48BB-9C8C-821F54B6F165}"/>
              </a:ext>
            </a:extLst>
          </p:cNvPr>
          <p:cNvSpPr>
            <a:spLocks noGrp="1"/>
          </p:cNvSpPr>
          <p:nvPr/>
        </p:nvSpPr>
        <p:spPr>
          <a:xfrm>
            <a:off x="8142475" y="5915025"/>
            <a:ext cx="269817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95" name="shape-228">
            <a:extLst>
              <a:ext uri="{FF2B5EF4-FFF2-40B4-BE49-F238E27FC236}">
                <ns2:creationId id="{3E8C959E-CAE3-4A6B-BAB5-6918CCA051EC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96" name="text-229">
            <a:extLst>
              <a:ext uri="{FF2B5EF4-FFF2-40B4-BE49-F238E27FC236}">
                <ns2:creationId id="{FFE6F97F-FA22-4C8E-8A6C-435DA37B4FA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分析原则：保留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原始记录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，区分观测差异与模型解释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text-230">
            <a:extLst>
              <a:ext uri="{FF2B5EF4-FFF2-40B4-BE49-F238E27FC236}">
                <ns2:creationId id="{648BC5F7-5631-4C0B-A519-A323322A38EB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8" name="text-231">
            <a:extLst>
              <a:ext uri="{FF2B5EF4-FFF2-40B4-BE49-F238E27FC236}">
                <ns2:creationId id="{EEFA9D41-10F9-43A3-A517-D6C1F18FF7DA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02</a:t>
            </a:r>
            <a:endParaRPr/>
          </a:p>
        </p:txBody>
      </p:sp>
    </p:spTree>
    <p:extLst>
      <p:ext uri="{BB962C8B-B14F-4D97-AF65-F5344CB8AC3E}">
        <ns5:creationId val="942761393"/>
      </p:ext>
    </p:extLst>
  </p:cSld>
</p:sld>
</file>

<file path=ppt/slides/slide3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4" name="text-232">
            <a:extLst>
              <a:ext uri="{FF2B5EF4-FFF2-40B4-BE49-F238E27FC236}">
                <ns2:creationId id="{D5179689-217C-4212-9A1A-7017908D99E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课程作业｜两种群落结构的对照分析</a:t>
            </a:r>
            <a:endParaRPr/>
          </a:p>
        </p:txBody>
      </p:sp>
      <p:sp>
        <p:nvSpPr>
          <p:cNvPr id="2" name="line-233">
            <a:extLst>
              <a:ext uri="{FF2B5EF4-FFF2-40B4-BE49-F238E27FC236}">
                <ns2:creationId id="{66207686-8F60-4B1D-9C23-67C017A11643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234">
            <a:extLst>
              <a:ext uri="{FF2B5EF4-FFF2-40B4-BE49-F238E27FC236}">
                <ns2:creationId id="{C1599386-79DC-46C8-AAC9-C611C26E23FE}"/>
              </a:ext>
            </a:extLst>
          </p:cNvPr>
          <p:cNvSpPr>
            <a:spLocks noGrp="1"/>
          </p:cNvSpPr>
          <p:nvPr/>
        </p:nvSpPr>
        <p:spPr>
          <a:xfrm>
            <a:off x="304800" y="1057275"/>
            <a:ext cx="5076701" cy="36195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4" name="text-235">
            <a:extLst>
              <a:ext uri="{FF2B5EF4-FFF2-40B4-BE49-F238E27FC236}">
                <ns2:creationId id="{665FE50D-88E2-4CFD-AD34-C7C4ECA784E0}"/>
              </a:ext>
            </a:extLst>
          </p:cNvPr>
          <p:cNvSpPr>
            <a:spLocks noGrp="1"/>
          </p:cNvSpPr>
          <p:nvPr/>
        </p:nvSpPr>
        <p:spPr>
          <a:xfrm>
            <a:off x="455221" y="1085850"/>
            <a:ext cx="47758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群落甲：分布均匀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vector-236">
            <a:extLst>
              <a:ext uri="{FF2B5EF4-FFF2-40B4-BE49-F238E27FC236}">
                <ns2:creationId id="{92E52B5E-2452-4F0C-B578-4AA5587BE454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6" name="icon-leaf-237">
            <a:extLst>
              <a:ext uri="{FF2B5EF4-FFF2-40B4-BE49-F238E27FC236}">
                <ns2:creationId id="{55579A21-DF2E-479B-AF61-AB8EFE147DB0}"/>
              </a:ext>
            </a:extLst>
          </p:cNvPr>
          <p:cNvSpPr>
            <a:spLocks noGrp="1"/>
          </p:cNvSpPr>
          <p:nvPr/>
        </p:nvSpPr>
        <p:spPr>
          <a:xfrm>
            <a:off x="774489" y="164934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7" name="icon-leaf-238">
            <a:extLst>
              <a:ext uri="{FF2B5EF4-FFF2-40B4-BE49-F238E27FC236}">
                <ns2:creationId id="{C9224FE2-D3B0-4B71-9464-1A539A8078F0}"/>
              </a:ext>
            </a:extLst>
          </p:cNvPr>
          <p:cNvSpPr>
            <a:spLocks noGrp="1"/>
          </p:cNvSpPr>
          <p:nvPr/>
        </p:nvSpPr>
        <p:spPr>
          <a:xfrm>
            <a:off x="911372" y="175831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" name="vector-239">
            <a:extLst>
              <a:ext uri="{FF2B5EF4-FFF2-40B4-BE49-F238E27FC236}">
                <ns2:creationId id="{8C23AD95-DF98-4C26-B6D6-E3486BC9EBE7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9" name="vector-240">
            <a:extLst>
              <a:ext uri="{FF2B5EF4-FFF2-40B4-BE49-F238E27FC236}">
                <ns2:creationId id="{D65C9264-087E-49A9-861C-15F4AB1F9C6A}"/>
              </a:ext>
            </a:extLst>
          </p:cNvPr>
          <p:cNvSpPr>
            <a:spLocks noGrp="1"/>
          </p:cNvSpPr>
          <p:nvPr/>
        </p:nvSpPr>
        <p:spPr>
          <a:xfrm>
            <a:off x="662049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0" name="text-241">
            <a:extLst>
              <a:ext uri="{FF2B5EF4-FFF2-40B4-BE49-F238E27FC236}">
                <ns2:creationId id="{9A666BE7-7468-40B8-BA27-243E6E541C5F}"/>
              </a:ext>
            </a:extLst>
          </p:cNvPr>
          <p:cNvSpPr>
            <a:spLocks noGrp="1"/>
          </p:cNvSpPr>
          <p:nvPr/>
        </p:nvSpPr>
        <p:spPr>
          <a:xfrm>
            <a:off x="474023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11" name="vector-242">
            <a:extLst>
              <a:ext uri="{FF2B5EF4-FFF2-40B4-BE49-F238E27FC236}">
                <ns2:creationId id="{015F0543-7B45-4BF1-94B7-1A1E058983C3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2" name="icon-leaf-243">
            <a:extLst>
              <a:ext uri="{FF2B5EF4-FFF2-40B4-BE49-F238E27FC236}">
                <ns2:creationId id="{20788740-3B23-4A38-BAA1-D2B62E9057B2}"/>
              </a:ext>
            </a:extLst>
          </p:cNvPr>
          <p:cNvSpPr>
            <a:spLocks noGrp="1"/>
          </p:cNvSpPr>
          <p:nvPr/>
        </p:nvSpPr>
        <p:spPr>
          <a:xfrm>
            <a:off x="1996658" y="164934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3" name="icon-leaf-244">
            <a:extLst>
              <a:ext uri="{FF2B5EF4-FFF2-40B4-BE49-F238E27FC236}">
                <ns2:creationId id="{9C348B4E-9021-4E45-B435-A0E2F334A724}"/>
              </a:ext>
            </a:extLst>
          </p:cNvPr>
          <p:cNvSpPr>
            <a:spLocks noGrp="1"/>
          </p:cNvSpPr>
          <p:nvPr/>
        </p:nvSpPr>
        <p:spPr>
          <a:xfrm>
            <a:off x="2133541" y="175831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4" name="vector-245">
            <a:extLst>
              <a:ext uri="{FF2B5EF4-FFF2-40B4-BE49-F238E27FC236}">
                <ns2:creationId id="{E27DA151-3CD5-4BC4-9A68-EA15D2B87309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5" name="vector-246">
            <a:extLst>
              <a:ext uri="{FF2B5EF4-FFF2-40B4-BE49-F238E27FC236}">
                <ns2:creationId id="{9AD9E9C6-9F66-4EBB-BA5C-9922A9E469E4}"/>
              </a:ext>
            </a:extLst>
          </p:cNvPr>
          <p:cNvSpPr>
            <a:spLocks noGrp="1"/>
          </p:cNvSpPr>
          <p:nvPr/>
        </p:nvSpPr>
        <p:spPr>
          <a:xfrm>
            <a:off x="1884218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6" name="text-247">
            <a:extLst>
              <a:ext uri="{FF2B5EF4-FFF2-40B4-BE49-F238E27FC236}">
                <ns2:creationId id="{93568EED-6B3A-410F-8E65-CE6EF0688068}"/>
              </a:ext>
            </a:extLst>
          </p:cNvPr>
          <p:cNvSpPr>
            <a:spLocks noGrp="1"/>
          </p:cNvSpPr>
          <p:nvPr/>
        </p:nvSpPr>
        <p:spPr>
          <a:xfrm>
            <a:off x="1696192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17" name="vector-248">
            <a:extLst>
              <a:ext uri="{FF2B5EF4-FFF2-40B4-BE49-F238E27FC236}">
                <ns2:creationId id="{C8ADB4AC-138E-4F86-9913-2AEC7DA429C7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8" name="icon-leaf-249">
            <a:extLst>
              <a:ext uri="{FF2B5EF4-FFF2-40B4-BE49-F238E27FC236}">
                <ns2:creationId id="{ACE5F6A5-0D77-4C72-9DC7-960F7418EFAB}"/>
              </a:ext>
            </a:extLst>
          </p:cNvPr>
          <p:cNvSpPr>
            <a:spLocks noGrp="1"/>
          </p:cNvSpPr>
          <p:nvPr/>
        </p:nvSpPr>
        <p:spPr>
          <a:xfrm>
            <a:off x="3218827" y="164934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9" name="icon-leaf-250">
            <a:extLst>
              <a:ext uri="{FF2B5EF4-FFF2-40B4-BE49-F238E27FC236}">
                <ns2:creationId id="{89058A91-7359-41B7-B77F-1D67EA798F21}"/>
              </a:ext>
            </a:extLst>
          </p:cNvPr>
          <p:cNvSpPr>
            <a:spLocks noGrp="1"/>
          </p:cNvSpPr>
          <p:nvPr/>
        </p:nvSpPr>
        <p:spPr>
          <a:xfrm>
            <a:off x="3355709" y="175831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0" name="vector-251">
            <a:extLst>
              <a:ext uri="{FF2B5EF4-FFF2-40B4-BE49-F238E27FC236}">
                <ns2:creationId id="{D7725F44-A286-48BE-B4B4-B9F682E79419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1" name="vector-252">
            <a:extLst>
              <a:ext uri="{FF2B5EF4-FFF2-40B4-BE49-F238E27FC236}">
                <ns2:creationId id="{F5D8A2BF-5ABE-41F7-B1A2-5981D549E512}"/>
              </a:ext>
            </a:extLst>
          </p:cNvPr>
          <p:cNvSpPr>
            <a:spLocks noGrp="1"/>
          </p:cNvSpPr>
          <p:nvPr/>
        </p:nvSpPr>
        <p:spPr>
          <a:xfrm>
            <a:off x="3106387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2" name="text-253">
            <a:extLst>
              <a:ext uri="{FF2B5EF4-FFF2-40B4-BE49-F238E27FC236}">
                <ns2:creationId id="{1E87EEB7-F139-434E-BB4C-50B878681D0D}"/>
              </a:ext>
            </a:extLst>
          </p:cNvPr>
          <p:cNvSpPr>
            <a:spLocks noGrp="1"/>
          </p:cNvSpPr>
          <p:nvPr/>
        </p:nvSpPr>
        <p:spPr>
          <a:xfrm>
            <a:off x="2918361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23" name="vector-254">
            <a:extLst>
              <a:ext uri="{FF2B5EF4-FFF2-40B4-BE49-F238E27FC236}">
                <ns2:creationId id="{5F46F337-D5B7-430E-863D-3BB688F8FD07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4" name="icon-leaf-255">
            <a:extLst>
              <a:ext uri="{FF2B5EF4-FFF2-40B4-BE49-F238E27FC236}">
                <ns2:creationId id="{CC06FDAE-EAAD-4E86-95B0-6C5133B0AFDB}"/>
              </a:ext>
            </a:extLst>
          </p:cNvPr>
          <p:cNvSpPr>
            <a:spLocks noGrp="1"/>
          </p:cNvSpPr>
          <p:nvPr/>
        </p:nvSpPr>
        <p:spPr>
          <a:xfrm>
            <a:off x="4440995" y="164934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5" name="icon-leaf-256">
            <a:extLst>
              <a:ext uri="{FF2B5EF4-FFF2-40B4-BE49-F238E27FC236}">
                <ns2:creationId id="{24E2500F-48D5-413B-81CE-C1CFA6338433}"/>
              </a:ext>
            </a:extLst>
          </p:cNvPr>
          <p:cNvSpPr>
            <a:spLocks noGrp="1"/>
          </p:cNvSpPr>
          <p:nvPr/>
        </p:nvSpPr>
        <p:spPr>
          <a:xfrm>
            <a:off x="4577878" y="175831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6" name="vector-257">
            <a:extLst>
              <a:ext uri="{FF2B5EF4-FFF2-40B4-BE49-F238E27FC236}">
                <ns2:creationId id="{447F4A37-4B45-4A6D-8387-683A1378DCD2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7" name="vector-258">
            <a:extLst>
              <a:ext uri="{FF2B5EF4-FFF2-40B4-BE49-F238E27FC236}">
                <ns2:creationId id="{23A46339-BEAE-4E75-A789-09B044E699A1}"/>
              </a:ext>
            </a:extLst>
          </p:cNvPr>
          <p:cNvSpPr>
            <a:spLocks noGrp="1"/>
          </p:cNvSpPr>
          <p:nvPr/>
        </p:nvSpPr>
        <p:spPr>
          <a:xfrm>
            <a:off x="4328556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8" name="text-259">
            <a:extLst>
              <a:ext uri="{FF2B5EF4-FFF2-40B4-BE49-F238E27FC236}">
                <ns2:creationId id="{AC8B7D55-64F9-491D-B623-7D01D3547201}"/>
              </a:ext>
            </a:extLst>
          </p:cNvPr>
          <p:cNvSpPr>
            <a:spLocks noGrp="1"/>
          </p:cNvSpPr>
          <p:nvPr/>
        </p:nvSpPr>
        <p:spPr>
          <a:xfrm>
            <a:off x="4140530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29" name="Chart">
            <a:extLst>
              <a:ext uri="{FF2B5EF4-FFF2-40B4-BE49-F238E27FC236}">
                <ns2:creationId id="{8412622D-13A6-4B72-892C-8B55AF70CBDC}"/>
              </a:ext>
            </a:extLst>
          </p:cNvPr>
          <p:cNvGraphicFramePr/>
          <p:nvPr/>
        </p:nvGraphicFramePr>
        <p:xfrm>
          <a:off x="304800" y="2562225"/>
          <a:ext cx="5076701" cy="2057400"/>
        </p:xfrm>
        <a:graphic>
          <a:graphicData uri="http://schemas.openxmlformats.org/drawingml/2006/chart">
            <c:chart r:id="R9e4b51eb44254abd"/>
          </a:graphicData>
        </a:graphic>
      </p:graphicFrame>
      <p:sp>
        <p:nvSpPr>
          <p:cNvPr id="30" name="shape-260">
            <a:extLst>
              <a:ext uri="{FF2B5EF4-FFF2-40B4-BE49-F238E27FC236}">
                <ns2:creationId id="{0D4093EE-FF37-41DF-9493-C791FCB0866C}"/>
              </a:ext>
            </a:extLst>
          </p:cNvPr>
          <p:cNvSpPr>
            <a:spLocks noGrp="1"/>
          </p:cNvSpPr>
          <p:nvPr/>
        </p:nvSpPr>
        <p:spPr>
          <a:xfrm>
            <a:off x="6810499" y="1057275"/>
            <a:ext cx="5076701" cy="361950"/>
          </a:xfrm>
          <a:prstGeom prst="rect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31" name="text-261">
            <a:extLst>
              <a:ext uri="{FF2B5EF4-FFF2-40B4-BE49-F238E27FC236}">
                <ns2:creationId id="{513E1336-EED5-46EA-AA6E-A488A2973463}"/>
              </a:ext>
            </a:extLst>
          </p:cNvPr>
          <p:cNvSpPr>
            <a:spLocks noGrp="1"/>
          </p:cNvSpPr>
          <p:nvPr/>
        </p:nvSpPr>
        <p:spPr>
          <a:xfrm>
            <a:off x="6960919" y="1085850"/>
            <a:ext cx="477586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群落乙：优势集中</a:t>
            </a:r>
            <a:endParaRPr/>
          </a:p>
        </p:txBody>
      </p:sp>
      <p:sp>
        <p:nvSpPr>
          <p:cNvPr id="32" name="vector-262">
            <a:extLst>
              <a:ext uri="{FF2B5EF4-FFF2-40B4-BE49-F238E27FC236}">
                <ns2:creationId id="{48B06596-909C-4E98-9154-6DD40BF1049B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3" name="icon-leaf-263">
            <a:extLst>
              <a:ext uri="{FF2B5EF4-FFF2-40B4-BE49-F238E27FC236}">
                <ns2:creationId id="{9885D9A8-E789-49FD-8B6F-27AE0B8C8867}"/>
              </a:ext>
            </a:extLst>
          </p:cNvPr>
          <p:cNvSpPr>
            <a:spLocks noGrp="1"/>
          </p:cNvSpPr>
          <p:nvPr/>
        </p:nvSpPr>
        <p:spPr>
          <a:xfrm>
            <a:off x="7280188" y="164934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4" name="icon-leaf-264">
            <a:extLst>
              <a:ext uri="{FF2B5EF4-FFF2-40B4-BE49-F238E27FC236}">
                <ns2:creationId id="{90DF56A0-2CA8-4C35-805C-944A49DFB98C}"/>
              </a:ext>
            </a:extLst>
          </p:cNvPr>
          <p:cNvSpPr>
            <a:spLocks noGrp="1"/>
          </p:cNvSpPr>
          <p:nvPr/>
        </p:nvSpPr>
        <p:spPr>
          <a:xfrm>
            <a:off x="7417070" y="175831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5" name="vector-265">
            <a:extLst>
              <a:ext uri="{FF2B5EF4-FFF2-40B4-BE49-F238E27FC236}">
                <ns2:creationId id="{91CE3637-EBAF-474F-8449-974B78E11C68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6" name="vector-266">
            <a:extLst>
              <a:ext uri="{FF2B5EF4-FFF2-40B4-BE49-F238E27FC236}">
                <ns2:creationId id="{4EC99130-524E-4E73-A224-872FA7AC65FA}"/>
              </a:ext>
            </a:extLst>
          </p:cNvPr>
          <p:cNvSpPr>
            <a:spLocks noGrp="1"/>
          </p:cNvSpPr>
          <p:nvPr/>
        </p:nvSpPr>
        <p:spPr>
          <a:xfrm>
            <a:off x="7167748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7" name="text-267">
            <a:extLst>
              <a:ext uri="{FF2B5EF4-FFF2-40B4-BE49-F238E27FC236}">
                <ns2:creationId id="{6143FB1E-23D4-41E2-A0D2-563837B5D664}"/>
              </a:ext>
            </a:extLst>
          </p:cNvPr>
          <p:cNvSpPr>
            <a:spLocks noGrp="1"/>
          </p:cNvSpPr>
          <p:nvPr/>
        </p:nvSpPr>
        <p:spPr>
          <a:xfrm>
            <a:off x="6979722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物种1</a:t>
            </a:r>
            <a:endParaRPr/>
          </a:p>
        </p:txBody>
      </p:sp>
      <p:sp>
        <p:nvSpPr>
          <p:cNvPr id="38" name="vector-268">
            <a:extLst>
              <a:ext uri="{FF2B5EF4-FFF2-40B4-BE49-F238E27FC236}">
                <ns2:creationId id="{175F2ADF-4C2A-463D-B934-65E5273C0C96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9" name="icon-leaf-269">
            <a:extLst>
              <a:ext uri="{FF2B5EF4-FFF2-40B4-BE49-F238E27FC236}">
                <ns2:creationId id="{C5270281-35BB-4D59-8608-EE183B4B4E52}"/>
              </a:ext>
            </a:extLst>
          </p:cNvPr>
          <p:cNvSpPr>
            <a:spLocks noGrp="1"/>
          </p:cNvSpPr>
          <p:nvPr/>
        </p:nvSpPr>
        <p:spPr>
          <a:xfrm>
            <a:off x="8502356" y="164934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icon-leaf-270">
            <a:extLst>
              <a:ext uri="{FF2B5EF4-FFF2-40B4-BE49-F238E27FC236}">
                <ns2:creationId id="{24638BD8-E2A1-41AD-8A91-605B039555C6}"/>
              </a:ext>
            </a:extLst>
          </p:cNvPr>
          <p:cNvSpPr>
            <a:spLocks noGrp="1"/>
          </p:cNvSpPr>
          <p:nvPr/>
        </p:nvSpPr>
        <p:spPr>
          <a:xfrm>
            <a:off x="8639239" y="175831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1" name="vector-271">
            <a:extLst>
              <a:ext uri="{FF2B5EF4-FFF2-40B4-BE49-F238E27FC236}">
                <ns2:creationId id="{04490D10-45F0-487D-ACC4-CC89E6E92569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2" name="vector-272">
            <a:extLst>
              <a:ext uri="{FF2B5EF4-FFF2-40B4-BE49-F238E27FC236}">
                <ns2:creationId id="{882DE27E-4571-4414-A2DB-37B02262872B}"/>
              </a:ext>
            </a:extLst>
          </p:cNvPr>
          <p:cNvSpPr>
            <a:spLocks noGrp="1"/>
          </p:cNvSpPr>
          <p:nvPr/>
        </p:nvSpPr>
        <p:spPr>
          <a:xfrm>
            <a:off x="8389917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3" name="text-273">
            <a:extLst>
              <a:ext uri="{FF2B5EF4-FFF2-40B4-BE49-F238E27FC236}">
                <ns2:creationId id="{34A69772-C71A-4A1C-8DB8-95FC3A88991D}"/>
              </a:ext>
            </a:extLst>
          </p:cNvPr>
          <p:cNvSpPr>
            <a:spLocks noGrp="1"/>
          </p:cNvSpPr>
          <p:nvPr/>
        </p:nvSpPr>
        <p:spPr>
          <a:xfrm>
            <a:off x="8201891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物种2</a:t>
            </a:r>
            <a:endParaRPr/>
          </a:p>
        </p:txBody>
      </p:sp>
      <p:sp>
        <p:nvSpPr>
          <p:cNvPr id="44" name="vector-274">
            <a:extLst>
              <a:ext uri="{FF2B5EF4-FFF2-40B4-BE49-F238E27FC236}">
                <ns2:creationId id="{F34AA204-D8AA-47F7-BA54-494459AC2B2A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5" name="icon-leaf-275">
            <a:extLst>
              <a:ext uri="{FF2B5EF4-FFF2-40B4-BE49-F238E27FC236}">
                <ns2:creationId id="{424CDD83-6B3A-4801-9358-FF6C741577B4}"/>
              </a:ext>
            </a:extLst>
          </p:cNvPr>
          <p:cNvSpPr>
            <a:spLocks noGrp="1"/>
          </p:cNvSpPr>
          <p:nvPr/>
        </p:nvSpPr>
        <p:spPr>
          <a:xfrm>
            <a:off x="9724525" y="164934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6" name="icon-leaf-276">
            <a:extLst>
              <a:ext uri="{FF2B5EF4-FFF2-40B4-BE49-F238E27FC236}">
                <ns2:creationId id="{3770F25D-819F-46B9-806F-EF23BCEE9BDA}"/>
              </a:ext>
            </a:extLst>
          </p:cNvPr>
          <p:cNvSpPr>
            <a:spLocks noGrp="1"/>
          </p:cNvSpPr>
          <p:nvPr/>
        </p:nvSpPr>
        <p:spPr>
          <a:xfrm>
            <a:off x="9861408" y="175831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7" name="vector-277">
            <a:extLst>
              <a:ext uri="{FF2B5EF4-FFF2-40B4-BE49-F238E27FC236}">
                <ns2:creationId id="{8BD546CE-2C43-4D44-9515-7B6C197F636C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8" name="vector-278">
            <a:extLst>
              <a:ext uri="{FF2B5EF4-FFF2-40B4-BE49-F238E27FC236}">
                <ns2:creationId id="{27F250BB-89C8-4F51-85CF-1E4848BF6270}"/>
              </a:ext>
            </a:extLst>
          </p:cNvPr>
          <p:cNvSpPr>
            <a:spLocks noGrp="1"/>
          </p:cNvSpPr>
          <p:nvPr/>
        </p:nvSpPr>
        <p:spPr>
          <a:xfrm>
            <a:off x="9612086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9" name="text-279">
            <a:extLst>
              <a:ext uri="{FF2B5EF4-FFF2-40B4-BE49-F238E27FC236}">
                <ns2:creationId id="{62CD2AF9-4029-4813-855C-33AED2DDA59C}"/>
              </a:ext>
            </a:extLst>
          </p:cNvPr>
          <p:cNvSpPr>
            <a:spLocks noGrp="1"/>
          </p:cNvSpPr>
          <p:nvPr/>
        </p:nvSpPr>
        <p:spPr>
          <a:xfrm>
            <a:off x="9424060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物种3</a:t>
            </a:r>
            <a:endParaRPr/>
          </a:p>
        </p:txBody>
      </p:sp>
      <p:sp>
        <p:nvSpPr>
          <p:cNvPr id="50" name="vector-280">
            <a:extLst>
              <a:ext uri="{FF2B5EF4-FFF2-40B4-BE49-F238E27FC236}">
                <ns2:creationId id="{74D884F0-F266-4DC4-B130-4696D3437706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1" name="icon-leaf-281">
            <a:extLst>
              <a:ext uri="{FF2B5EF4-FFF2-40B4-BE49-F238E27FC236}">
                <ns2:creationId id="{B33A5734-DB7D-4781-B398-93181F8DEA3B}"/>
              </a:ext>
            </a:extLst>
          </p:cNvPr>
          <p:cNvSpPr>
            <a:spLocks noGrp="1"/>
          </p:cNvSpPr>
          <p:nvPr/>
        </p:nvSpPr>
        <p:spPr>
          <a:xfrm>
            <a:off x="10946694" y="1649349"/>
            <a:ext cx="131994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2" name="icon-leaf-282">
            <a:extLst>
              <a:ext uri="{FF2B5EF4-FFF2-40B4-BE49-F238E27FC236}">
                <ns2:creationId id="{A14EF601-4D99-4FC9-BBFE-C3672C801611}"/>
              </a:ext>
            </a:extLst>
          </p:cNvPr>
          <p:cNvSpPr>
            <a:spLocks noGrp="1"/>
          </p:cNvSpPr>
          <p:nvPr/>
        </p:nvSpPr>
        <p:spPr>
          <a:xfrm>
            <a:off x="11083577" y="1758315"/>
            <a:ext cx="146660" cy="22288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3" name="vector-283">
            <a:extLst>
              <a:ext uri="{FF2B5EF4-FFF2-40B4-BE49-F238E27FC236}">
                <ns2:creationId id="{B07E5762-1F7F-4515-AD0D-49F2CFC97B30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4" name="vector-284">
            <a:extLst>
              <a:ext uri="{FF2B5EF4-FFF2-40B4-BE49-F238E27FC236}">
                <ns2:creationId id="{3B2487C8-D0B8-49C1-8394-AECB299A97BC}"/>
              </a:ext>
            </a:extLst>
          </p:cNvPr>
          <p:cNvSpPr>
            <a:spLocks noGrp="1"/>
          </p:cNvSpPr>
          <p:nvPr/>
        </p:nvSpPr>
        <p:spPr>
          <a:xfrm>
            <a:off x="10834255" y="1609725"/>
            <a:ext cx="488868" cy="4953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5" name="text-285">
            <a:extLst>
              <a:ext uri="{FF2B5EF4-FFF2-40B4-BE49-F238E27FC236}">
                <ns2:creationId id="{31687D60-66B4-407B-82B7-90C3101077C0}"/>
              </a:ext>
            </a:extLst>
          </p:cNvPr>
          <p:cNvSpPr>
            <a:spLocks noGrp="1"/>
          </p:cNvSpPr>
          <p:nvPr/>
        </p:nvSpPr>
        <p:spPr>
          <a:xfrm>
            <a:off x="10646229" y="2152650"/>
            <a:ext cx="864919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物种4</a:t>
            </a:r>
            <a:endParaRPr/>
          </a:p>
        </p:txBody>
      </p:sp>
      <p:graphicFrame>
        <p:nvGraphicFramePr>
          <p:cNvPr id="56" name="Chart">
            <a:extLst>
              <a:ext uri="{FF2B5EF4-FFF2-40B4-BE49-F238E27FC236}">
                <ns2:creationId id="{B7453D96-8A4F-49F6-B89B-00B4AD239145}"/>
              </a:ext>
            </a:extLst>
          </p:cNvPr>
          <p:cNvGraphicFramePr/>
          <p:nvPr/>
        </p:nvGraphicFramePr>
        <p:xfrm>
          <a:off x="6810499" y="2562225"/>
          <a:ext cx="5076701" cy="2057400"/>
        </p:xfrm>
        <a:graphic>
          <a:graphicData uri="http://schemas.openxmlformats.org/drawingml/2006/chart">
            <c:chart r:id="Rc49d4862ef9e4b9a"/>
          </a:graphicData>
        </a:graphic>
      </p:graphicFrame>
      <p:sp>
        <p:nvSpPr>
          <p:cNvPr id="57" name="icon-camera-286">
            <a:extLst>
              <a:ext uri="{FF2B5EF4-FFF2-40B4-BE49-F238E27FC236}">
                <ns2:creationId id="{4104C54E-A22D-429F-8341-10E9FAFE7184}"/>
              </a:ext>
            </a:extLst>
          </p:cNvPr>
          <p:cNvSpPr>
            <a:spLocks noGrp="1"/>
          </p:cNvSpPr>
          <p:nvPr/>
        </p:nvSpPr>
        <p:spPr>
          <a:xfrm>
            <a:off x="5763570" y="1685544"/>
            <a:ext cx="420426" cy="302133"/>
          </a:xfrm>
          <a:prstGeom prst="roundRect">
            <a:avLst>
              <a:gd name="adj" fmla="val 25221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8" name="icon-camera-287">
            <a:extLst>
              <a:ext uri="{FF2B5EF4-FFF2-40B4-BE49-F238E27FC236}">
                <ns2:creationId id="{7D1DFCC3-B728-4DFB-B4F6-8FA2A680759E}"/>
              </a:ext>
            </a:extLst>
          </p:cNvPr>
          <p:cNvSpPr>
            <a:spLocks noGrp="1"/>
          </p:cNvSpPr>
          <p:nvPr/>
        </p:nvSpPr>
        <p:spPr>
          <a:xfrm>
            <a:off x="5890676" y="1621155"/>
            <a:ext cx="161326" cy="84201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9" name="icon-camera-288">
            <a:extLst>
              <a:ext uri="{FF2B5EF4-FFF2-40B4-BE49-F238E27FC236}">
                <ns2:creationId id="{5241C9F8-CBD5-4CE4-97CE-F4167AE37104}"/>
              </a:ext>
            </a:extLst>
          </p:cNvPr>
          <p:cNvSpPr>
            <a:spLocks noGrp="1"/>
          </p:cNvSpPr>
          <p:nvPr/>
        </p:nvSpPr>
        <p:spPr>
          <a:xfrm>
            <a:off x="5885787" y="1749933"/>
            <a:ext cx="175992" cy="1783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0" name="icon-camera-289">
            <a:extLst>
              <a:ext uri="{FF2B5EF4-FFF2-40B4-BE49-F238E27FC236}">
                <ns2:creationId id="{CB537AA3-3379-426E-AC79-0B8C0A3B10FF}"/>
              </a:ext>
            </a:extLst>
          </p:cNvPr>
          <p:cNvSpPr>
            <a:spLocks noGrp="1"/>
          </p:cNvSpPr>
          <p:nvPr/>
        </p:nvSpPr>
        <p:spPr>
          <a:xfrm>
            <a:off x="6091111" y="1725168"/>
            <a:ext cx="39109" cy="3962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1" name="text-290">
            <a:extLst>
              <a:ext uri="{FF2B5EF4-FFF2-40B4-BE49-F238E27FC236}">
                <ns2:creationId id="{8D1101A6-A177-432F-BED5-27E1C932EEB1}"/>
              </a:ext>
            </a:extLst>
          </p:cNvPr>
          <p:cNvSpPr>
            <a:spLocks noGrp="1"/>
          </p:cNvSpPr>
          <p:nvPr/>
        </p:nvSpPr>
        <p:spPr>
          <a:xfrm>
            <a:off x="5409705" y="2114550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物种组成</a:t>
            </a:r>
          </a:p>
        </p:txBody>
      </p:sp>
      <p:sp>
        <p:nvSpPr>
          <p:cNvPr id="62" name="icon-database-291">
            <a:extLst>
              <a:ext uri="{FF2B5EF4-FFF2-40B4-BE49-F238E27FC236}">
                <ns2:creationId id="{F6591B48-EC29-4C56-B2C4-3990A1387842}"/>
              </a:ext>
            </a:extLst>
          </p:cNvPr>
          <p:cNvSpPr>
            <a:spLocks noGrp="1"/>
          </p:cNvSpPr>
          <p:nvPr/>
        </p:nvSpPr>
        <p:spPr>
          <a:xfrm>
            <a:off x="5807568" y="2684907"/>
            <a:ext cx="332430" cy="312039"/>
          </a:xfrm>
          <a:prstGeom prst="can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3" name="vector-292">
            <a:extLst>
              <a:ext uri="{FF2B5EF4-FFF2-40B4-BE49-F238E27FC236}">
                <ns2:creationId id="{26ADC2B6-A1FE-44F2-8C1B-F626368BF5CD}"/>
              </a:ext>
            </a:extLst>
          </p:cNvPr>
          <p:cNvSpPr>
            <a:spLocks noGrp="1"/>
          </p:cNvSpPr>
          <p:nvPr/>
        </p:nvSpPr>
        <p:spPr>
          <a:xfrm>
            <a:off x="5729349" y="2590800"/>
            <a:ext cx="488868" cy="49530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293">
            <a:extLst>
              <a:ext uri="{FF2B5EF4-FFF2-40B4-BE49-F238E27FC236}">
                <ns2:creationId id="{AB75D830-F880-4BC3-A99C-03A73575E0EB}"/>
              </a:ext>
            </a:extLst>
          </p:cNvPr>
          <p:cNvSpPr>
            <a:spLocks noGrp="1"/>
          </p:cNvSpPr>
          <p:nvPr/>
        </p:nvSpPr>
        <p:spPr>
          <a:xfrm>
            <a:off x="5729349" y="2590800"/>
            <a:ext cx="488868" cy="49530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text-294">
            <a:extLst>
              <a:ext uri="{FF2B5EF4-FFF2-40B4-BE49-F238E27FC236}">
                <ns2:creationId id="{28F27275-773C-47E5-80F2-E4F27E714A2B}"/>
              </a:ext>
            </a:extLst>
          </p:cNvPr>
          <p:cNvSpPr>
            <a:spLocks noGrp="1"/>
          </p:cNvSpPr>
          <p:nvPr/>
        </p:nvSpPr>
        <p:spPr>
          <a:xfrm>
            <a:off x="5409705" y="3133725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计数分布</a:t>
            </a:r>
          </a:p>
        </p:txBody>
      </p:sp>
      <p:sp>
        <p:nvSpPr>
          <p:cNvPr id="66" name="icon-clipboard-295">
            <a:extLst>
              <a:ext uri="{FF2B5EF4-FFF2-40B4-BE49-F238E27FC236}">
                <ns2:creationId id="{FADEDF5C-212E-4479-8A33-1DF043CA09B2}"/>
              </a:ext>
            </a:extLst>
          </p:cNvPr>
          <p:cNvSpPr>
            <a:spLocks noGrp="1"/>
          </p:cNvSpPr>
          <p:nvPr/>
        </p:nvSpPr>
        <p:spPr>
          <a:xfrm>
            <a:off x="5817346" y="3669411"/>
            <a:ext cx="317764" cy="386334"/>
          </a:xfrm>
          <a:prstGeom prst="roundRect">
            <a:avLst>
              <a:gd name="adj" fmla="val 23669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7" name="icon-clipboard-296">
            <a:extLst>
              <a:ext uri="{FF2B5EF4-FFF2-40B4-BE49-F238E27FC236}">
                <ns2:creationId id="{8B59318B-C1DB-47D3-B12C-4C702B9CEB60}"/>
              </a:ext>
            </a:extLst>
          </p:cNvPr>
          <p:cNvSpPr>
            <a:spLocks noGrp="1"/>
          </p:cNvSpPr>
          <p:nvPr/>
        </p:nvSpPr>
        <p:spPr>
          <a:xfrm>
            <a:off x="5900453" y="3634740"/>
            <a:ext cx="146660" cy="74295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8" name="vector-297">
            <a:extLst>
              <a:ext uri="{FF2B5EF4-FFF2-40B4-BE49-F238E27FC236}">
                <ns2:creationId id="{DF9B2472-0A02-4F2F-B21C-6FA634D84C50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vector-298">
            <a:extLst>
              <a:ext uri="{FF2B5EF4-FFF2-40B4-BE49-F238E27FC236}">
                <ns2:creationId id="{E4E4355B-82FA-4108-A62A-F9DD1EEFDC1B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vector-299">
            <a:extLst>
              <a:ext uri="{FF2B5EF4-FFF2-40B4-BE49-F238E27FC236}">
                <ns2:creationId id="{CB4F7F53-0CD9-4034-B4FE-CF953E9BE3DD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vector-300">
            <a:extLst>
              <a:ext uri="{FF2B5EF4-FFF2-40B4-BE49-F238E27FC236}">
                <ns2:creationId id="{43E2265B-31A8-40E3-86C1-E7862EC61A4A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vector-301">
            <a:extLst>
              <a:ext uri="{FF2B5EF4-FFF2-40B4-BE49-F238E27FC236}">
                <ns2:creationId id="{D0B509F2-AC1B-4863-894E-3965F6915068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vector-302">
            <a:extLst>
              <a:ext uri="{FF2B5EF4-FFF2-40B4-BE49-F238E27FC236}">
                <ns2:creationId id="{0E52FDED-910D-4360-867E-D3C2A1404566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4" name="vector-303">
            <a:extLst>
              <a:ext uri="{FF2B5EF4-FFF2-40B4-BE49-F238E27FC236}">
                <ns2:creationId id="{0788A2DC-4C16-4AB0-B887-3C15AD1525D3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5" name="vector-304">
            <a:extLst>
              <a:ext uri="{FF2B5EF4-FFF2-40B4-BE49-F238E27FC236}">
                <ns2:creationId id="{1FEE812D-0EE0-49DC-B5B9-B5913577AC93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6" name="vector-305">
            <a:extLst>
              <a:ext uri="{FF2B5EF4-FFF2-40B4-BE49-F238E27FC236}">
                <ns2:creationId id="{41F40E46-F22E-4CCC-B1D3-F733111CF831}"/>
              </a:ext>
            </a:extLst>
          </p:cNvPr>
          <p:cNvSpPr>
            <a:spLocks noGrp="1"/>
          </p:cNvSpPr>
          <p:nvPr/>
        </p:nvSpPr>
        <p:spPr>
          <a:xfrm>
            <a:off x="5729349" y="3609975"/>
            <a:ext cx="488868" cy="4953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77" name="text-306">
            <a:extLst>
              <a:ext uri="{FF2B5EF4-FFF2-40B4-BE49-F238E27FC236}">
                <ns2:creationId id="{9E998112-ACA0-408A-8A5B-0F2E9784C689}"/>
              </a:ext>
            </a:extLst>
          </p:cNvPr>
          <p:cNvSpPr>
            <a:spLocks noGrp="1"/>
          </p:cNvSpPr>
          <p:nvPr/>
        </p:nvSpPr>
        <p:spPr>
          <a:xfrm>
            <a:off x="5409705" y="4152900"/>
            <a:ext cx="139139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指标比较</a:t>
            </a:r>
          </a:p>
        </p:txBody>
      </p:sp>
      <p:graphicFrame>
        <p:nvGraphicFramePr>
          <p:cNvPr id="78" name="">
            <a:extLst>
              <a:ext uri="{FF2B5EF4-FFF2-40B4-BE49-F238E27FC236}">
                <ns2:creationId id="{2AB4F898-3313-4DA3-9A0B-A56B767ABDA5}"/>
              </a:ext>
            </a:extLst>
          </p:cNvPr>
          <p:cNvGraphicFramePr/>
          <p:nvPr/>
        </p:nvGraphicFramePr>
        <p:xfrm>
          <a:off x="304800" y="4667250"/>
          <a:ext cx="11582400" cy="1181100"/>
        </p:xfrm>
        <a:graphic>
          <a:graphicData uri="http://schemas.openxmlformats.org/drawingml/2006/table">
            <a:tbl>
              <a:tblPr/>
              <a:tblGrid>
                <a:gridCol w="3860800"/>
                <a:gridCol w="3860800"/>
                <a:gridCol w="3860800"/>
              </a:tblGrid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群落甲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群落乙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物种数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个体总数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100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  <a:tr h="295275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1.386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Shannon H′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00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0.940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9" name="text-307">
            <a:extLst>
              <a:ext uri="{FF2B5EF4-FFF2-40B4-BE49-F238E27FC236}">
                <ns2:creationId id="{FAE6F595-D49C-42BA-8E51-A21D553750E0}"/>
              </a:ext>
            </a:extLst>
          </p:cNvPr>
          <p:cNvSpPr>
            <a:spLocks noGrp="1"/>
          </p:cNvSpPr>
          <p:nvPr/>
        </p:nvSpPr>
        <p:spPr>
          <a:xfrm>
            <a:off x="304800" y="5876925"/>
            <a:ext cx="115824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950" b="0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H′ = −Σ pᵢ ln(pᵢ)      pᵢ = nᵢ / N</a:t>
            </a:r>
            <a:endParaRPr/>
          </a:p>
        </p:txBody>
      </p:sp>
      <p:sp>
        <p:nvSpPr>
          <p:cNvPr id="80" name="shape-308">
            <a:extLst>
              <a:ext uri="{FF2B5EF4-FFF2-40B4-BE49-F238E27FC236}">
                <ns2:creationId id="{354A7AD2-6EAC-4BAF-BB90-A6F15F97D17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1" name="text-309">
            <a:extLst>
              <a:ext uri="{FF2B5EF4-FFF2-40B4-BE49-F238E27FC236}">
                <ns2:creationId id="{6F8780CB-75B7-4689-89A7-964F2FD3A820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解释重点：物种数相同，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均匀度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2" name="text-310">
            <a:extLst>
              <a:ext uri="{FF2B5EF4-FFF2-40B4-BE49-F238E27FC236}">
                <ns2:creationId id="{AAC46294-E685-4A45-8BCA-440C3D2FDA2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3" name="text-311">
            <a:extLst>
              <a:ext uri="{FF2B5EF4-FFF2-40B4-BE49-F238E27FC236}">
                <ns2:creationId id="{CE7B4DED-8567-4B89-BCCD-717FB673D9B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03</a:t>
            </a:r>
            <a:endParaRPr/>
          </a:p>
        </p:txBody>
      </p:sp>
    </p:spTree>
    <p:extLst>
      <p:ext uri="{BB962C8B-B14F-4D97-AF65-F5344CB8AC3E}">
        <ns5:creationId val="1596809342"/>
      </p:ext>
    </p:extLst>
  </p:cSld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73" name="text-312">
            <a:extLst>
              <a:ext uri="{FF2B5EF4-FFF2-40B4-BE49-F238E27FC236}">
                <ns2:creationId id="{DB74890F-FA42-414A-897E-CCB303FA2F13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实验进展｜复测完成情况与问题追踪</a:t>
            </a:r>
            <a:endParaRPr/>
          </a:p>
        </p:txBody>
      </p:sp>
      <p:sp>
        <p:nvSpPr>
          <p:cNvPr id="2" name="line-313">
            <a:extLst>
              <a:ext uri="{FF2B5EF4-FFF2-40B4-BE49-F238E27FC236}">
                <ns2:creationId id="{AFAB16AE-3C42-42C8-91A9-84D743EA424C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vector-314">
            <a:extLst>
              <a:ext uri="{FF2B5EF4-FFF2-40B4-BE49-F238E27FC236}">
                <ns2:creationId id="{FC205774-5933-4288-A78A-0752A8B13887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" name="vector-315">
            <a:extLst>
              <a:ext uri="{FF2B5EF4-FFF2-40B4-BE49-F238E27FC236}">
                <ns2:creationId id="{F1CD73A7-35C2-46F4-B8DE-4AE1C58873B6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" name="vector-316">
            <a:extLst>
              <a:ext uri="{FF2B5EF4-FFF2-40B4-BE49-F238E27FC236}">
                <ns2:creationId id="{3BD1FE6B-D696-4B82-B5A8-827A4427A116}"/>
              </a:ext>
            </a:extLst>
          </p:cNvPr>
          <p:cNvSpPr>
            <a:spLocks noGrp="1"/>
          </p:cNvSpPr>
          <p:nvPr/>
        </p:nvSpPr>
        <p:spPr>
          <a:xfrm>
            <a:off x="530431" y="1076325"/>
            <a:ext cx="460664" cy="4667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" name="icon-map-317">
            <a:extLst>
              <a:ext uri="{FF2B5EF4-FFF2-40B4-BE49-F238E27FC236}">
                <ns2:creationId id="{2F89FBC3-CAEF-48A9-8532-D9487FA6FA9C}"/>
              </a:ext>
            </a:extLst>
          </p:cNvPr>
          <p:cNvSpPr>
            <a:spLocks noGrp="1"/>
          </p:cNvSpPr>
          <p:nvPr/>
        </p:nvSpPr>
        <p:spPr>
          <a:xfrm>
            <a:off x="714697" y="1188339"/>
            <a:ext cx="101346" cy="10268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" name="text-318">
            <a:extLst>
              <a:ext uri="{FF2B5EF4-FFF2-40B4-BE49-F238E27FC236}">
                <ns2:creationId id="{E8E5C932-982B-49A4-A5FA-BE990A1777E5}"/>
              </a:ext>
            </a:extLst>
          </p:cNvPr>
          <p:cNvSpPr>
            <a:spLocks noGrp="1"/>
          </p:cNvSpPr>
          <p:nvPr/>
        </p:nvSpPr>
        <p:spPr>
          <a:xfrm>
            <a:off x="1150917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样地建档</a:t>
            </a:r>
            <a:endParaRPr/>
          </a:p>
        </p:txBody>
      </p:sp>
      <p:sp>
        <p:nvSpPr>
          <p:cNvPr id="8" name="text-319">
            <a:extLst>
              <a:ext uri="{FF2B5EF4-FFF2-40B4-BE49-F238E27FC236}">
                <ns2:creationId id="{4D118A3A-C8BF-41B1-96CE-C05AF2730C3E}"/>
              </a:ext>
            </a:extLst>
          </p:cNvPr>
          <p:cNvSpPr>
            <a:spLocks noGrp="1"/>
          </p:cNvSpPr>
          <p:nvPr/>
        </p:nvSpPr>
        <p:spPr>
          <a:xfrm>
            <a:off x="1150917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编号与位置</a:t>
            </a:r>
            <a:endParaRPr/>
          </a:p>
        </p:txBody>
      </p:sp>
      <p:sp>
        <p:nvSpPr>
          <p:cNvPr id="9" name="arrow-320">
            <a:extLst>
              <a:ext uri="{FF2B5EF4-FFF2-40B4-BE49-F238E27FC236}">
                <ns2:creationId id="{D46EBAAB-3E7B-43F4-839F-CD502FD1AA2E}"/>
              </a:ext>
            </a:extLst>
          </p:cNvPr>
          <p:cNvSpPr>
            <a:spLocks noGrp="1"/>
          </p:cNvSpPr>
          <p:nvPr/>
        </p:nvSpPr>
        <p:spPr>
          <a:xfrm>
            <a:off x="1508166" y="1828800"/>
            <a:ext cx="2848594" cy="952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10" name="icon-camera-321">
            <a:extLst>
              <a:ext uri="{FF2B5EF4-FFF2-40B4-BE49-F238E27FC236}">
                <ns2:creationId id="{264481AE-6F86-4DF0-A928-E9076FE082BE}"/>
              </a:ext>
            </a:extLst>
          </p:cNvPr>
          <p:cNvSpPr>
            <a:spLocks noGrp="1"/>
          </p:cNvSpPr>
          <p:nvPr/>
        </p:nvSpPr>
        <p:spPr>
          <a:xfrm>
            <a:off x="4417210" y="1183672"/>
            <a:ext cx="396171" cy="284702"/>
          </a:xfrm>
          <a:prstGeom prst="roundRect">
            <a:avLst>
              <a:gd name="adj" fmla="val 26765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1" name="icon-camera-322">
            <a:extLst>
              <a:ext uri="{FF2B5EF4-FFF2-40B4-BE49-F238E27FC236}">
                <ns2:creationId id="{540F2A6B-52C2-43F5-908A-AB0F133809AD}"/>
              </a:ext>
            </a:extLst>
          </p:cNvPr>
          <p:cNvSpPr>
            <a:spLocks noGrp="1"/>
          </p:cNvSpPr>
          <p:nvPr/>
        </p:nvSpPr>
        <p:spPr>
          <a:xfrm>
            <a:off x="4536982" y="1122998"/>
            <a:ext cx="152019" cy="79343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2" name="icon-camera-323">
            <a:extLst>
              <a:ext uri="{FF2B5EF4-FFF2-40B4-BE49-F238E27FC236}">
                <ns2:creationId id="{977FA58C-644A-4688-83A8-31C85CF52E58}"/>
              </a:ext>
            </a:extLst>
          </p:cNvPr>
          <p:cNvSpPr>
            <a:spLocks noGrp="1"/>
          </p:cNvSpPr>
          <p:nvPr/>
        </p:nvSpPr>
        <p:spPr>
          <a:xfrm>
            <a:off x="4532376" y="1244346"/>
            <a:ext cx="165839" cy="168021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3" name="icon-camera-324">
            <a:extLst>
              <a:ext uri="{FF2B5EF4-FFF2-40B4-BE49-F238E27FC236}">
                <ns2:creationId id="{82924726-A298-451E-9A2D-34C4BF01FCF6}"/>
              </a:ext>
            </a:extLst>
          </p:cNvPr>
          <p:cNvSpPr>
            <a:spLocks noGrp="1"/>
          </p:cNvSpPr>
          <p:nvPr/>
        </p:nvSpPr>
        <p:spPr>
          <a:xfrm>
            <a:off x="4725855" y="1221010"/>
            <a:ext cx="36853" cy="3733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4" name="text-325">
            <a:extLst>
              <a:ext uri="{FF2B5EF4-FFF2-40B4-BE49-F238E27FC236}">
                <ns2:creationId id="{AD1BC031-20F8-4103-95C5-560AA605D2EA}"/>
              </a:ext>
            </a:extLst>
          </p:cNvPr>
          <p:cNvSpPr>
            <a:spLocks noGrp="1"/>
          </p:cNvSpPr>
          <p:nvPr/>
        </p:nvSpPr>
        <p:spPr>
          <a:xfrm>
            <a:off x="5005449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三轮复测</a:t>
            </a:r>
            <a:endParaRPr/>
          </a:p>
        </p:txBody>
      </p:sp>
      <p:sp>
        <p:nvSpPr>
          <p:cNvPr id="15" name="text-326">
            <a:extLst>
              <a:ext uri="{FF2B5EF4-FFF2-40B4-BE49-F238E27FC236}">
                <ns2:creationId id="{FA30E6F8-E7FA-4FA8-8817-95DAA6DFE2D6}"/>
              </a:ext>
            </a:extLst>
          </p:cNvPr>
          <p:cNvSpPr>
            <a:spLocks noGrp="1"/>
          </p:cNvSpPr>
          <p:nvPr/>
        </p:nvSpPr>
        <p:spPr>
          <a:xfrm>
            <a:off x="5005449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同步观测</a:t>
            </a:r>
            <a:endParaRPr/>
          </a:p>
        </p:txBody>
      </p:sp>
      <p:sp>
        <p:nvSpPr>
          <p:cNvPr id="16" name="arrow-327">
            <a:extLst>
              <a:ext uri="{FF2B5EF4-FFF2-40B4-BE49-F238E27FC236}">
                <ns2:creationId id="{BD23A9D3-97CD-49F3-B660-0BD76BAFC663}"/>
              </a:ext>
            </a:extLst>
          </p:cNvPr>
          <p:cNvSpPr>
            <a:spLocks noGrp="1"/>
          </p:cNvSpPr>
          <p:nvPr/>
        </p:nvSpPr>
        <p:spPr>
          <a:xfrm>
            <a:off x="5362699" y="1828800"/>
            <a:ext cx="2848594" cy="952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sp>
        <p:nvSpPr>
          <p:cNvPr id="17" name="icon-clipboard-328">
            <a:extLst>
              <a:ext uri="{FF2B5EF4-FFF2-40B4-BE49-F238E27FC236}">
                <ns2:creationId id="{FCCA30F3-B4E6-4458-970A-AD7C9A16E2F8}"/>
              </a:ext>
            </a:extLst>
          </p:cNvPr>
          <p:cNvSpPr>
            <a:spLocks noGrp="1"/>
          </p:cNvSpPr>
          <p:nvPr/>
        </p:nvSpPr>
        <p:spPr>
          <a:xfrm>
            <a:off x="8322416" y="1132332"/>
            <a:ext cx="299431" cy="364046"/>
          </a:xfrm>
          <a:prstGeom prst="roundRect">
            <a:avLst>
              <a:gd name="adj" fmla="val 25118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8" name="icon-clipboard-329">
            <a:extLst>
              <a:ext uri="{FF2B5EF4-FFF2-40B4-BE49-F238E27FC236}">
                <ns2:creationId id="{F537D37F-C6B0-463C-B3A0-4FEBEBCF9300}"/>
              </a:ext>
            </a:extLst>
          </p:cNvPr>
          <p:cNvSpPr>
            <a:spLocks noGrp="1"/>
          </p:cNvSpPr>
          <p:nvPr/>
        </p:nvSpPr>
        <p:spPr>
          <a:xfrm>
            <a:off x="8400729" y="1099661"/>
            <a:ext cx="138200" cy="70009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9" name="vector-330">
            <a:extLst>
              <a:ext uri="{FF2B5EF4-FFF2-40B4-BE49-F238E27FC236}">
                <ns2:creationId id="{53CB485B-3379-487C-B48F-687447C1CA48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vector-331">
            <a:extLst>
              <a:ext uri="{FF2B5EF4-FFF2-40B4-BE49-F238E27FC236}">
                <ns2:creationId id="{FC7E3414-B6E1-48EB-A6D2-899EDA293C52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1" name="vector-332">
            <a:extLst>
              <a:ext uri="{FF2B5EF4-FFF2-40B4-BE49-F238E27FC236}">
                <ns2:creationId id="{D2E06D15-FA1E-4562-912D-D50999246C35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2" name="vector-333">
            <a:extLst>
              <a:ext uri="{FF2B5EF4-FFF2-40B4-BE49-F238E27FC236}">
                <ns2:creationId id="{8B670515-BDB1-4DE1-A5A1-979DE6290A0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3" name="vector-334">
            <a:extLst>
              <a:ext uri="{FF2B5EF4-FFF2-40B4-BE49-F238E27FC236}">
                <ns2:creationId id="{BA24AC2A-1BF1-4DED-B37D-5074D20B5EE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4" name="vector-335">
            <a:extLst>
              <a:ext uri="{FF2B5EF4-FFF2-40B4-BE49-F238E27FC236}">
                <ns2:creationId id="{95A6C379-B9ED-4CDA-ABCA-0CBF71A11FFF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5" name="vector-336">
            <a:extLst>
              <a:ext uri="{FF2B5EF4-FFF2-40B4-BE49-F238E27FC236}">
                <ns2:creationId id="{06B56970-2630-4DAC-A808-10DD322B7746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6" name="vector-337">
            <a:extLst>
              <a:ext uri="{FF2B5EF4-FFF2-40B4-BE49-F238E27FC236}">
                <ns2:creationId id="{44786FAF-F8F5-4EC9-A54B-48D04602C6F8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338">
            <a:extLst>
              <a:ext uri="{FF2B5EF4-FFF2-40B4-BE49-F238E27FC236}">
                <ns2:creationId id="{F5634CC1-FCAE-44F6-B8E5-27BF1B81E7AF}"/>
              </a:ext>
            </a:extLst>
          </p:cNvPr>
          <p:cNvSpPr>
            <a:spLocks noGrp="1"/>
          </p:cNvSpPr>
          <p:nvPr/>
        </p:nvSpPr>
        <p:spPr>
          <a:xfrm>
            <a:off x="8239496" y="1076325"/>
            <a:ext cx="460664" cy="466725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text-339">
            <a:extLst>
              <a:ext uri="{FF2B5EF4-FFF2-40B4-BE49-F238E27FC236}">
                <ns2:creationId id="{37A98DA2-A76D-4CC9-9604-4431A4A2BA97}"/>
              </a:ext>
            </a:extLst>
          </p:cNvPr>
          <p:cNvSpPr>
            <a:spLocks noGrp="1"/>
          </p:cNvSpPr>
          <p:nvPr/>
        </p:nvSpPr>
        <p:spPr>
          <a:xfrm>
            <a:off x="8859982" y="1057275"/>
            <a:ext cx="282039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记录核对</a:t>
            </a:r>
            <a:endParaRPr/>
          </a:p>
        </p:txBody>
      </p:sp>
      <p:sp>
        <p:nvSpPr>
          <p:cNvPr id="29" name="text-340">
            <a:extLst>
              <a:ext uri="{FF2B5EF4-FFF2-40B4-BE49-F238E27FC236}">
                <ns2:creationId id="{00AB248B-3768-4D42-86E1-354998AFFD2F}"/>
              </a:ext>
            </a:extLst>
          </p:cNvPr>
          <p:cNvSpPr>
            <a:spLocks noGrp="1"/>
          </p:cNvSpPr>
          <p:nvPr/>
        </p:nvSpPr>
        <p:spPr>
          <a:xfrm>
            <a:off x="8859982" y="1428750"/>
            <a:ext cx="2820390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疑点回查</a:t>
            </a:r>
            <a:endParaRPr/>
          </a:p>
        </p:txBody>
      </p:sp>
      <p:sp>
        <p:nvSpPr>
          <p:cNvPr id="30" name="panel-341">
            <a:extLst>
              <a:ext uri="{FF2B5EF4-FFF2-40B4-BE49-F238E27FC236}">
                <ns2:creationId id="{6182B024-5923-4D09-9F91-7E985D66EFEF}"/>
              </a:ext>
            </a:extLst>
          </p:cNvPr>
          <p:cNvSpPr>
            <a:spLocks noGrp="1"/>
          </p:cNvSpPr>
          <p:nvPr/>
        </p:nvSpPr>
        <p:spPr>
          <a:xfrm>
            <a:off x="304800" y="2190750"/>
            <a:ext cx="7380019" cy="3876675"/>
          </a:xfrm>
          <a:prstGeom prst="rect">
            <a:avLst>
              <a:gd name="adj" fmla="val 1966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31" name="shape-342">
            <a:extLst>
              <a:ext uri="{FF2B5EF4-FFF2-40B4-BE49-F238E27FC236}">
                <ns2:creationId id="{B556E456-E21A-4520-8EF1-17E07AD6812D}"/>
              </a:ext>
            </a:extLst>
          </p:cNvPr>
          <p:cNvSpPr>
            <a:spLocks noGrp="1"/>
          </p:cNvSpPr>
          <p:nvPr/>
        </p:nvSpPr>
        <p:spPr>
          <a:xfrm>
            <a:off x="314201" y="2200275"/>
            <a:ext cx="7361217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2" name="vector-343">
            <a:extLst>
              <a:ext uri="{FF2B5EF4-FFF2-40B4-BE49-F238E27FC236}">
                <ns2:creationId id="{6828DF2F-2D21-4FA4-BD85-241229D989A8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3" name="icon-leaf-344">
            <a:extLst>
              <a:ext uri="{FF2B5EF4-FFF2-40B4-BE49-F238E27FC236}">
                <ns2:creationId id="{BFAF68C0-2845-4282-9D09-3EE30C46E314}"/>
              </a:ext>
            </a:extLst>
          </p:cNvPr>
          <p:cNvSpPr>
            <a:spLocks noGrp="1"/>
          </p:cNvSpPr>
          <p:nvPr/>
        </p:nvSpPr>
        <p:spPr>
          <a:xfrm>
            <a:off x="475997" y="2287524"/>
            <a:ext cx="68535" cy="115729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4" name="icon-leaf-345">
            <a:extLst>
              <a:ext uri="{FF2B5EF4-FFF2-40B4-BE49-F238E27FC236}">
                <ns2:creationId id="{EB44C034-2AE5-4095-AB5D-040D4FBAC28D}"/>
              </a:ext>
            </a:extLst>
          </p:cNvPr>
          <p:cNvSpPr>
            <a:spLocks noGrp="1"/>
          </p:cNvSpPr>
          <p:nvPr/>
        </p:nvSpPr>
        <p:spPr>
          <a:xfrm>
            <a:off x="547071" y="2344103"/>
            <a:ext cx="76151" cy="115729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5" name="vector-346">
            <a:extLst>
              <a:ext uri="{FF2B5EF4-FFF2-40B4-BE49-F238E27FC236}">
                <ns2:creationId id="{4BDAB9CE-EA87-48FF-978F-C942F1068F75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6" name="vector-347">
            <a:extLst>
              <a:ext uri="{FF2B5EF4-FFF2-40B4-BE49-F238E27FC236}">
                <ns2:creationId id="{8FCB1EA1-6CF3-4EE3-9A41-FE20FA7C22E3}"/>
              </a:ext>
            </a:extLst>
          </p:cNvPr>
          <p:cNvSpPr>
            <a:spLocks noGrp="1"/>
          </p:cNvSpPr>
          <p:nvPr/>
        </p:nvSpPr>
        <p:spPr>
          <a:xfrm>
            <a:off x="417616" y="2266950"/>
            <a:ext cx="253835" cy="25717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text-348">
            <a:extLst>
              <a:ext uri="{FF2B5EF4-FFF2-40B4-BE49-F238E27FC236}">
                <ns2:creationId id="{5FF7D94F-085D-44E0-9CD8-1B116B8BF64C}"/>
              </a:ext>
            </a:extLst>
          </p:cNvPr>
          <p:cNvSpPr>
            <a:spLocks noGrp="1"/>
          </p:cNvSpPr>
          <p:nvPr/>
        </p:nvSpPr>
        <p:spPr>
          <a:xfrm>
            <a:off x="756062" y="2257425"/>
            <a:ext cx="681594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样地 × 工作环节</a:t>
            </a:r>
          </a:p>
        </p:txBody>
      </p:sp>
      <p:graphicFrame>
        <p:nvGraphicFramePr>
          <p:cNvPr id="38" name="">
            <a:extLst>
              <a:ext uri="{FF2B5EF4-FFF2-40B4-BE49-F238E27FC236}">
                <ns2:creationId id="{D28CF8D8-13E3-4C8E-ACF2-BCBD0DBB0961}"/>
              </a:ext>
            </a:extLst>
          </p:cNvPr>
          <p:cNvGraphicFramePr/>
          <p:nvPr/>
        </p:nvGraphicFramePr>
        <p:xfrm>
          <a:off x="436418" y="2686050"/>
          <a:ext cx="7116783" cy="2781300"/>
        </p:xfrm>
        <a:graphic>
          <a:graphicData uri="http://schemas.openxmlformats.org/drawingml/2006/table">
            <a:tbl>
              <a:tblPr/>
              <a:tblGrid>
                <a:gridCol w="1186131"/>
                <a:gridCol w="1186131"/>
                <a:gridCol w="1186131"/>
                <a:gridCol w="1186131"/>
                <a:gridCol w="1186131"/>
                <a:gridCol w="1186131"/>
              </a:tblGrid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建档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第1轮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第2轮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第3轮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核对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样地A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样地B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B82D32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685C9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样地C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685C9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2685C9"/>
                          </a:solidFill>
                        </a:rPr>
                        <a:t>○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72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样地D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1359A0"/>
                          </a:solidFill>
                        </a:rPr>
                        <a:t>●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2400" b="0">
                          <a:latin typeface="Noto Sans CJK SC"/>
                          <a:ea typeface="Noto Sans CJK SC"/>
                          <a:cs typeface="Noto Sans CJK SC"/>
                          <a:solidFill>
                            <a:srgbClr val="B82D32"/>
                          </a:solidFill>
                        </a:rPr>
                        <a:t>△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</a:tbl>
          </a:graphicData>
        </a:graphic>
      </p:graphicFrame>
      <p:sp>
        <p:nvSpPr>
          <p:cNvPr id="39" name="text-349">
            <a:extLst>
              <a:ext uri="{FF2B5EF4-FFF2-40B4-BE49-F238E27FC236}">
                <ns2:creationId id="{5BCEDC70-14CA-4067-A9AC-2C0524306D59}"/>
              </a:ext>
            </a:extLst>
          </p:cNvPr>
          <p:cNvSpPr>
            <a:spLocks noGrp="1"/>
          </p:cNvSpPr>
          <p:nvPr/>
        </p:nvSpPr>
        <p:spPr>
          <a:xfrm>
            <a:off x="756062" y="5619750"/>
            <a:ext cx="648689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● 完成     △ 待核对     ○ 待开展</a:t>
            </a:r>
          </a:p>
        </p:txBody>
      </p:sp>
      <p:sp>
        <p:nvSpPr>
          <p:cNvPr id="40" name="panel-350">
            <a:extLst>
              <a:ext uri="{FF2B5EF4-FFF2-40B4-BE49-F238E27FC236}">
                <ns2:creationId id="{D78B1662-5436-4AE9-90D5-0CEBD5B61840}"/>
              </a:ext>
            </a:extLst>
          </p:cNvPr>
          <p:cNvSpPr>
            <a:spLocks noGrp="1"/>
          </p:cNvSpPr>
          <p:nvPr/>
        </p:nvSpPr>
        <p:spPr>
          <a:xfrm>
            <a:off x="7872845" y="2190750"/>
            <a:ext cx="4014355" cy="1352550"/>
          </a:xfrm>
          <a:prstGeom prst="rect">
            <a:avLst>
              <a:gd name="adj" fmla="val 5634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1" name="shape-351">
            <a:extLst>
              <a:ext uri="{FF2B5EF4-FFF2-40B4-BE49-F238E27FC236}">
                <ns2:creationId id="{21341275-9869-4E29-BC8E-3E095876FA22}"/>
              </a:ext>
            </a:extLst>
          </p:cNvPr>
          <p:cNvSpPr>
            <a:spLocks noGrp="1"/>
          </p:cNvSpPr>
          <p:nvPr/>
        </p:nvSpPr>
        <p:spPr>
          <a:xfrm>
            <a:off x="7882247" y="2200275"/>
            <a:ext cx="399555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2" name="icon-warning-352">
            <a:extLst>
              <a:ext uri="{FF2B5EF4-FFF2-40B4-BE49-F238E27FC236}">
                <ns2:creationId id="{5EC905F8-5924-4635-9C69-AF5ED6CF0BF6}"/>
              </a:ext>
            </a:extLst>
          </p:cNvPr>
          <p:cNvSpPr>
            <a:spLocks noGrp="1"/>
          </p:cNvSpPr>
          <p:nvPr/>
        </p:nvSpPr>
        <p:spPr>
          <a:xfrm>
            <a:off x="7998353" y="2284952"/>
            <a:ext cx="228452" cy="210884"/>
          </a:xfrm>
          <a:prstGeom prst="triangl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3" name="text-353">
            <a:extLst>
              <a:ext uri="{FF2B5EF4-FFF2-40B4-BE49-F238E27FC236}">
                <ns2:creationId id="{6DCC3C4D-8445-45A7-B3A6-6CC97A8280EB}"/>
              </a:ext>
            </a:extLst>
          </p:cNvPr>
          <p:cNvSpPr>
            <a:spLocks noGrp="1"/>
          </p:cNvSpPr>
          <p:nvPr/>
        </p:nvSpPr>
        <p:spPr>
          <a:xfrm>
            <a:off x="8069427" y="2338959"/>
            <a:ext cx="88842" cy="12087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952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!</a:t>
            </a:r>
          </a:p>
        </p:txBody>
      </p:sp>
      <p:sp>
        <p:nvSpPr>
          <p:cNvPr id="44" name="text-354">
            <a:extLst>
              <a:ext uri="{FF2B5EF4-FFF2-40B4-BE49-F238E27FC236}">
                <ns2:creationId id="{A48B03CC-2483-4B5D-8DB0-6E55D6D79EAD}"/>
              </a:ext>
            </a:extLst>
          </p:cNvPr>
          <p:cNvSpPr>
            <a:spLocks noGrp="1"/>
          </p:cNvSpPr>
          <p:nvPr/>
        </p:nvSpPr>
        <p:spPr>
          <a:xfrm>
            <a:off x="8324108" y="2257425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待核对事项</a:t>
            </a:r>
          </a:p>
        </p:txBody>
      </p:sp>
      <p:sp>
        <p:nvSpPr>
          <p:cNvPr id="45" name="text-355">
            <a:extLst>
              <a:ext uri="{FF2B5EF4-FFF2-40B4-BE49-F238E27FC236}">
                <ns2:creationId id="{AB7132A7-F650-46C0-9754-98EAAB2DD5D0}"/>
              </a:ext>
            </a:extLst>
          </p:cNvPr>
          <p:cNvSpPr>
            <a:spLocks noGrp="1"/>
          </p:cNvSpPr>
          <p:nvPr/>
        </p:nvSpPr>
        <p:spPr>
          <a:xfrm>
            <a:off x="8060871" y="26765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1  部分记录时间不一致</a:t>
            </a:r>
            <a:endParaRPr/>
          </a:p>
        </p:txBody>
      </p:sp>
      <p:sp>
        <p:nvSpPr>
          <p:cNvPr id="46" name="text-356">
            <a:extLst>
              <a:ext uri="{FF2B5EF4-FFF2-40B4-BE49-F238E27FC236}">
                <ns2:creationId id="{95F06569-D2A9-40BB-A226-D58A340A406A}"/>
              </a:ext>
            </a:extLst>
          </p:cNvPr>
          <p:cNvSpPr>
            <a:spLocks noGrp="1"/>
          </p:cNvSpPr>
          <p:nvPr/>
        </p:nvSpPr>
        <p:spPr>
          <a:xfrm>
            <a:off x="8060871" y="3019425"/>
            <a:ext cx="3647704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2  失访与死亡标记混用</a:t>
            </a:r>
            <a:endParaRPr/>
          </a:p>
        </p:txBody>
      </p:sp>
      <p:sp>
        <p:nvSpPr>
          <p:cNvPr id="47" name="panel-357">
            <a:extLst>
              <a:ext uri="{FF2B5EF4-FFF2-40B4-BE49-F238E27FC236}">
                <ns2:creationId id="{86BC235E-D582-4415-AEB6-BB5F688634DC}"/>
              </a:ext>
            </a:extLst>
          </p:cNvPr>
          <p:cNvSpPr>
            <a:spLocks noGrp="1"/>
          </p:cNvSpPr>
          <p:nvPr/>
        </p:nvSpPr>
        <p:spPr>
          <a:xfrm>
            <a:off x="7872845" y="3686175"/>
            <a:ext cx="4014355" cy="2381250"/>
          </a:xfrm>
          <a:prstGeom prst="rect">
            <a:avLst>
              <a:gd name="adj" fmla="val 3200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8" name="shape-358">
            <a:extLst>
              <a:ext uri="{FF2B5EF4-FFF2-40B4-BE49-F238E27FC236}">
                <ns2:creationId id="{9DCCAB6C-28AA-4825-8C19-E61C97BB8DE5}"/>
              </a:ext>
            </a:extLst>
          </p:cNvPr>
          <p:cNvSpPr>
            <a:spLocks noGrp="1"/>
          </p:cNvSpPr>
          <p:nvPr/>
        </p:nvSpPr>
        <p:spPr>
          <a:xfrm>
            <a:off x="7882247" y="3695700"/>
            <a:ext cx="399555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9" name="icon-calendar-359">
            <a:extLst>
              <a:ext uri="{FF2B5EF4-FFF2-40B4-BE49-F238E27FC236}">
                <ns2:creationId id="{4675DC48-0722-4805-809D-3C7C3F80F10C}"/>
              </a:ext>
            </a:extLst>
          </p:cNvPr>
          <p:cNvSpPr>
            <a:spLocks noGrp="1"/>
          </p:cNvSpPr>
          <p:nvPr/>
        </p:nvSpPr>
        <p:spPr>
          <a:xfrm>
            <a:off x="8018660" y="3811238"/>
            <a:ext cx="187838" cy="180023"/>
          </a:xfrm>
          <a:prstGeom prst="roundRect">
            <a:avLst>
              <a:gd name="adj" fmla="val 42328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0" name="vector-360">
            <a:extLst>
              <a:ext uri="{FF2B5EF4-FFF2-40B4-BE49-F238E27FC236}">
                <ns2:creationId id="{E4BBCE4D-5865-4DED-87E0-EC2C7E906384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1" name="vector-361">
            <a:extLst>
              <a:ext uri="{FF2B5EF4-FFF2-40B4-BE49-F238E27FC236}">
                <ns2:creationId id="{7E582E4A-0908-40D0-8A93-C0386E571E9C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362">
            <a:extLst>
              <a:ext uri="{FF2B5EF4-FFF2-40B4-BE49-F238E27FC236}">
                <ns2:creationId id="{B22B1C51-A973-4119-B93D-FC64743307BB}"/>
              </a:ext>
            </a:extLst>
          </p:cNvPr>
          <p:cNvSpPr>
            <a:spLocks noGrp="1"/>
          </p:cNvSpPr>
          <p:nvPr/>
        </p:nvSpPr>
        <p:spPr>
          <a:xfrm>
            <a:off x="7985661" y="3762375"/>
            <a:ext cx="253835" cy="257175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3" name="icon-calendar-363">
            <a:extLst>
              <a:ext uri="{FF2B5EF4-FFF2-40B4-BE49-F238E27FC236}">
                <ns2:creationId id="{30BFEF92-F035-43E6-9D2A-90B7BBC3CDBA}"/>
              </a:ext>
            </a:extLst>
          </p:cNvPr>
          <p:cNvSpPr>
            <a:spLocks noGrp="1"/>
          </p:cNvSpPr>
          <p:nvPr/>
        </p:nvSpPr>
        <p:spPr>
          <a:xfrm>
            <a:off x="8049120" y="3888391"/>
            <a:ext cx="22845" cy="2314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4" name="icon-calendar-364">
            <a:extLst>
              <a:ext uri="{FF2B5EF4-FFF2-40B4-BE49-F238E27FC236}">
                <ns2:creationId id="{17C95D46-6394-47BE-9AEB-F0E2C87ED61E}"/>
              </a:ext>
            </a:extLst>
          </p:cNvPr>
          <p:cNvSpPr>
            <a:spLocks noGrp="1"/>
          </p:cNvSpPr>
          <p:nvPr/>
        </p:nvSpPr>
        <p:spPr>
          <a:xfrm>
            <a:off x="8049120" y="3942398"/>
            <a:ext cx="22845" cy="2314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5" name="icon-calendar-365">
            <a:extLst>
              <a:ext uri="{FF2B5EF4-FFF2-40B4-BE49-F238E27FC236}">
                <ns2:creationId id="{958091BF-6EEC-49A0-87E5-9DC2B5040C39}"/>
              </a:ext>
            </a:extLst>
          </p:cNvPr>
          <p:cNvSpPr>
            <a:spLocks noGrp="1"/>
          </p:cNvSpPr>
          <p:nvPr/>
        </p:nvSpPr>
        <p:spPr>
          <a:xfrm>
            <a:off x="8102426" y="3888391"/>
            <a:ext cx="22845" cy="2314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6" name="icon-calendar-366">
            <a:extLst>
              <a:ext uri="{FF2B5EF4-FFF2-40B4-BE49-F238E27FC236}">
                <ns2:creationId id="{FD15E3C5-6544-42DB-8BF8-B949AC425EA4}"/>
              </a:ext>
            </a:extLst>
          </p:cNvPr>
          <p:cNvSpPr>
            <a:spLocks noGrp="1"/>
          </p:cNvSpPr>
          <p:nvPr/>
        </p:nvSpPr>
        <p:spPr>
          <a:xfrm>
            <a:off x="8102426" y="3942398"/>
            <a:ext cx="22845" cy="2314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7" name="icon-calendar-367">
            <a:extLst>
              <a:ext uri="{FF2B5EF4-FFF2-40B4-BE49-F238E27FC236}">
                <ns2:creationId id="{B023625F-825C-43AE-9CC5-1096056BF58A}"/>
              </a:ext>
            </a:extLst>
          </p:cNvPr>
          <p:cNvSpPr>
            <a:spLocks noGrp="1"/>
          </p:cNvSpPr>
          <p:nvPr/>
        </p:nvSpPr>
        <p:spPr>
          <a:xfrm>
            <a:off x="8155730" y="3888391"/>
            <a:ext cx="22845" cy="2314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8" name="icon-calendar-368">
            <a:extLst>
              <a:ext uri="{FF2B5EF4-FFF2-40B4-BE49-F238E27FC236}">
                <ns2:creationId id="{71D2F947-F5CD-4612-90EA-FB1FE2706BE5}"/>
              </a:ext>
            </a:extLst>
          </p:cNvPr>
          <p:cNvSpPr>
            <a:spLocks noGrp="1"/>
          </p:cNvSpPr>
          <p:nvPr/>
        </p:nvSpPr>
        <p:spPr>
          <a:xfrm>
            <a:off x="8155730" y="3942398"/>
            <a:ext cx="22845" cy="2314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9" name="text-369">
            <a:extLst>
              <a:ext uri="{FF2B5EF4-FFF2-40B4-BE49-F238E27FC236}">
                <ns2:creationId id="{90DC611A-B021-4636-8233-2D2D5476F92A}"/>
              </a:ext>
            </a:extLst>
          </p:cNvPr>
          <p:cNvSpPr>
            <a:spLocks noGrp="1"/>
          </p:cNvSpPr>
          <p:nvPr/>
        </p:nvSpPr>
        <p:spPr>
          <a:xfrm>
            <a:off x="8324108" y="3752850"/>
            <a:ext cx="34502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下一步行动</a:t>
            </a:r>
          </a:p>
        </p:txBody>
      </p:sp>
      <p:sp>
        <p:nvSpPr>
          <p:cNvPr id="60" name="shape-370">
            <a:extLst>
              <a:ext uri="{FF2B5EF4-FFF2-40B4-BE49-F238E27FC236}">
                <ns2:creationId id="{4FB3C7EE-E394-4E0A-9DC8-FEC27B9F74D8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1" name="text-371">
            <a:extLst>
              <a:ext uri="{FF2B5EF4-FFF2-40B4-BE49-F238E27FC236}">
                <ns2:creationId id="{8F39CBB5-2812-439E-9E16-196354C8147C}"/>
              </a:ext>
            </a:extLst>
          </p:cNvPr>
          <p:cNvSpPr>
            <a:spLocks noGrp="1"/>
          </p:cNvSpPr>
          <p:nvPr/>
        </p:nvSpPr>
        <p:spPr>
          <a:xfrm>
            <a:off x="8032668" y="423862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62" name="text-372">
            <a:extLst>
              <a:ext uri="{FF2B5EF4-FFF2-40B4-BE49-F238E27FC236}">
                <ns2:creationId id="{C0AEA6AB-D165-4BE2-93F2-1DAA05C22161}"/>
              </a:ext>
            </a:extLst>
          </p:cNvPr>
          <p:cNvSpPr>
            <a:spLocks noGrp="1"/>
          </p:cNvSpPr>
          <p:nvPr/>
        </p:nvSpPr>
        <p:spPr>
          <a:xfrm>
            <a:off x="8446325" y="421005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回查原始记录与事件标记</a:t>
            </a:r>
            <a:endParaRPr/>
          </a:p>
        </p:txBody>
      </p:sp>
      <p:sp>
        <p:nvSpPr>
          <p:cNvPr id="63" name="shape-373">
            <a:extLst>
              <a:ext uri="{FF2B5EF4-FFF2-40B4-BE49-F238E27FC236}">
                <ns2:creationId id="{CFD662D2-615F-4486-A0E0-F13FFF019EED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4" name="text-374">
            <a:extLst>
              <a:ext uri="{FF2B5EF4-FFF2-40B4-BE49-F238E27FC236}">
                <ns2:creationId id="{E5DEB7C9-CD44-419B-A012-164A5D3CBAA2}"/>
              </a:ext>
            </a:extLst>
          </p:cNvPr>
          <p:cNvSpPr>
            <a:spLocks noGrp="1"/>
          </p:cNvSpPr>
          <p:nvPr/>
        </p:nvSpPr>
        <p:spPr>
          <a:xfrm>
            <a:off x="8032668" y="48006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65" name="text-375">
            <a:extLst>
              <a:ext uri="{FF2B5EF4-FFF2-40B4-BE49-F238E27FC236}">
                <ns2:creationId id="{17B88C21-9C53-44EE-B6A7-923684183CEC}"/>
              </a:ext>
            </a:extLst>
          </p:cNvPr>
          <p:cNvSpPr>
            <a:spLocks noGrp="1"/>
          </p:cNvSpPr>
          <p:nvPr/>
        </p:nvSpPr>
        <p:spPr>
          <a:xfrm>
            <a:off x="8446325" y="4772025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针对存疑样地补充现场复核</a:t>
            </a:r>
            <a:endParaRPr/>
          </a:p>
        </p:txBody>
      </p:sp>
      <p:sp>
        <p:nvSpPr>
          <p:cNvPr id="66" name="shape-376">
            <a:extLst>
              <a:ext uri="{FF2B5EF4-FFF2-40B4-BE49-F238E27FC236}">
                <ns2:creationId id="{5D766447-3BB4-4C73-B746-7A06259821A3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7" name="text-377">
            <a:extLst>
              <a:ext uri="{FF2B5EF4-FFF2-40B4-BE49-F238E27FC236}">
                <ns2:creationId id="{7687D4EF-9E24-4C9C-A3CA-1E57409329B0}"/>
              </a:ext>
            </a:extLst>
          </p:cNvPr>
          <p:cNvSpPr>
            <a:spLocks noGrp="1"/>
          </p:cNvSpPr>
          <p:nvPr/>
        </p:nvSpPr>
        <p:spPr>
          <a:xfrm>
            <a:off x="8032668" y="5362575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68" name="text-378">
            <a:extLst>
              <a:ext uri="{FF2B5EF4-FFF2-40B4-BE49-F238E27FC236}">
                <ns2:creationId id="{7E4F358F-61F6-44F6-9FEA-4FC20759F931}"/>
              </a:ext>
            </a:extLst>
          </p:cNvPr>
          <p:cNvSpPr>
            <a:spLocks noGrp="1"/>
          </p:cNvSpPr>
          <p:nvPr/>
        </p:nvSpPr>
        <p:spPr>
          <a:xfrm>
            <a:off x="8446325" y="5334000"/>
            <a:ext cx="3243448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按核对结果更新分析输入</a:t>
            </a:r>
            <a:endParaRPr/>
          </a:p>
        </p:txBody>
      </p:sp>
      <p:sp>
        <p:nvSpPr>
          <p:cNvPr id="69" name="shape-379">
            <a:extLst>
              <a:ext uri="{FF2B5EF4-FFF2-40B4-BE49-F238E27FC236}">
                <ns2:creationId id="{92D443A4-76C5-4E89-8305-86C91D1AE95E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0" name="text-380">
            <a:extLst>
              <a:ext uri="{FF2B5EF4-FFF2-40B4-BE49-F238E27FC236}">
                <ns2:creationId id="{99CBED85-FC7E-4BD9-AE27-E694A12DC04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汇报重点：完成情况可核查，问题与下一步一一对应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1" name="text-381">
            <a:extLst>
              <a:ext uri="{FF2B5EF4-FFF2-40B4-BE49-F238E27FC236}">
                <ns2:creationId id="{CAA8E449-0DCD-49CB-BF4B-35E6EA81111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72" name="text-382">
            <a:extLst>
              <a:ext uri="{FF2B5EF4-FFF2-40B4-BE49-F238E27FC236}">
                <ns2:creationId id="{C75CE07C-53F3-4FCF-A77C-9DC86A82F4D5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04</a:t>
            </a:r>
            <a:endParaRPr/>
          </a:p>
        </p:txBody>
      </p:sp>
    </p:spTree>
    <p:extLst>
      <p:ext uri="{BB962C8B-B14F-4D97-AF65-F5344CB8AC3E}">
        <ns3:creationId val="287690732"/>
      </p:ext>
    </p:extLst>
  </p:cSld>
</p:sld>
</file>

<file path=ppt/slides/slide5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2" name="">
            <a:extLst>
              <a:ext uri="{FF2B5EF4-FFF2-40B4-BE49-F238E27FC236}">
                <ns2:creationId id="{8DA6F845-D4D6-4E02-B90C-45310657E8DA}"/>
              </a:ext>
            </a:extLst>
          </p:cNvPr>
          <p:cNvPicPr>
            <a:picLocks noChangeAspect="1"/>
          </p:cNvPicPr>
          <p:nvPr/>
        </p:nvPicPr>
        <p:blipFill>
          <a:blip r:embed="Rda1941b6a5cf4a48">
            <a:duotone>
              <a:srgbClr val="1359A0"/>
              <a:srgbClr val="FFFFFF"/>
            </a:duotone>
          </a:blip>
          <a:stretch/>
        </p:blipFill>
        <p:spPr>
          <a:xfrm>
            <a:off x="5248275" y="152400"/>
            <a:ext cx="6324600" cy="6324600"/>
          </a:xfrm>
          <a:prstGeom prst="rect">
            <a:avLst/>
          </a:prstGeom>
        </p:spPr>
      </p:pic>
      <p:sp>
        <p:nvSpPr>
          <p:cNvPr id="2" name="text-383">
            <a:extLst>
              <a:ext uri="{FF2B5EF4-FFF2-40B4-BE49-F238E27FC236}">
                <ns2:creationId id="{36886DCD-424F-48C8-AB3E-6BA024ABB001}"/>
              </a:ext>
            </a:extLst>
          </p:cNvPr>
          <p:cNvSpPr>
            <a:spLocks noGrp="1"/>
          </p:cNvSpPr>
          <p:nvPr/>
        </p:nvSpPr>
        <p:spPr>
          <a:xfrm>
            <a:off x="361950" y="723900"/>
            <a:ext cx="590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1725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rPr>
              <a:t>学术分享型  ·  RESEARCH PRESENTATION</a:t>
            </a:r>
            <a:endParaRPr/>
          </a:p>
        </p:txBody>
      </p:sp>
      <p:sp>
        <p:nvSpPr>
          <p:cNvPr id="3" name="text-384">
            <a:extLst>
              <a:ext uri="{FF2B5EF4-FFF2-40B4-BE49-F238E27FC236}">
                <ns2:creationId id="{46703192-9F02-487F-8251-98702E313A08}"/>
              </a:ext>
            </a:extLst>
          </p:cNvPr>
          <p:cNvSpPr>
            <a:spLocks noGrp="1"/>
          </p:cNvSpPr>
          <p:nvPr/>
        </p:nvSpPr>
        <p:spPr>
          <a:xfrm>
            <a:off x="361950" y="1847850"/>
            <a:ext cx="6096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栖息地变化与</a:t>
            </a:r>
            <a:endParaRPr/>
          </a:p>
          <a:p>
            <a: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生物多样性响应</a:t>
            </a:r>
            <a:endParaRPr/>
          </a:p>
        </p:txBody>
      </p:sp>
      <p:sp>
        <p:nvSpPr>
          <p:cNvPr id="4" name="text-385">
            <a:extLst>
              <a:ext uri="{FF2B5EF4-FFF2-40B4-BE49-F238E27FC236}">
                <ns2:creationId id="{B1A073E2-6EA8-4C28-8C1A-9A7F2E05E1F6}"/>
              </a:ext>
            </a:extLst>
          </p:cNvPr>
          <p:cNvSpPr>
            <a:spLocks noGrp="1"/>
          </p:cNvSpPr>
          <p:nvPr/>
        </p:nvSpPr>
        <p:spPr>
          <a:xfrm>
            <a:off x="361950" y="3895725"/>
            <a:ext cx="46672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250" b="0">
                <a:solidFill>
                  <a:srgbClr val="2685C9"/>
                </a:solidFill>
                <a:latin typeface="Noto Serif CJK SC"/>
                <a:ea typeface="Noto Serif CJK SC"/>
                <a:cs typeface="Noto Serif CJK SC"/>
              </a:rPr>
              <a:t>景观格局、群落响应与生态机制</a:t>
            </a:r>
            <a:endParaRPr/>
          </a:p>
        </p:txBody>
      </p:sp>
      <p:sp>
        <p:nvSpPr>
          <p:cNvPr id="5" name="shape-386">
            <a:extLst>
              <a:ext uri="{FF2B5EF4-FFF2-40B4-BE49-F238E27FC236}">
                <ns2:creationId id="{B6B75BB5-B835-4820-A496-EB26F7110E45}"/>
              </a:ext>
            </a:extLst>
          </p:cNvPr>
          <p:cNvSpPr>
            <a:spLocks noGrp="1"/>
          </p:cNvSpPr>
          <p:nvPr/>
        </p:nvSpPr>
        <p:spPr>
          <a:xfrm>
            <a:off x="381000" y="4524375"/>
            <a:ext cx="857250" cy="47625"/>
          </a:xfrm>
          <a:prstGeom prst="rect">
            <a:avLst/>
          </a:prstGeom>
          <a:solidFill>
            <a:srgbClr val="B82D32"/>
          </a:solidFill>
          <a:ln w="0">
            <a:noFill/>
            <a:prstDash val="solid"/>
          </a:ln>
        </p:spPr>
      </p:sp>
      <p:sp>
        <p:nvSpPr>
          <p:cNvPr id="6" name="icon-person-387">
            <a:extLst>
              <a:ext uri="{FF2B5EF4-FFF2-40B4-BE49-F238E27FC236}">
                <ns2:creationId id="{725CCA1C-B5EE-48CE-8DAA-13C5DD9E4FBD}"/>
              </a:ext>
            </a:extLst>
          </p:cNvPr>
          <p:cNvSpPr>
            <a:spLocks noGrp="1"/>
          </p:cNvSpPr>
          <p:nvPr/>
        </p:nvSpPr>
        <p:spPr>
          <a:xfrm>
            <a:off x="481013" y="5941695"/>
            <a:ext cx="85725" cy="8572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7" name="icon-person-388">
            <a:extLst>
              <a:ext uri="{FF2B5EF4-FFF2-40B4-BE49-F238E27FC236}">
                <ns2:creationId id="{90924B7B-7651-4EAC-B8AB-AA6F8ED80462}"/>
              </a:ext>
            </a:extLst>
          </p:cNvPr>
          <p:cNvSpPr>
            <a:spLocks noGrp="1"/>
          </p:cNvSpPr>
          <p:nvPr/>
        </p:nvSpPr>
        <p:spPr>
          <a:xfrm>
            <a:off x="429578" y="6047423"/>
            <a:ext cx="185738" cy="131445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" name="text-389">
            <a:extLst>
              <a:ext uri="{FF2B5EF4-FFF2-40B4-BE49-F238E27FC236}">
                <ns2:creationId id="{F5745B21-1BFC-4850-B419-72A1ECD3F823}"/>
              </a:ext>
            </a:extLst>
          </p:cNvPr>
          <p:cNvSpPr>
            <a:spLocks noGrp="1"/>
          </p:cNvSpPr>
          <p:nvPr/>
        </p:nvSpPr>
        <p:spPr>
          <a:xfrm>
            <a:off x="781050" y="5905500"/>
            <a:ext cx="2286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9" name="icon-calendar-390">
            <a:extLst>
              <a:ext uri="{FF2B5EF4-FFF2-40B4-BE49-F238E27FC236}">
                <ns2:creationId id="{D964BD77-04AF-4054-B7DC-7BB71CBA8C69}"/>
              </a:ext>
            </a:extLst>
          </p:cNvPr>
          <p:cNvSpPr>
            <a:spLocks noGrp="1"/>
          </p:cNvSpPr>
          <p:nvPr/>
        </p:nvSpPr>
        <p:spPr>
          <a:xfrm>
            <a:off x="3228023" y="5978843"/>
            <a:ext cx="211455" cy="200025"/>
          </a:xfrm>
          <a:prstGeom prst="roundRect">
            <a:avLst>
              <a:gd name="adj" fmla="val 38095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0" name="vector-391">
            <a:extLst>
              <a:ext uri="{FF2B5EF4-FFF2-40B4-BE49-F238E27FC236}">
                <ns2:creationId id="{7FF60FB8-546C-4E38-84B6-CA7520A3D8DD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123825" y="361950"/>
                </a:moveTo>
                <a:lnTo>
                  <a:pt x="828675" y="3619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vector-392">
            <a:extLst>
              <a:ext uri="{FF2B5EF4-FFF2-40B4-BE49-F238E27FC236}">
                <ns2:creationId id="{48B1F6A1-2696-441E-88C6-5C0A51B7343F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295275" y="66675"/>
                </a:moveTo>
                <a:lnTo>
                  <a:pt x="295275" y="2667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2" name="vector-393">
            <a:extLst>
              <a:ext uri="{FF2B5EF4-FFF2-40B4-BE49-F238E27FC236}">
                <ns2:creationId id="{DA78A625-385D-414A-B3FF-72F489CB41BB}"/>
              </a:ext>
            </a:extLst>
          </p:cNvPr>
          <p:cNvSpPr>
            <a:spLocks noGrp="1"/>
          </p:cNvSpPr>
          <p:nvPr/>
        </p:nvSpPr>
        <p:spPr>
          <a:xfrm>
            <a:off x="3190875" y="5924550"/>
            <a:ext cx="285750" cy="285750"/>
          </a:xfrm>
          <a:custGeom>
            <a:pathLst>
              <a:path w="952500" h="952500">
                <a:moveTo>
                  <a:pt x="647700" y="66675"/>
                </a:moveTo>
                <a:lnTo>
                  <a:pt x="647700" y="2667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" name="icon-calendar-394">
            <a:extLst>
              <a:ext uri="{FF2B5EF4-FFF2-40B4-BE49-F238E27FC236}">
                <ns2:creationId id="{57236D38-4BDD-4781-ACBC-CECD7F78C52F}"/>
              </a:ext>
            </a:extLst>
          </p:cNvPr>
          <p:cNvSpPr>
            <a:spLocks noGrp="1"/>
          </p:cNvSpPr>
          <p:nvPr/>
        </p:nvSpPr>
        <p:spPr>
          <a:xfrm>
            <a:off x="3262313" y="6064568"/>
            <a:ext cx="25718" cy="25718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4" name="icon-calendar-395">
            <a:extLst>
              <a:ext uri="{FF2B5EF4-FFF2-40B4-BE49-F238E27FC236}">
                <ns2:creationId id="{59C59927-890F-4066-89D6-FBF593DC552C}"/>
              </a:ext>
            </a:extLst>
          </p:cNvPr>
          <p:cNvSpPr>
            <a:spLocks noGrp="1"/>
          </p:cNvSpPr>
          <p:nvPr/>
        </p:nvSpPr>
        <p:spPr>
          <a:xfrm>
            <a:off x="3262313" y="6124575"/>
            <a:ext cx="25718" cy="25718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5" name="icon-calendar-396">
            <a:extLst>
              <a:ext uri="{FF2B5EF4-FFF2-40B4-BE49-F238E27FC236}">
                <ns2:creationId id="{3519177D-DE64-46ED-BEEA-739BE507D477}"/>
              </a:ext>
            </a:extLst>
          </p:cNvPr>
          <p:cNvSpPr>
            <a:spLocks noGrp="1"/>
          </p:cNvSpPr>
          <p:nvPr/>
        </p:nvSpPr>
        <p:spPr>
          <a:xfrm>
            <a:off x="3322320" y="6064568"/>
            <a:ext cx="25718" cy="25718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6" name="icon-calendar-397">
            <a:extLst>
              <a:ext uri="{FF2B5EF4-FFF2-40B4-BE49-F238E27FC236}">
                <ns2:creationId id="{16E3E249-B204-4C6B-A343-DBB1CEE83925}"/>
              </a:ext>
            </a:extLst>
          </p:cNvPr>
          <p:cNvSpPr>
            <a:spLocks noGrp="1"/>
          </p:cNvSpPr>
          <p:nvPr/>
        </p:nvSpPr>
        <p:spPr>
          <a:xfrm>
            <a:off x="3322320" y="6124575"/>
            <a:ext cx="25718" cy="25718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7" name="icon-calendar-398">
            <a:extLst>
              <a:ext uri="{FF2B5EF4-FFF2-40B4-BE49-F238E27FC236}">
                <ns2:creationId id="{6753517F-545F-41F6-AA71-78781D3BD8A9}"/>
              </a:ext>
            </a:extLst>
          </p:cNvPr>
          <p:cNvSpPr>
            <a:spLocks noGrp="1"/>
          </p:cNvSpPr>
          <p:nvPr/>
        </p:nvSpPr>
        <p:spPr>
          <a:xfrm>
            <a:off x="3382328" y="6064568"/>
            <a:ext cx="25718" cy="25718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8" name="icon-calendar-399">
            <a:extLst>
              <a:ext uri="{FF2B5EF4-FFF2-40B4-BE49-F238E27FC236}">
                <ns2:creationId id="{6C8FC9C8-DFCF-48FA-B19C-DBE9347436AA}"/>
              </a:ext>
            </a:extLst>
          </p:cNvPr>
          <p:cNvSpPr>
            <a:spLocks noGrp="1"/>
          </p:cNvSpPr>
          <p:nvPr/>
        </p:nvSpPr>
        <p:spPr>
          <a:xfrm>
            <a:off x="3382328" y="6124575"/>
            <a:ext cx="25718" cy="25718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text-400">
            <a:extLst>
              <a:ext uri="{FF2B5EF4-FFF2-40B4-BE49-F238E27FC236}">
                <ns2:creationId id="{7E266DF8-0C16-4FE6-B551-3BCB4D30960A}"/>
              </a:ext>
            </a:extLst>
          </p:cNvPr>
          <p:cNvSpPr>
            <a:spLocks noGrp="1"/>
          </p:cNvSpPr>
          <p:nvPr/>
        </p:nvSpPr>
        <p:spPr>
          <a:xfrm>
            <a:off x="3590925" y="5905500"/>
            <a:ext cx="2476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日期：待填写</a:t>
            </a:r>
            <a:endParaRPr/>
          </a:p>
        </p:txBody>
      </p:sp>
      <p:sp>
        <p:nvSpPr>
          <p:cNvPr id="20" name="text-401">
            <a:extLst>
              <a:ext uri="{FF2B5EF4-FFF2-40B4-BE49-F238E27FC236}">
                <ns2:creationId id="{A5627B82-FA86-4135-A281-4C186998D0CE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21" name="text-402">
            <a:extLst>
              <a:ext uri="{FF2B5EF4-FFF2-40B4-BE49-F238E27FC236}">
                <ns2:creationId id="{D0F33FDF-BE8C-436B-9F72-7AAB8C21D0FB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05</a:t>
            </a:r>
            <a:endParaRPr/>
          </a:p>
        </p:txBody>
      </p:sp>
    </p:spTree>
    <p:extLst>
      <p:ext uri="{BB962C8B-B14F-4D97-AF65-F5344CB8AC3E}">
        <ns4:creationId val="997978090"/>
      </p:ext>
    </p:extLst>
  </p:cSld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81" name="shape-403">
            <a:extLst>
              <a:ext uri="{FF2B5EF4-FFF2-40B4-BE49-F238E27FC236}">
                <ns2:creationId id="{ACE9B249-1691-4296-AD80-038DF8468A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400300" cy="6562725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2" name="text-404">
            <a:extLst>
              <a:ext uri="{FF2B5EF4-FFF2-40B4-BE49-F238E27FC236}">
                <ns2:creationId id="{648965C4-B61B-4D50-8C48-35AF0CD3A0E3}"/>
              </a:ext>
            </a:extLst>
          </p:cNvPr>
          <p:cNvSpPr>
            <a:spLocks noGrp="1"/>
          </p:cNvSpPr>
          <p:nvPr/>
        </p:nvSpPr>
        <p:spPr>
          <a:xfrm>
            <a:off x="285750" y="762000"/>
            <a:ext cx="1809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defPPr>
            <a:lvl1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1pPr>
            <a:lvl2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2pPr>
            <a:lvl3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3pPr>
            <a:lvl4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4pPr>
            <a:lvl5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5pPr>
            <a:lvl6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6pPr>
            <a:lvl7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7pPr>
            <a:lvl8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8pPr>
            <a:lvl9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ctr">
              <a:def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5325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目录</a:t>
            </a:r>
          </a:p>
        </p:txBody>
      </p:sp>
      <p:sp>
        <p:nvSpPr>
          <p:cNvPr id="3" name="text-405">
            <a:extLst>
              <a:ext uri="{FF2B5EF4-FFF2-40B4-BE49-F238E27FC236}">
                <ns2:creationId id="{DCB769A3-30E0-440D-AF51-8BD60E51B529}"/>
              </a:ext>
            </a:extLst>
          </p:cNvPr>
          <p:cNvSpPr>
            <a:spLocks noGrp="1"/>
          </p:cNvSpPr>
          <p:nvPr/>
        </p:nvSpPr>
        <p:spPr>
          <a:xfrm>
            <a:off x="381000" y="1685925"/>
            <a:ext cx="16573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CONTENTS</a:t>
            </a:r>
          </a:p>
        </p:txBody>
      </p:sp>
      <p:sp>
        <p:nvSpPr>
          <p:cNvPr id="4" name="text-406">
            <a:extLst>
              <a:ext uri="{FF2B5EF4-FFF2-40B4-BE49-F238E27FC236}">
                <ns2:creationId id="{26C6A3FD-F962-4B40-A3C3-5D22B2AC2063}"/>
              </a:ext>
            </a:extLst>
          </p:cNvPr>
          <p:cNvSpPr>
            <a:spLocks noGrp="1"/>
          </p:cNvSpPr>
          <p:nvPr/>
        </p:nvSpPr>
        <p:spPr>
          <a:xfrm>
            <a:off x="342900" y="25336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  研究背景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" name="text-407">
            <a:extLst>
              <a:ext uri="{FF2B5EF4-FFF2-40B4-BE49-F238E27FC236}">
                <ns2:creationId id="{9EEC8B94-8E22-4FB7-A28C-AA5F2CFB0157}"/>
              </a:ext>
            </a:extLst>
          </p:cNvPr>
          <p:cNvSpPr>
            <a:spLocks noGrp="1"/>
          </p:cNvSpPr>
          <p:nvPr/>
        </p:nvSpPr>
        <p:spPr>
          <a:xfrm>
            <a:off x="342900" y="29718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  机制与假设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text-408">
            <a:extLst>
              <a:ext uri="{FF2B5EF4-FFF2-40B4-BE49-F238E27FC236}">
                <ns2:creationId id="{FF9A0459-E9E5-4072-A60C-EBF418C16203}"/>
              </a:ext>
            </a:extLst>
          </p:cNvPr>
          <p:cNvSpPr>
            <a:spLocks noGrp="1"/>
          </p:cNvSpPr>
          <p:nvPr/>
        </p:nvSpPr>
        <p:spPr>
          <a:xfrm>
            <a:off x="342900" y="340995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 数据与证据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" name="text-409">
            <a:extLst>
              <a:ext uri="{FF2B5EF4-FFF2-40B4-BE49-F238E27FC236}">
                <ns2:creationId id="{A08C066F-135A-4CC9-8EAF-C1C7110A0CCE}"/>
              </a:ext>
            </a:extLst>
          </p:cNvPr>
          <p:cNvSpPr>
            <a:spLocks noGrp="1"/>
          </p:cNvSpPr>
          <p:nvPr/>
        </p:nvSpPr>
        <p:spPr>
          <a:xfrm>
            <a:off x="342900" y="3848100"/>
            <a:ext cx="1866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  结论与展望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" name="text-410">
            <a:extLst>
              <a:ext uri="{FF2B5EF4-FFF2-40B4-BE49-F238E27FC236}">
                <ns2:creationId id="{F354DA90-1B3B-4505-9C1B-F0DBE55207E5}"/>
              </a:ext>
            </a:extLst>
          </p:cNvPr>
          <p:cNvSpPr>
            <a:spLocks noGrp="1"/>
          </p:cNvSpPr>
          <p:nvPr/>
        </p:nvSpPr>
        <p:spPr>
          <a:xfrm>
            <a:off x="2686050" y="9525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315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汇报结构｜从问题到证据</a:t>
            </a:r>
            <a:endParaRPr/>
          </a:p>
        </p:txBody>
      </p:sp>
      <p:sp>
        <p:nvSpPr>
          <p:cNvPr id="9" name="shape-411">
            <a:extLst>
              <a:ext uri="{FF2B5EF4-FFF2-40B4-BE49-F238E27FC236}">
                <ns2:creationId id="{6A7D122F-F04B-4DF3-B8B3-5BE3609DA541}"/>
              </a:ext>
            </a:extLst>
          </p:cNvPr>
          <p:cNvSpPr>
            <a:spLocks noGrp="1"/>
          </p:cNvSpPr>
          <p:nvPr/>
        </p:nvSpPr>
        <p:spPr>
          <a:xfrm>
            <a:off x="2686050" y="933450"/>
            <a:ext cx="9048750" cy="12192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" name="shape-412">
            <a:extLst>
              <a:ext uri="{FF2B5EF4-FFF2-40B4-BE49-F238E27FC236}">
                <ns2:creationId id="{3B99CC03-5083-48B6-AAB7-4C6701BF3A9B}"/>
              </a:ext>
            </a:extLst>
          </p:cNvPr>
          <p:cNvSpPr>
            <a:spLocks noGrp="1"/>
          </p:cNvSpPr>
          <p:nvPr/>
        </p:nvSpPr>
        <p:spPr>
          <a:xfrm>
            <a:off x="2838450" y="1095375"/>
            <a:ext cx="419100" cy="419100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1" name="text-413">
            <a:extLst>
              <a:ext uri="{FF2B5EF4-FFF2-40B4-BE49-F238E27FC236}">
                <ns2:creationId id="{F3740706-5F44-4CDE-B689-00E34E8A9969}"/>
              </a:ext>
            </a:extLst>
          </p:cNvPr>
          <p:cNvSpPr>
            <a:spLocks noGrp="1"/>
          </p:cNvSpPr>
          <p:nvPr/>
        </p:nvSpPr>
        <p:spPr>
          <a:xfrm>
            <a:off x="2838450" y="109537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12" name="icon-search-414">
            <a:extLst>
              <a:ext uri="{FF2B5EF4-FFF2-40B4-BE49-F238E27FC236}">
                <ns2:creationId id="{E9B27E86-BC2D-4B86-998F-8E7F367E4E0A}"/>
              </a:ext>
            </a:extLst>
          </p:cNvPr>
          <p:cNvSpPr>
            <a:spLocks noGrp="1"/>
          </p:cNvSpPr>
          <p:nvPr/>
        </p:nvSpPr>
        <p:spPr>
          <a:xfrm>
            <a:off x="3549015" y="1291590"/>
            <a:ext cx="364617" cy="364617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3" name="vector-415">
            <a:extLst>
              <a:ext uri="{FF2B5EF4-FFF2-40B4-BE49-F238E27FC236}">
                <ns2:creationId id="{1361D651-C4D6-4136-97A5-0A735DDD08A1}"/>
              </a:ext>
            </a:extLst>
          </p:cNvPr>
          <p:cNvSpPr>
            <a:spLocks noGrp="1"/>
          </p:cNvSpPr>
          <p:nvPr/>
        </p:nvSpPr>
        <p:spPr>
          <a:xfrm>
            <a:off x="3486150" y="1228725"/>
            <a:ext cx="628650" cy="6286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4" name="text-416">
            <a:extLst>
              <a:ext uri="{FF2B5EF4-FFF2-40B4-BE49-F238E27FC236}">
                <ns2:creationId id="{920AB588-1C02-4200-85A8-C07FE2CC7799}"/>
              </a:ext>
            </a:extLst>
          </p:cNvPr>
          <p:cNvSpPr>
            <a:spLocks noGrp="1"/>
          </p:cNvSpPr>
          <p:nvPr/>
        </p:nvSpPr>
        <p:spPr>
          <a:xfrm>
            <a:off x="4400550" y="104775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研究背景</a:t>
            </a:r>
            <a:endParaRPr/>
          </a:p>
        </p:txBody>
      </p:sp>
      <p:sp>
        <p:nvSpPr>
          <p:cNvPr id="15" name="text-417">
            <a:extLst>
              <a:ext uri="{FF2B5EF4-FFF2-40B4-BE49-F238E27FC236}">
                <ns2:creationId id="{37A112C4-BB72-4D31-9EA4-833D51F8309F}"/>
              </a:ext>
            </a:extLst>
          </p:cNvPr>
          <p:cNvSpPr>
            <a:spLocks noGrp="1"/>
          </p:cNvSpPr>
          <p:nvPr/>
        </p:nvSpPr>
        <p:spPr>
          <a:xfrm>
            <a:off x="4400550" y="14573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界定问题与研究对象</a:t>
            </a:r>
            <a:endParaRPr/>
          </a:p>
        </p:txBody>
      </p:sp>
      <p:sp>
        <p:nvSpPr>
          <p:cNvPr id="16" name="text-418">
            <a:extLst>
              <a:ext uri="{FF2B5EF4-FFF2-40B4-BE49-F238E27FC236}">
                <ns2:creationId id="{43C8BFB3-1567-4A96-A352-5B64BE17C2B0}"/>
              </a:ext>
            </a:extLst>
          </p:cNvPr>
          <p:cNvSpPr>
            <a:spLocks noGrp="1"/>
          </p:cNvSpPr>
          <p:nvPr/>
        </p:nvSpPr>
        <p:spPr>
          <a:xfrm>
            <a:off x="4400550" y="177165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明确研究对象、范围与现实问题</a:t>
            </a:r>
            <a:endParaRPr/>
          </a:p>
        </p:txBody>
      </p:sp>
      <p:sp>
        <p:nvSpPr>
          <p:cNvPr id="17" name="vector-419">
            <a:extLst>
              <a:ext uri="{FF2B5EF4-FFF2-40B4-BE49-F238E27FC236}">
                <ns2:creationId id="{862E0016-E467-4736-B03B-B65450CE6CEC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8" name="vector-420">
            <a:extLst>
              <a:ext uri="{FF2B5EF4-FFF2-40B4-BE49-F238E27FC236}">
                <ns2:creationId id="{93506795-C9AE-403F-AC66-CA601CD6DCC0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vector-421">
            <a:extLst>
              <a:ext uri="{FF2B5EF4-FFF2-40B4-BE49-F238E27FC236}">
                <ns2:creationId id="{2E28A752-C39E-4029-86F5-C6D2689405EB}"/>
              </a:ext>
            </a:extLst>
          </p:cNvPr>
          <p:cNvSpPr>
            <a:spLocks noGrp="1"/>
          </p:cNvSpPr>
          <p:nvPr/>
        </p:nvSpPr>
        <p:spPr>
          <a:xfrm>
            <a:off x="10287000" y="1190625"/>
            <a:ext cx="714375" cy="7143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0" name="icon-map-422">
            <a:extLst>
              <a:ext uri="{FF2B5EF4-FFF2-40B4-BE49-F238E27FC236}">
                <ns2:creationId id="{414B342A-2C0C-46C9-BC49-E7EAC63A25DC}"/>
              </a:ext>
            </a:extLst>
          </p:cNvPr>
          <p:cNvSpPr>
            <a:spLocks noGrp="1"/>
          </p:cNvSpPr>
          <p:nvPr/>
        </p:nvSpPr>
        <p:spPr>
          <a:xfrm>
            <a:off x="10572750" y="1362075"/>
            <a:ext cx="157163" cy="15716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1" name="shape-423">
            <a:extLst>
              <a:ext uri="{FF2B5EF4-FFF2-40B4-BE49-F238E27FC236}">
                <ns2:creationId id="{00E7B267-83EB-499C-AFA4-E304D5CA683A}"/>
              </a:ext>
            </a:extLst>
          </p:cNvPr>
          <p:cNvSpPr>
            <a:spLocks noGrp="1"/>
          </p:cNvSpPr>
          <p:nvPr/>
        </p:nvSpPr>
        <p:spPr>
          <a:xfrm>
            <a:off x="2686050" y="2257425"/>
            <a:ext cx="9048750" cy="12192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2" name="shape-424">
            <a:extLst>
              <a:ext uri="{FF2B5EF4-FFF2-40B4-BE49-F238E27FC236}">
                <ns2:creationId id="{F06B1AD7-9408-4E2C-AABD-82E347F7C600}"/>
              </a:ext>
            </a:extLst>
          </p:cNvPr>
          <p:cNvSpPr>
            <a:spLocks noGrp="1"/>
          </p:cNvSpPr>
          <p:nvPr/>
        </p:nvSpPr>
        <p:spPr>
          <a:xfrm>
            <a:off x="2838450" y="2419350"/>
            <a:ext cx="419100" cy="419100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23" name="text-425">
            <a:extLst>
              <a:ext uri="{FF2B5EF4-FFF2-40B4-BE49-F238E27FC236}">
                <ns2:creationId id="{E54967D7-C92F-4F8E-A5CB-94C3FD349030}"/>
              </a:ext>
            </a:extLst>
          </p:cNvPr>
          <p:cNvSpPr>
            <a:spLocks noGrp="1"/>
          </p:cNvSpPr>
          <p:nvPr/>
        </p:nvSpPr>
        <p:spPr>
          <a:xfrm>
            <a:off x="2838450" y="241935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24" name="vector-426">
            <a:extLst>
              <a:ext uri="{FF2B5EF4-FFF2-40B4-BE49-F238E27FC236}">
                <ns2:creationId id="{F2CE6128-A074-4583-BB41-57903D6ADB7A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5" name="vector-427">
            <a:extLst>
              <a:ext uri="{FF2B5EF4-FFF2-40B4-BE49-F238E27FC236}">
                <ns2:creationId id="{F685102A-423E-4D8B-85CC-497207913A84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6" name="vector-428">
            <a:extLst>
              <a:ext uri="{FF2B5EF4-FFF2-40B4-BE49-F238E27FC236}">
                <ns2:creationId id="{F1768F92-B007-4547-A707-B5D7E9583921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7" name="vector-429">
            <a:extLst>
              <a:ext uri="{FF2B5EF4-FFF2-40B4-BE49-F238E27FC236}">
                <ns2:creationId id="{D4B54F1C-CC6C-4B42-9807-BC5E59850B32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8" name="vector-430">
            <a:extLst>
              <a:ext uri="{FF2B5EF4-FFF2-40B4-BE49-F238E27FC236}">
                <ns2:creationId id="{B3B9406C-1241-41C6-AF73-6421B82D121D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9" name="vector-431">
            <a:extLst>
              <a:ext uri="{FF2B5EF4-FFF2-40B4-BE49-F238E27FC236}">
                <ns2:creationId id="{4F0A9F1A-59CF-4673-BE30-C2CE7643C09B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0" name="vector-432">
            <a:extLst>
              <a:ext uri="{FF2B5EF4-FFF2-40B4-BE49-F238E27FC236}">
                <ns2:creationId id="{2423CD03-E5E9-407C-9990-524D9D2118C8}"/>
              </a:ext>
            </a:extLst>
          </p:cNvPr>
          <p:cNvSpPr>
            <a:spLocks noGrp="1"/>
          </p:cNvSpPr>
          <p:nvPr/>
        </p:nvSpPr>
        <p:spPr>
          <a:xfrm>
            <a:off x="3486150" y="2552700"/>
            <a:ext cx="628650" cy="6286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1" name="icon-network-433">
            <a:extLst>
              <a:ext uri="{FF2B5EF4-FFF2-40B4-BE49-F238E27FC236}">
                <ns2:creationId id="{7A8D7D8B-8E5B-4E33-B693-B46E718006F0}"/>
              </a:ext>
            </a:extLst>
          </p:cNvPr>
          <p:cNvSpPr>
            <a:spLocks noGrp="1"/>
          </p:cNvSpPr>
          <p:nvPr/>
        </p:nvSpPr>
        <p:spPr>
          <a:xfrm>
            <a:off x="3523869" y="2741295"/>
            <a:ext cx="88011" cy="88011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2" name="icon-network-434">
            <a:extLst>
              <a:ext uri="{FF2B5EF4-FFF2-40B4-BE49-F238E27FC236}">
                <ns2:creationId id="{F77E57B0-B475-4A26-B3DD-46932E49A58C}"/>
              </a:ext>
            </a:extLst>
          </p:cNvPr>
          <p:cNvSpPr>
            <a:spLocks noGrp="1"/>
          </p:cNvSpPr>
          <p:nvPr/>
        </p:nvSpPr>
        <p:spPr>
          <a:xfrm>
            <a:off x="3725037" y="2584133"/>
            <a:ext cx="88011" cy="88011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3" name="icon-network-435">
            <a:extLst>
              <a:ext uri="{FF2B5EF4-FFF2-40B4-BE49-F238E27FC236}">
                <ns2:creationId id="{BADF870F-A5C9-4CDC-AF9B-30390E932D22}"/>
              </a:ext>
            </a:extLst>
          </p:cNvPr>
          <p:cNvSpPr>
            <a:spLocks noGrp="1"/>
          </p:cNvSpPr>
          <p:nvPr/>
        </p:nvSpPr>
        <p:spPr>
          <a:xfrm>
            <a:off x="3970211" y="2697290"/>
            <a:ext cx="88011" cy="88011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4" name="icon-network-436">
            <a:extLst>
              <a:ext uri="{FF2B5EF4-FFF2-40B4-BE49-F238E27FC236}">
                <ns2:creationId id="{248985D9-942D-4ABA-B4A3-C56E6CA46B4A}"/>
              </a:ext>
            </a:extLst>
          </p:cNvPr>
          <p:cNvSpPr>
            <a:spLocks noGrp="1"/>
          </p:cNvSpPr>
          <p:nvPr/>
        </p:nvSpPr>
        <p:spPr>
          <a:xfrm>
            <a:off x="3875913" y="3030474"/>
            <a:ext cx="88011" cy="88011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5" name="icon-network-437">
            <a:extLst>
              <a:ext uri="{FF2B5EF4-FFF2-40B4-BE49-F238E27FC236}">
                <ns2:creationId id="{F9ED4141-57D4-460F-9A4D-37102D45B34D}"/>
              </a:ext>
            </a:extLst>
          </p:cNvPr>
          <p:cNvSpPr>
            <a:spLocks noGrp="1"/>
          </p:cNvSpPr>
          <p:nvPr/>
        </p:nvSpPr>
        <p:spPr>
          <a:xfrm>
            <a:off x="3593021" y="3024188"/>
            <a:ext cx="88011" cy="88011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6" name="text-438">
            <a:extLst>
              <a:ext uri="{FF2B5EF4-FFF2-40B4-BE49-F238E27FC236}">
                <ns2:creationId id="{9F344B69-4CC5-41C1-9A6C-F47328A21309}"/>
              </a:ext>
            </a:extLst>
          </p:cNvPr>
          <p:cNvSpPr>
            <a:spLocks noGrp="1"/>
          </p:cNvSpPr>
          <p:nvPr/>
        </p:nvSpPr>
        <p:spPr>
          <a:xfrm>
            <a:off x="4400550" y="2371725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机制与假设</a:t>
            </a:r>
            <a:endParaRPr/>
          </a:p>
        </p:txBody>
      </p:sp>
      <p:sp>
        <p:nvSpPr>
          <p:cNvPr id="37" name="text-439">
            <a:extLst>
              <a:ext uri="{FF2B5EF4-FFF2-40B4-BE49-F238E27FC236}">
                <ns2:creationId id="{56EF0471-1E92-467B-AA07-D65CBBDFB6B2}"/>
              </a:ext>
            </a:extLst>
          </p:cNvPr>
          <p:cNvSpPr>
            <a:spLocks noGrp="1"/>
          </p:cNvSpPr>
          <p:nvPr/>
        </p:nvSpPr>
        <p:spPr>
          <a:xfrm>
            <a:off x="4400550" y="27813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把解释转化为可检验预测</a:t>
            </a:r>
            <a:endParaRPr/>
          </a:p>
        </p:txBody>
      </p:sp>
      <p:sp>
        <p:nvSpPr>
          <p:cNvPr id="38" name="text-440">
            <a:extLst>
              <a:ext uri="{FF2B5EF4-FFF2-40B4-BE49-F238E27FC236}">
                <ns2:creationId id="{F931766D-6703-4A9A-BF6E-873C787689F3}"/>
              </a:ext>
            </a:extLst>
          </p:cNvPr>
          <p:cNvSpPr>
            <a:spLocks noGrp="1"/>
          </p:cNvSpPr>
          <p:nvPr/>
        </p:nvSpPr>
        <p:spPr>
          <a:xfrm>
            <a:off x="4400550" y="309562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提出竞争解释及可比较的预测</a:t>
            </a:r>
            <a:endParaRPr/>
          </a:p>
        </p:txBody>
      </p:sp>
      <p:sp>
        <p:nvSpPr>
          <p:cNvPr id="39" name="vector-441">
            <a:extLst>
              <a:ext uri="{FF2B5EF4-FFF2-40B4-BE49-F238E27FC236}">
                <ns2:creationId id="{E23E83BC-F8F8-45D8-9E37-1EF2D674F81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vector-442">
            <a:extLst>
              <a:ext uri="{FF2B5EF4-FFF2-40B4-BE49-F238E27FC236}">
                <ns2:creationId id="{F205B77D-A136-4935-8261-712C9705F63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1" name="vector-443">
            <a:extLst>
              <a:ext uri="{FF2B5EF4-FFF2-40B4-BE49-F238E27FC236}">
                <ns2:creationId id="{C3A7CEF4-CA71-4C70-8DC6-91203D9802FF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2" name="vector-444">
            <a:extLst>
              <a:ext uri="{FF2B5EF4-FFF2-40B4-BE49-F238E27FC236}">
                <ns2:creationId id="{9859D7A4-2BA9-48B2-9932-BCA63C09196D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3" name="vector-445">
            <a:extLst>
              <a:ext uri="{FF2B5EF4-FFF2-40B4-BE49-F238E27FC236}">
                <ns2:creationId id="{40505FE0-D1E7-4110-9572-D3D2DB6EDAF6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4" name="vector-446">
            <a:extLst>
              <a:ext uri="{FF2B5EF4-FFF2-40B4-BE49-F238E27FC236}">
                <ns2:creationId id="{0F5435CA-28C2-47FA-8E88-33F2787A87CE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5" name="vector-447">
            <a:extLst>
              <a:ext uri="{FF2B5EF4-FFF2-40B4-BE49-F238E27FC236}">
                <ns2:creationId id="{60656717-BB19-481B-AAC4-3B4986D18545}"/>
              </a:ext>
            </a:extLst>
          </p:cNvPr>
          <p:cNvSpPr>
            <a:spLocks noGrp="1"/>
          </p:cNvSpPr>
          <p:nvPr/>
        </p:nvSpPr>
        <p:spPr>
          <a:xfrm>
            <a:off x="10287000" y="2514600"/>
            <a:ext cx="714375" cy="7143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6" name="icon-network-448">
            <a:extLst>
              <a:ext uri="{FF2B5EF4-FFF2-40B4-BE49-F238E27FC236}">
                <ns2:creationId id="{A4A0CCF1-61B2-496A-8D55-38539C4B1FE2}"/>
              </a:ext>
            </a:extLst>
          </p:cNvPr>
          <p:cNvSpPr>
            <a:spLocks noGrp="1"/>
          </p:cNvSpPr>
          <p:nvPr/>
        </p:nvSpPr>
        <p:spPr>
          <a:xfrm>
            <a:off x="10329863" y="2728913"/>
            <a:ext cx="100013" cy="100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7" name="icon-network-449">
            <a:extLst>
              <a:ext uri="{FF2B5EF4-FFF2-40B4-BE49-F238E27FC236}">
                <ns2:creationId id="{034FC972-A223-4F35-AEFB-5E037623C4D6}"/>
              </a:ext>
            </a:extLst>
          </p:cNvPr>
          <p:cNvSpPr>
            <a:spLocks noGrp="1"/>
          </p:cNvSpPr>
          <p:nvPr/>
        </p:nvSpPr>
        <p:spPr>
          <a:xfrm>
            <a:off x="10558463" y="2550319"/>
            <a:ext cx="100013" cy="100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8" name="icon-network-450">
            <a:extLst>
              <a:ext uri="{FF2B5EF4-FFF2-40B4-BE49-F238E27FC236}">
                <ns2:creationId id="{3C031498-0353-4F9A-B503-B6C3DF0F6F26}"/>
              </a:ext>
            </a:extLst>
          </p:cNvPr>
          <p:cNvSpPr>
            <a:spLocks noGrp="1"/>
          </p:cNvSpPr>
          <p:nvPr/>
        </p:nvSpPr>
        <p:spPr>
          <a:xfrm>
            <a:off x="10837069" y="2678906"/>
            <a:ext cx="100013" cy="100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9" name="icon-network-451">
            <a:extLst>
              <a:ext uri="{FF2B5EF4-FFF2-40B4-BE49-F238E27FC236}">
                <ns2:creationId id="{DB0E4AE5-BE99-494D-A467-B5D3CE7F310F}"/>
              </a:ext>
            </a:extLst>
          </p:cNvPr>
          <p:cNvSpPr>
            <a:spLocks noGrp="1"/>
          </p:cNvSpPr>
          <p:nvPr/>
        </p:nvSpPr>
        <p:spPr>
          <a:xfrm>
            <a:off x="10729913" y="3057525"/>
            <a:ext cx="100013" cy="100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0" name="icon-network-452">
            <a:extLst>
              <a:ext uri="{FF2B5EF4-FFF2-40B4-BE49-F238E27FC236}">
                <ns2:creationId id="{39FA5BE8-BCDE-4ADB-9F8F-A9636D75F61F}"/>
              </a:ext>
            </a:extLst>
          </p:cNvPr>
          <p:cNvSpPr>
            <a:spLocks noGrp="1"/>
          </p:cNvSpPr>
          <p:nvPr/>
        </p:nvSpPr>
        <p:spPr>
          <a:xfrm>
            <a:off x="10408444" y="3050381"/>
            <a:ext cx="100013" cy="100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1" name="shape-453">
            <a:extLst>
              <a:ext uri="{FF2B5EF4-FFF2-40B4-BE49-F238E27FC236}">
                <ns2:creationId id="{D2BB80DB-7A8F-429E-8C63-885B95359456}"/>
              </a:ext>
            </a:extLst>
          </p:cNvPr>
          <p:cNvSpPr>
            <a:spLocks noGrp="1"/>
          </p:cNvSpPr>
          <p:nvPr/>
        </p:nvSpPr>
        <p:spPr>
          <a:xfrm>
            <a:off x="2686050" y="3581400"/>
            <a:ext cx="9048750" cy="12192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52" name="shape-454">
            <a:extLst>
              <a:ext uri="{FF2B5EF4-FFF2-40B4-BE49-F238E27FC236}">
                <ns2:creationId id="{A9797403-7DC7-4057-A104-4E2381CF0DCB}"/>
              </a:ext>
            </a:extLst>
          </p:cNvPr>
          <p:cNvSpPr>
            <a:spLocks noGrp="1"/>
          </p:cNvSpPr>
          <p:nvPr/>
        </p:nvSpPr>
        <p:spPr>
          <a:xfrm>
            <a:off x="2838450" y="3743325"/>
            <a:ext cx="419100" cy="419100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53" name="text-455">
            <a:extLst>
              <a:ext uri="{FF2B5EF4-FFF2-40B4-BE49-F238E27FC236}">
                <ns2:creationId id="{B2CC4147-1235-4CA3-928F-E8D813847EFA}"/>
              </a:ext>
            </a:extLst>
          </p:cNvPr>
          <p:cNvSpPr>
            <a:spLocks noGrp="1"/>
          </p:cNvSpPr>
          <p:nvPr/>
        </p:nvSpPr>
        <p:spPr>
          <a:xfrm>
            <a:off x="2838450" y="3743325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54" name="vector-456">
            <a:extLst>
              <a:ext uri="{FF2B5EF4-FFF2-40B4-BE49-F238E27FC236}">
                <ns2:creationId id="{5E8C059C-C0E9-4F29-B2D2-F3F5DC9F0F0A}"/>
              </a:ext>
            </a:extLst>
          </p:cNvPr>
          <p:cNvSpPr>
            <a:spLocks noGrp="1"/>
          </p:cNvSpPr>
          <p:nvPr/>
        </p:nvSpPr>
        <p:spPr>
          <a:xfrm>
            <a:off x="3486150" y="3876675"/>
            <a:ext cx="628650" cy="6286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5" name="vector-457">
            <a:extLst>
              <a:ext uri="{FF2B5EF4-FFF2-40B4-BE49-F238E27FC236}">
                <ns2:creationId id="{01724596-FECB-411C-A1FA-80EDE5F48AAF}"/>
              </a:ext>
            </a:extLst>
          </p:cNvPr>
          <p:cNvSpPr>
            <a:spLocks noGrp="1"/>
          </p:cNvSpPr>
          <p:nvPr/>
        </p:nvSpPr>
        <p:spPr>
          <a:xfrm>
            <a:off x="3486150" y="3876675"/>
            <a:ext cx="628650" cy="6286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6" name="icon-chart-458">
            <a:extLst>
              <a:ext uri="{FF2B5EF4-FFF2-40B4-BE49-F238E27FC236}">
                <ns2:creationId id="{68B2B6B0-79C7-446D-912A-15E217C1E79F}"/>
              </a:ext>
            </a:extLst>
          </p:cNvPr>
          <p:cNvSpPr>
            <a:spLocks noGrp="1"/>
          </p:cNvSpPr>
          <p:nvPr/>
        </p:nvSpPr>
        <p:spPr>
          <a:xfrm>
            <a:off x="3643313" y="4216146"/>
            <a:ext cx="81725" cy="207455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7" name="icon-chart-459">
            <a:extLst>
              <a:ext uri="{FF2B5EF4-FFF2-40B4-BE49-F238E27FC236}">
                <ns2:creationId id="{B9A58386-4793-4C6D-A662-A362F3ECCD6C}"/>
              </a:ext>
            </a:extLst>
          </p:cNvPr>
          <p:cNvSpPr>
            <a:spLocks noGrp="1"/>
          </p:cNvSpPr>
          <p:nvPr/>
        </p:nvSpPr>
        <p:spPr>
          <a:xfrm>
            <a:off x="3781616" y="4102989"/>
            <a:ext cx="81725" cy="320611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8" name="icon-chart-460">
            <a:extLst>
              <a:ext uri="{FF2B5EF4-FFF2-40B4-BE49-F238E27FC236}">
                <ns2:creationId id="{03547E8A-AAB5-4FC4-AFEE-C00FB0349216}"/>
              </a:ext>
            </a:extLst>
          </p:cNvPr>
          <p:cNvSpPr>
            <a:spLocks noGrp="1"/>
          </p:cNvSpPr>
          <p:nvPr/>
        </p:nvSpPr>
        <p:spPr>
          <a:xfrm>
            <a:off x="3919919" y="3977259"/>
            <a:ext cx="81725" cy="446342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9" name="text-461">
            <a:extLst>
              <a:ext uri="{FF2B5EF4-FFF2-40B4-BE49-F238E27FC236}">
                <ns2:creationId id="{3668047B-A584-4766-95BC-944944A161DA}"/>
              </a:ext>
            </a:extLst>
          </p:cNvPr>
          <p:cNvSpPr>
            <a:spLocks noGrp="1"/>
          </p:cNvSpPr>
          <p:nvPr/>
        </p:nvSpPr>
        <p:spPr>
          <a:xfrm>
            <a:off x="4400550" y="3695700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</p:txBody>
      </p:sp>
      <p:sp>
        <p:nvSpPr>
          <p:cNvPr id="60" name="text-462">
            <a:extLst>
              <a:ext uri="{FF2B5EF4-FFF2-40B4-BE49-F238E27FC236}">
                <ns2:creationId id="{68785B6B-4127-4554-B806-D0005C356789}"/>
              </a:ext>
            </a:extLst>
          </p:cNvPr>
          <p:cNvSpPr>
            <a:spLocks noGrp="1"/>
          </p:cNvSpPr>
          <p:nvPr/>
        </p:nvSpPr>
        <p:spPr>
          <a:xfrm>
            <a:off x="4400550" y="410527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联合观测、比较与模型分析</a:t>
            </a:r>
            <a:endParaRPr/>
          </a:p>
        </p:txBody>
      </p:sp>
      <p:sp>
        <p:nvSpPr>
          <p:cNvPr id="61" name="text-463">
            <a:extLst>
              <a:ext uri="{FF2B5EF4-FFF2-40B4-BE49-F238E27FC236}">
                <ns2:creationId id="{C7F758AF-2B16-4F07-BD3A-798E0916648F}"/>
              </a:ext>
            </a:extLst>
          </p:cNvPr>
          <p:cNvSpPr>
            <a:spLocks noGrp="1"/>
          </p:cNvSpPr>
          <p:nvPr/>
        </p:nvSpPr>
        <p:spPr>
          <a:xfrm>
            <a:off x="4400550" y="4419600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组织结果，并检验稳健性与不确定性</a:t>
            </a:r>
            <a:endParaRPr/>
          </a:p>
        </p:txBody>
      </p:sp>
      <p:sp>
        <p:nvSpPr>
          <p:cNvPr id="62" name="vector-464">
            <a:extLst>
              <a:ext uri="{FF2B5EF4-FFF2-40B4-BE49-F238E27FC236}">
                <ns2:creationId id="{100ACADE-E1EA-42BE-83D3-DDC3E2D52664}"/>
              </a:ext>
            </a:extLst>
          </p:cNvPr>
          <p:cNvSpPr>
            <a:spLocks noGrp="1"/>
          </p:cNvSpPr>
          <p:nvPr/>
        </p:nvSpPr>
        <p:spPr>
          <a:xfrm>
            <a:off x="10287000" y="3838575"/>
            <a:ext cx="714375" cy="714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63" name="vector-465">
            <a:extLst>
              <a:ext uri="{FF2B5EF4-FFF2-40B4-BE49-F238E27FC236}">
                <ns2:creationId id="{7741118D-8CEC-480E-A1D3-BE0A1EAF70F6}"/>
              </a:ext>
            </a:extLst>
          </p:cNvPr>
          <p:cNvSpPr>
            <a:spLocks noGrp="1"/>
          </p:cNvSpPr>
          <p:nvPr/>
        </p:nvSpPr>
        <p:spPr>
          <a:xfrm>
            <a:off x="10287000" y="3838575"/>
            <a:ext cx="714375" cy="714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64" name="icon-chart-466">
            <a:extLst>
              <a:ext uri="{FF2B5EF4-FFF2-40B4-BE49-F238E27FC236}">
                <ns2:creationId id="{15E33CF9-7F9A-4CF6-B5CB-F394FED53C9B}"/>
              </a:ext>
            </a:extLst>
          </p:cNvPr>
          <p:cNvSpPr>
            <a:spLocks noGrp="1"/>
          </p:cNvSpPr>
          <p:nvPr/>
        </p:nvSpPr>
        <p:spPr>
          <a:xfrm>
            <a:off x="10465594" y="4224338"/>
            <a:ext cx="92869" cy="235744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5" name="icon-chart-467">
            <a:extLst>
              <a:ext uri="{FF2B5EF4-FFF2-40B4-BE49-F238E27FC236}">
                <ns2:creationId id="{79EA0860-7559-4F37-A617-495D86041E64}"/>
              </a:ext>
            </a:extLst>
          </p:cNvPr>
          <p:cNvSpPr>
            <a:spLocks noGrp="1"/>
          </p:cNvSpPr>
          <p:nvPr/>
        </p:nvSpPr>
        <p:spPr>
          <a:xfrm>
            <a:off x="10622756" y="4095750"/>
            <a:ext cx="92869" cy="364331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6" name="icon-chart-468">
            <a:extLst>
              <a:ext uri="{FF2B5EF4-FFF2-40B4-BE49-F238E27FC236}">
                <ns2:creationId id="{E558A2C5-2DEB-4B34-B66E-4031B153060F}"/>
              </a:ext>
            </a:extLst>
          </p:cNvPr>
          <p:cNvSpPr>
            <a:spLocks noGrp="1"/>
          </p:cNvSpPr>
          <p:nvPr/>
        </p:nvSpPr>
        <p:spPr>
          <a:xfrm>
            <a:off x="10779919" y="3952875"/>
            <a:ext cx="92869" cy="507206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7" name="shape-469">
            <a:extLst>
              <a:ext uri="{FF2B5EF4-FFF2-40B4-BE49-F238E27FC236}">
                <ns2:creationId id="{D180688E-DB8B-4119-AA2B-3AAE3BE190F2}"/>
              </a:ext>
            </a:extLst>
          </p:cNvPr>
          <p:cNvSpPr>
            <a:spLocks noGrp="1"/>
          </p:cNvSpPr>
          <p:nvPr/>
        </p:nvSpPr>
        <p:spPr>
          <a:xfrm>
            <a:off x="2686050" y="4905375"/>
            <a:ext cx="9048750" cy="1219200"/>
          </a:xfrm>
          <a:prstGeom prst="rect">
            <a:avLst/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68" name="shape-470">
            <a:extLst>
              <a:ext uri="{FF2B5EF4-FFF2-40B4-BE49-F238E27FC236}">
                <ns2:creationId id="{C7DBE787-56B1-4FBB-B227-FD243277D05F}"/>
              </a:ext>
            </a:extLst>
          </p:cNvPr>
          <p:cNvSpPr>
            <a:spLocks noGrp="1"/>
          </p:cNvSpPr>
          <p:nvPr/>
        </p:nvSpPr>
        <p:spPr>
          <a:xfrm>
            <a:off x="2838450" y="5067300"/>
            <a:ext cx="419100" cy="419100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9" name="text-471">
            <a:extLst>
              <a:ext uri="{FF2B5EF4-FFF2-40B4-BE49-F238E27FC236}">
                <ns2:creationId id="{1C2AD94F-7A9A-48C3-A545-23DE9EE4807A}"/>
              </a:ext>
            </a:extLst>
          </p:cNvPr>
          <p:cNvSpPr>
            <a:spLocks noGrp="1"/>
          </p:cNvSpPr>
          <p:nvPr/>
        </p:nvSpPr>
        <p:spPr>
          <a:xfrm>
            <a:off x="2838450" y="5067300"/>
            <a:ext cx="4191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70" name="icon-compass-472">
            <a:extLst>
              <a:ext uri="{FF2B5EF4-FFF2-40B4-BE49-F238E27FC236}">
                <ns2:creationId id="{ABCFF073-B47D-48C3-A11A-6204CCD314B2}"/>
              </a:ext>
            </a:extLst>
          </p:cNvPr>
          <p:cNvSpPr>
            <a:spLocks noGrp="1"/>
          </p:cNvSpPr>
          <p:nvPr/>
        </p:nvSpPr>
        <p:spPr>
          <a:xfrm>
            <a:off x="3523869" y="5238369"/>
            <a:ext cx="553212" cy="553212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71" name="vector-473">
            <a:extLst>
              <a:ext uri="{FF2B5EF4-FFF2-40B4-BE49-F238E27FC236}">
                <ns2:creationId id="{DCC11D7A-4DF3-42C2-80E1-B8100EC134DC}"/>
              </a:ext>
            </a:extLst>
          </p:cNvPr>
          <p:cNvSpPr>
            <a:spLocks noGrp="1"/>
          </p:cNvSpPr>
          <p:nvPr/>
        </p:nvSpPr>
        <p:spPr>
          <a:xfrm>
            <a:off x="3486150" y="5200650"/>
            <a:ext cx="628650" cy="6286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2" name="vector-474">
            <a:extLst>
              <a:ext uri="{FF2B5EF4-FFF2-40B4-BE49-F238E27FC236}">
                <ns2:creationId id="{9BE98EA5-54C2-46D1-930A-F858266E4C0F}"/>
              </a:ext>
            </a:extLst>
          </p:cNvPr>
          <p:cNvSpPr>
            <a:spLocks noGrp="1"/>
          </p:cNvSpPr>
          <p:nvPr/>
        </p:nvSpPr>
        <p:spPr>
          <a:xfrm>
            <a:off x="3486150" y="5200650"/>
            <a:ext cx="628650" cy="6286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3" name="text-475">
            <a:extLst>
              <a:ext uri="{FF2B5EF4-FFF2-40B4-BE49-F238E27FC236}">
                <ns2:creationId id="{3C1628D3-7E46-43CB-87B4-2E6B2A1D379F}"/>
              </a:ext>
            </a:extLst>
          </p:cNvPr>
          <p:cNvSpPr>
            <a:spLocks noGrp="1"/>
          </p:cNvSpPr>
          <p:nvPr/>
        </p:nvSpPr>
        <p:spPr>
          <a:xfrm>
            <a:off x="4400550" y="5019675"/>
            <a:ext cx="3381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4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结论与展望</a:t>
            </a:r>
            <a:endParaRPr/>
          </a:p>
        </p:txBody>
      </p:sp>
      <p:sp>
        <p:nvSpPr>
          <p:cNvPr id="74" name="text-476">
            <a:extLst>
              <a:ext uri="{FF2B5EF4-FFF2-40B4-BE49-F238E27FC236}">
                <ns2:creationId id="{0B7724AE-2FA2-4643-9CA0-540A4CC39DF6}"/>
              </a:ext>
            </a:extLst>
          </p:cNvPr>
          <p:cNvSpPr>
            <a:spLocks noGrp="1"/>
          </p:cNvSpPr>
          <p:nvPr/>
        </p:nvSpPr>
        <p:spPr>
          <a:xfrm>
            <a:off x="4400550" y="542925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明确支持范围与下一步检验</a:t>
            </a:r>
            <a:endParaRPr/>
          </a:p>
        </p:txBody>
      </p:sp>
      <p:sp>
        <p:nvSpPr>
          <p:cNvPr id="75" name="text-477">
            <a:extLst>
              <a:ext uri="{FF2B5EF4-FFF2-40B4-BE49-F238E27FC236}">
                <ns2:creationId id="{2A036C58-11E5-4256-AEC9-C94FE6D416C3}"/>
              </a:ext>
            </a:extLst>
          </p:cNvPr>
          <p:cNvSpPr>
            <a:spLocks noGrp="1"/>
          </p:cNvSpPr>
          <p:nvPr/>
        </p:nvSpPr>
        <p:spPr>
          <a:xfrm>
            <a:off x="4400550" y="5743575"/>
            <a:ext cx="485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区分已有支持、未决问题与后续工作</a:t>
            </a:r>
            <a:endParaRPr/>
          </a:p>
        </p:txBody>
      </p:sp>
      <p:sp>
        <p:nvSpPr>
          <p:cNvPr id="76" name="icon-compass-478">
            <a:extLst>
              <a:ext uri="{FF2B5EF4-FFF2-40B4-BE49-F238E27FC236}">
                <ns2:creationId id="{A13E8D49-1322-45F2-8FEF-35F295B301C0}"/>
              </a:ext>
            </a:extLst>
          </p:cNvPr>
          <p:cNvSpPr>
            <a:spLocks noGrp="1"/>
          </p:cNvSpPr>
          <p:nvPr/>
        </p:nvSpPr>
        <p:spPr>
          <a:xfrm>
            <a:off x="10329863" y="5205413"/>
            <a:ext cx="628650" cy="62865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77" name="vector-479">
            <a:extLst>
              <a:ext uri="{FF2B5EF4-FFF2-40B4-BE49-F238E27FC236}">
                <ns2:creationId id="{01C49990-83C1-4E81-8CD6-AFDF31C70DC5}"/>
              </a:ext>
            </a:extLst>
          </p:cNvPr>
          <p:cNvSpPr>
            <a:spLocks noGrp="1"/>
          </p:cNvSpPr>
          <p:nvPr/>
        </p:nvSpPr>
        <p:spPr>
          <a:xfrm>
            <a:off x="10287000" y="5162550"/>
            <a:ext cx="714375" cy="7143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8" name="vector-480">
            <a:extLst>
              <a:ext uri="{FF2B5EF4-FFF2-40B4-BE49-F238E27FC236}">
                <ns2:creationId id="{827163A0-1025-48D0-8262-9E83EE72094E}"/>
              </a:ext>
            </a:extLst>
          </p:cNvPr>
          <p:cNvSpPr>
            <a:spLocks noGrp="1"/>
          </p:cNvSpPr>
          <p:nvPr/>
        </p:nvSpPr>
        <p:spPr>
          <a:xfrm>
            <a:off x="10287000" y="5162550"/>
            <a:ext cx="714375" cy="7143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9" name="text-481">
            <a:extLst>
              <a:ext uri="{FF2B5EF4-FFF2-40B4-BE49-F238E27FC236}">
                <ns2:creationId id="{C93298BA-72FE-4ADD-B1CD-50AC4A765F9C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80" name="text-482">
            <a:extLst>
              <a:ext uri="{FF2B5EF4-FFF2-40B4-BE49-F238E27FC236}">
                <ns2:creationId id="{A42496F1-27CB-4BC3-A467-ECDC1352A29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06</a:t>
            </a:r>
            <a:endParaRPr/>
          </a:p>
        </p:txBody>
      </p:sp>
    </p:spTree>
    <p:extLst>
      <p:ext uri="{BB962C8B-B14F-4D97-AF65-F5344CB8AC3E}">
        <ns3:creationId val="1277812684"/>
      </p:ext>
    </p:extLst>
  </p:cSld>
</p:sld>
</file>

<file path=ppt/slides/slide7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45" name="">
            <a:extLst>
              <a:ext uri="{FF2B5EF4-FFF2-40B4-BE49-F238E27FC236}">
                <ns2:creationId id="{EDB2641F-009B-4118-86AD-09BEE73715A9}"/>
              </a:ext>
            </a:extLst>
          </p:cNvPr>
          <p:cNvPicPr>
            <a:picLocks noChangeAspect="1"/>
          </p:cNvPicPr>
          <p:nvPr/>
        </p:nvPicPr>
        <p:blipFill>
          <a:blip r:embed="R8fcd05eff92847ce">
            <a:duotone>
              <a:srgbClr val="1359A0"/>
              <a:srgbClr val="FFFFFF"/>
            </a:duotone>
          </a:blip>
          <a:stretch/>
        </p:blipFill>
        <p:spPr>
          <a:xfrm>
            <a:off x="5857875" y="762000"/>
            <a:ext cx="5238750" cy="5238750"/>
          </a:xfrm>
          <a:prstGeom prst="rect">
            <a:avLst/>
          </a:prstGeom>
        </p:spPr>
      </p:pic>
      <p:sp>
        <p:nvSpPr>
          <p:cNvPr id="2" name="text-483">
            <a:extLst>
              <a:ext uri="{FF2B5EF4-FFF2-40B4-BE49-F238E27FC236}">
                <ns2:creationId id="{FE71ACDF-DBA4-41D4-B9CC-290C2CB2EF46}"/>
              </a:ext>
            </a:extLst>
          </p:cNvPr>
          <p:cNvSpPr>
            <a:spLocks noGrp="1"/>
          </p:cNvSpPr>
          <p:nvPr/>
        </p:nvSpPr>
        <p:spPr>
          <a:xfrm>
            <a:off x="342900" y="571500"/>
            <a:ext cx="26193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96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03</a:t>
            </a:r>
            <a:endParaRPr/>
          </a:p>
        </p:txBody>
      </p:sp>
      <p:sp>
        <p:nvSpPr>
          <p:cNvPr id="3" name="shape-484">
            <a:extLst>
              <a:ext uri="{FF2B5EF4-FFF2-40B4-BE49-F238E27FC236}">
                <ns2:creationId id="{8DBCC840-EB5A-454A-968C-6B46ECC14607}"/>
              </a:ext>
            </a:extLst>
          </p:cNvPr>
          <p:cNvSpPr>
            <a:spLocks noGrp="1"/>
          </p:cNvSpPr>
          <p:nvPr/>
        </p:nvSpPr>
        <p:spPr>
          <a:xfrm>
            <a:off x="2171700" y="904875"/>
            <a:ext cx="47625" cy="819150"/>
          </a:xfrm>
          <a:prstGeom prst="rect">
            <a:avLst/>
          </a:prstGeom>
          <a:solidFill>
            <a:srgbClr val="B82D32"/>
          </a:solidFill>
          <a:ln w="0">
            <a:noFill/>
            <a:prstDash val="solid"/>
          </a:ln>
        </p:spPr>
      </p:sp>
      <p:sp>
        <p:nvSpPr>
          <p:cNvPr id="4" name="text-485">
            <a:extLst>
              <a:ext uri="{FF2B5EF4-FFF2-40B4-BE49-F238E27FC236}">
                <ns2:creationId id="{74047E7F-3136-4925-87BA-9ABB9F415E03}"/>
              </a:ext>
            </a:extLst>
          </p:cNvPr>
          <p:cNvSpPr>
            <a:spLocks noGrp="1"/>
          </p:cNvSpPr>
          <p:nvPr/>
        </p:nvSpPr>
        <p:spPr>
          <a:xfrm>
            <a:off x="361950" y="2247900"/>
            <a:ext cx="6000750" cy="1581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数据与证据</a:t>
            </a:r>
            <a:endParaRPr/>
          </a:p>
          <a:p>
            <a:pPr algn="l">
              <a:def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4800" b="1">
                <a:solidFill>
                  <a:srgbClr val="1359A0"/>
                </a:solidFill>
                <a:latin typeface="Noto Serif CJK SC"/>
                <a:ea typeface="Noto Serif CJK SC"/>
                <a:cs typeface="Noto Serif CJK SC"/>
              </a:rPr>
              <a:t>从观测到解释</a:t>
            </a:r>
            <a:endParaRPr/>
          </a:p>
        </p:txBody>
      </p:sp>
      <p:sp>
        <p:nvSpPr>
          <p:cNvPr id="5" name="text-486">
            <a:extLst>
              <a:ext uri="{FF2B5EF4-FFF2-40B4-BE49-F238E27FC236}">
                <ns2:creationId id="{0CB93EA6-DAD6-4A07-BA2B-C1B361013F10}"/>
              </a:ext>
            </a:extLst>
          </p:cNvPr>
          <p:cNvSpPr>
            <a:spLocks noGrp="1"/>
          </p:cNvSpPr>
          <p:nvPr/>
        </p:nvSpPr>
        <p:spPr>
          <a:xfrm>
            <a:off x="381000" y="438150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defPPr>
            <a:lvl1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1pPr>
            <a:lvl2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2pPr>
            <a:lvl3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3pPr>
            <a:lvl4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4pPr>
            <a:lvl5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5pPr>
            <a:lvl6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6pPr>
            <a:lvl7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7pPr>
            <a:lvl8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8pPr>
            <a:lvl9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lvl9pPr>
          </a:lstStyle>
          <a:p>
            <a: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结合空间格局、群落指标与模型结果，</a:t>
            </a:r>
            <a:endParaRPr/>
          </a:p>
          <a:p>
            <a:pPr algn="l">
              <a:def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defRPr>
            </a:pPr>
            <a:r>
              <a:rPr sz="2025" b="0">
                <a:solidFill>
                  <a:srgbClr val="17232D"/>
                </a:solidFill>
                <a:latin typeface="Noto Serif CJK SC"/>
                <a:ea typeface="Noto Serif CJK SC"/>
                <a:cs typeface="Noto Serif CJK SC"/>
              </a:rPr>
              <a:t>逐步检验生态机制。</a:t>
            </a:r>
            <a:endParaRPr/>
          </a:p>
        </p:txBody>
      </p:sp>
      <p:sp>
        <p:nvSpPr>
          <p:cNvPr id="6" name="line-487">
            <a:extLst>
              <a:ext uri="{FF2B5EF4-FFF2-40B4-BE49-F238E27FC236}">
                <ns2:creationId id="{BAC6F1EB-3958-468C-9786-5F411AA322A5}"/>
              </a:ext>
            </a:extLst>
          </p:cNvPr>
          <p:cNvSpPr>
            <a:spLocks noGrp="1"/>
          </p:cNvSpPr>
          <p:nvPr/>
        </p:nvSpPr>
        <p:spPr>
          <a:xfrm>
            <a:off x="228600" y="6029325"/>
            <a:ext cx="1173480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7" name="icon-clipboard-488">
            <a:extLst>
              <a:ext uri="{FF2B5EF4-FFF2-40B4-BE49-F238E27FC236}">
                <ns2:creationId id="{50BB6FA1-F786-4A0C-B7F5-E7581A318AC9}"/>
              </a:ext>
            </a:extLst>
          </p:cNvPr>
          <p:cNvSpPr>
            <a:spLocks noGrp="1"/>
          </p:cNvSpPr>
          <p:nvPr/>
        </p:nvSpPr>
        <p:spPr>
          <a:xfrm>
            <a:off x="409956" y="6213729"/>
            <a:ext cx="173355" cy="208026"/>
          </a:xfrm>
          <a:prstGeom prst="roundRect">
            <a:avLst>
              <a:gd name="adj" fmla="val 43956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" name="icon-clipboard-489">
            <a:extLst>
              <a:ext uri="{FF2B5EF4-FFF2-40B4-BE49-F238E27FC236}">
                <ns2:creationId id="{5BDEC722-97E0-4061-8E14-E63C22643C0F}"/>
              </a:ext>
            </a:extLst>
          </p:cNvPr>
          <p:cNvSpPr>
            <a:spLocks noGrp="1"/>
          </p:cNvSpPr>
          <p:nvPr/>
        </p:nvSpPr>
        <p:spPr>
          <a:xfrm>
            <a:off x="455295" y="6195060"/>
            <a:ext cx="80010" cy="40005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9" name="vector-490">
            <a:extLst>
              <a:ext uri="{FF2B5EF4-FFF2-40B4-BE49-F238E27FC236}">
                <ns2:creationId id="{CF66DC96-F21B-45A3-8FB8-BC842AAF47DF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0" name="vector-491">
            <a:extLst>
              <a:ext uri="{FF2B5EF4-FFF2-40B4-BE49-F238E27FC236}">
                <ns2:creationId id="{ECBEF463-AF9B-4050-9F87-F25A9FB4287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vector-492">
            <a:extLst>
              <a:ext uri="{FF2B5EF4-FFF2-40B4-BE49-F238E27FC236}">
                <ns2:creationId id="{CF5E521B-E052-4140-9EB2-ABE8CDD429B8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vector-493">
            <a:extLst>
              <a:ext uri="{FF2B5EF4-FFF2-40B4-BE49-F238E27FC236}">
                <ns2:creationId id="{19EF9886-DB8F-470A-8867-DABCF5FC4450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3" name="vector-494">
            <a:extLst>
              <a:ext uri="{FF2B5EF4-FFF2-40B4-BE49-F238E27FC236}">
                <ns2:creationId id="{84C55DE8-2B3A-4C5A-B01D-782EA7D9F5B6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4" name="vector-495">
            <a:extLst>
              <a:ext uri="{FF2B5EF4-FFF2-40B4-BE49-F238E27FC236}">
                <ns2:creationId id="{C0DD50BC-17BA-4ACB-A748-12E672439B80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5" name="vector-496">
            <a:extLst>
              <a:ext uri="{FF2B5EF4-FFF2-40B4-BE49-F238E27FC236}">
                <ns2:creationId id="{A490858A-646F-407B-9098-2BB7D0C2667E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6" name="vector-497">
            <a:extLst>
              <a:ext uri="{FF2B5EF4-FFF2-40B4-BE49-F238E27FC236}">
                <ns2:creationId id="{C4B89282-8828-4F9C-ACB7-4A1A4853286F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7" name="vector-498">
            <a:extLst>
              <a:ext uri="{FF2B5EF4-FFF2-40B4-BE49-F238E27FC236}">
                <ns2:creationId id="{A4241197-CE9F-46F3-9137-F5C785774B77}"/>
              </a:ext>
            </a:extLst>
          </p:cNvPr>
          <p:cNvSpPr>
            <a:spLocks noGrp="1"/>
          </p:cNvSpPr>
          <p:nvPr/>
        </p:nvSpPr>
        <p:spPr>
          <a:xfrm>
            <a:off x="361950" y="6181725"/>
            <a:ext cx="266700" cy="26670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8" name="text-499">
            <a:extLst>
              <a:ext uri="{FF2B5EF4-FFF2-40B4-BE49-F238E27FC236}">
                <ns2:creationId id="{061CCF53-30C1-4007-8445-9063E2A8B568}"/>
              </a:ext>
            </a:extLst>
          </p:cNvPr>
          <p:cNvSpPr>
            <a:spLocks noGrp="1"/>
          </p:cNvSpPr>
          <p:nvPr/>
        </p:nvSpPr>
        <p:spPr>
          <a:xfrm>
            <a:off x="7429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研究背景</a:t>
            </a:r>
            <a:endParaRPr/>
          </a:p>
        </p:txBody>
      </p:sp>
      <p:sp>
        <p:nvSpPr>
          <p:cNvPr id="19" name="vector-500">
            <a:extLst>
              <a:ext uri="{FF2B5EF4-FFF2-40B4-BE49-F238E27FC236}">
                <ns2:creationId id="{7E1514FD-3177-4E8F-B245-ACFFA8A003CF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0" name="vector-501">
            <a:extLst>
              <a:ext uri="{FF2B5EF4-FFF2-40B4-BE49-F238E27FC236}">
                <ns2:creationId id="{2C038C1D-FADE-45CE-9D6E-BCA38BC40BBF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1" name="vector-502">
            <a:extLst>
              <a:ext uri="{FF2B5EF4-FFF2-40B4-BE49-F238E27FC236}">
                <ns2:creationId id="{526B1210-5246-4E16-AF03-7715143537ED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2" name="vector-503">
            <a:extLst>
              <a:ext uri="{FF2B5EF4-FFF2-40B4-BE49-F238E27FC236}">
                <ns2:creationId id="{A75864C7-D5C3-4F56-A380-130D199FF840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3" name="vector-504">
            <a:extLst>
              <a:ext uri="{FF2B5EF4-FFF2-40B4-BE49-F238E27FC236}">
                <ns2:creationId id="{4ED20D95-822C-4A70-8A73-5408821AC6A0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4" name="vector-505">
            <a:extLst>
              <a:ext uri="{FF2B5EF4-FFF2-40B4-BE49-F238E27FC236}">
                <ns2:creationId id="{D8EE6DCC-0750-4580-BB0D-73A7C7D2B743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5" name="vector-506">
            <a:extLst>
              <a:ext uri="{FF2B5EF4-FFF2-40B4-BE49-F238E27FC236}">
                <ns2:creationId id="{EB578EB8-D7D7-4E0F-B128-602FAD74669C}"/>
              </a:ext>
            </a:extLst>
          </p:cNvPr>
          <p:cNvSpPr>
            <a:spLocks noGrp="1"/>
          </p:cNvSpPr>
          <p:nvPr/>
        </p:nvSpPr>
        <p:spPr>
          <a:xfrm>
            <a:off x="3314700" y="6181725"/>
            <a:ext cx="266700" cy="2667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6" name="icon-network-507">
            <a:extLst>
              <a:ext uri="{FF2B5EF4-FFF2-40B4-BE49-F238E27FC236}">
                <ns2:creationId id="{79163C92-DC68-4B34-99D4-D4AE215B9992}"/>
              </a:ext>
            </a:extLst>
          </p:cNvPr>
          <p:cNvSpPr>
            <a:spLocks noGrp="1"/>
          </p:cNvSpPr>
          <p:nvPr/>
        </p:nvSpPr>
        <p:spPr>
          <a:xfrm>
            <a:off x="3330702" y="6261735"/>
            <a:ext cx="37338" cy="3733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7" name="icon-network-508">
            <a:extLst>
              <a:ext uri="{FF2B5EF4-FFF2-40B4-BE49-F238E27FC236}">
                <ns2:creationId id="{8B2523AC-D5FE-4B5E-B57E-8F5632D7F4CD}"/>
              </a:ext>
            </a:extLst>
          </p:cNvPr>
          <p:cNvSpPr>
            <a:spLocks noGrp="1"/>
          </p:cNvSpPr>
          <p:nvPr/>
        </p:nvSpPr>
        <p:spPr>
          <a:xfrm>
            <a:off x="3416046" y="6195060"/>
            <a:ext cx="37338" cy="3733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8" name="icon-network-509">
            <a:extLst>
              <a:ext uri="{FF2B5EF4-FFF2-40B4-BE49-F238E27FC236}">
                <ns2:creationId id="{79E98D91-9D8B-422D-B5E5-EBA4C18EBF2A}"/>
              </a:ext>
            </a:extLst>
          </p:cNvPr>
          <p:cNvSpPr>
            <a:spLocks noGrp="1"/>
          </p:cNvSpPr>
          <p:nvPr/>
        </p:nvSpPr>
        <p:spPr>
          <a:xfrm>
            <a:off x="3520059" y="6243066"/>
            <a:ext cx="37338" cy="3733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9" name="icon-network-510">
            <a:extLst>
              <a:ext uri="{FF2B5EF4-FFF2-40B4-BE49-F238E27FC236}">
                <ns2:creationId id="{8652485D-05C0-4280-8345-231E738C221A}"/>
              </a:ext>
            </a:extLst>
          </p:cNvPr>
          <p:cNvSpPr>
            <a:spLocks noGrp="1"/>
          </p:cNvSpPr>
          <p:nvPr/>
        </p:nvSpPr>
        <p:spPr>
          <a:xfrm>
            <a:off x="3480054" y="6384417"/>
            <a:ext cx="37338" cy="3733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0" name="icon-network-511">
            <a:extLst>
              <a:ext uri="{FF2B5EF4-FFF2-40B4-BE49-F238E27FC236}">
                <ns2:creationId id="{F9E7E0B9-AF25-4843-9D32-ABDDE5C2EEBB}"/>
              </a:ext>
            </a:extLst>
          </p:cNvPr>
          <p:cNvSpPr>
            <a:spLocks noGrp="1"/>
          </p:cNvSpPr>
          <p:nvPr/>
        </p:nvSpPr>
        <p:spPr>
          <a:xfrm>
            <a:off x="3360039" y="6381750"/>
            <a:ext cx="37338" cy="3733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1" name="text-512">
            <a:extLst>
              <a:ext uri="{FF2B5EF4-FFF2-40B4-BE49-F238E27FC236}">
                <ns2:creationId id="{31291BDD-6345-4A8C-88D7-8EE83C3F7BA5}"/>
              </a:ext>
            </a:extLst>
          </p:cNvPr>
          <p:cNvSpPr>
            <a:spLocks noGrp="1"/>
          </p:cNvSpPr>
          <p:nvPr/>
        </p:nvSpPr>
        <p:spPr>
          <a:xfrm>
            <a:off x="36957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机制与假设</a:t>
            </a:r>
            <a:endParaRPr/>
          </a:p>
        </p:txBody>
      </p:sp>
      <p:sp>
        <p:nvSpPr>
          <p:cNvPr id="32" name="vector-513">
            <a:extLst>
              <a:ext uri="{FF2B5EF4-FFF2-40B4-BE49-F238E27FC236}">
                <ns2:creationId id="{B1714860-1237-4B50-BC55-F84C50B27C58}"/>
              </a:ext>
            </a:extLst>
          </p:cNvPr>
          <p:cNvSpPr>
            <a:spLocks noGrp="1"/>
          </p:cNvSpPr>
          <p:nvPr/>
        </p:nvSpPr>
        <p:spPr>
          <a:xfrm>
            <a:off x="6267450" y="6181725"/>
            <a:ext cx="266700" cy="2667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3" name="vector-514">
            <a:extLst>
              <a:ext uri="{FF2B5EF4-FFF2-40B4-BE49-F238E27FC236}">
                <ns2:creationId id="{980E19DA-057E-4EE8-86EC-61E8A28D4E27}"/>
              </a:ext>
            </a:extLst>
          </p:cNvPr>
          <p:cNvSpPr>
            <a:spLocks noGrp="1"/>
          </p:cNvSpPr>
          <p:nvPr/>
        </p:nvSpPr>
        <p:spPr>
          <a:xfrm>
            <a:off x="6267450" y="6181725"/>
            <a:ext cx="266700" cy="2667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4" name="icon-chart-515">
            <a:extLst>
              <a:ext uri="{FF2B5EF4-FFF2-40B4-BE49-F238E27FC236}">
                <ns2:creationId id="{52659713-4A58-4A4E-BFED-7AAD6824290A}"/>
              </a:ext>
            </a:extLst>
          </p:cNvPr>
          <p:cNvSpPr>
            <a:spLocks noGrp="1"/>
          </p:cNvSpPr>
          <p:nvPr/>
        </p:nvSpPr>
        <p:spPr>
          <a:xfrm>
            <a:off x="6334125" y="6325743"/>
            <a:ext cx="34671" cy="88011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5" name="icon-chart-516">
            <a:extLst>
              <a:ext uri="{FF2B5EF4-FFF2-40B4-BE49-F238E27FC236}">
                <ns2:creationId id="{D2D2FC49-9A51-42F9-A393-D1B52A3CD5BA}"/>
              </a:ext>
            </a:extLst>
          </p:cNvPr>
          <p:cNvSpPr>
            <a:spLocks noGrp="1"/>
          </p:cNvSpPr>
          <p:nvPr/>
        </p:nvSpPr>
        <p:spPr>
          <a:xfrm>
            <a:off x="6392799" y="6277737"/>
            <a:ext cx="34671" cy="136017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6" name="icon-chart-517">
            <a:extLst>
              <a:ext uri="{FF2B5EF4-FFF2-40B4-BE49-F238E27FC236}">
                <ns2:creationId id="{C861A4C2-770A-424E-8363-78CB1839E210}"/>
              </a:ext>
            </a:extLst>
          </p:cNvPr>
          <p:cNvSpPr>
            <a:spLocks noGrp="1"/>
          </p:cNvSpPr>
          <p:nvPr/>
        </p:nvSpPr>
        <p:spPr>
          <a:xfrm>
            <a:off x="6451473" y="6224397"/>
            <a:ext cx="34671" cy="189357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7" name="text-518">
            <a:extLst>
              <a:ext uri="{FF2B5EF4-FFF2-40B4-BE49-F238E27FC236}">
                <ns2:creationId id="{14F671F4-CF60-42E1-BA98-6417E0D706EF}"/>
              </a:ext>
            </a:extLst>
          </p:cNvPr>
          <p:cNvSpPr>
            <a:spLocks noGrp="1"/>
          </p:cNvSpPr>
          <p:nvPr/>
        </p:nvSpPr>
        <p:spPr>
          <a:xfrm>
            <a:off x="664845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数据与证据</a:t>
            </a:r>
            <a:endParaRPr/>
          </a:p>
        </p:txBody>
      </p:sp>
      <p:sp>
        <p:nvSpPr>
          <p:cNvPr id="38" name="shape-519">
            <a:extLst>
              <a:ext uri="{FF2B5EF4-FFF2-40B4-BE49-F238E27FC236}">
                <ns2:creationId id="{6E875B6B-1B40-4DE5-8694-DDF5E5C3888C}"/>
              </a:ext>
            </a:extLst>
          </p:cNvPr>
          <p:cNvSpPr>
            <a:spLocks noGrp="1"/>
          </p:cNvSpPr>
          <p:nvPr/>
        </p:nvSpPr>
        <p:spPr>
          <a:xfrm>
            <a:off x="6648450" y="6505575"/>
            <a:ext cx="1952625" cy="28575"/>
          </a:xfrm>
          <a:prstGeom prst="rect">
            <a:avLst/>
          </a:prstGeom>
          <a:solidFill>
            <a:srgbClr val="B82D32"/>
          </a:solidFill>
          <a:ln w="0">
            <a:noFill/>
            <a:prstDash val="solid"/>
          </a:ln>
        </p:spPr>
      </p:sp>
      <p:sp>
        <p:nvSpPr>
          <p:cNvPr id="39" name="icon-compass-520">
            <a:extLst>
              <a:ext uri="{FF2B5EF4-FFF2-40B4-BE49-F238E27FC236}">
                <ns2:creationId id="{CD8ECF2F-59A6-4414-A769-11B133490CA7}"/>
              </a:ext>
            </a:extLst>
          </p:cNvPr>
          <p:cNvSpPr>
            <a:spLocks noGrp="1"/>
          </p:cNvSpPr>
          <p:nvPr/>
        </p:nvSpPr>
        <p:spPr>
          <a:xfrm>
            <a:off x="9236202" y="6197727"/>
            <a:ext cx="234696" cy="234696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vector-521">
            <a:extLst>
              <a:ext uri="{FF2B5EF4-FFF2-40B4-BE49-F238E27FC236}">
                <ns2:creationId id="{535FD3CC-DE13-4795-97B0-D8D777602EC1}"/>
              </a:ext>
            </a:extLst>
          </p:cNvPr>
          <p:cNvSpPr>
            <a:spLocks noGrp="1"/>
          </p:cNvSpPr>
          <p:nvPr/>
        </p:nvSpPr>
        <p:spPr>
          <a:xfrm>
            <a:off x="9220200" y="6181725"/>
            <a:ext cx="266700" cy="2667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1" name="vector-522">
            <a:extLst>
              <a:ext uri="{FF2B5EF4-FFF2-40B4-BE49-F238E27FC236}">
                <ns2:creationId id="{660A7EB3-E99F-4203-8D25-D35C48B4F3BB}"/>
              </a:ext>
            </a:extLst>
          </p:cNvPr>
          <p:cNvSpPr>
            <a:spLocks noGrp="1"/>
          </p:cNvSpPr>
          <p:nvPr/>
        </p:nvSpPr>
        <p:spPr>
          <a:xfrm>
            <a:off x="9220200" y="6181725"/>
            <a:ext cx="266700" cy="2667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2" name="text-523">
            <a:extLst>
              <a:ext uri="{FF2B5EF4-FFF2-40B4-BE49-F238E27FC236}">
                <ns2:creationId id="{9257DEBB-2570-4C93-9346-E353284DCE5C}"/>
              </a:ext>
            </a:extLst>
          </p:cNvPr>
          <p:cNvSpPr>
            <a:spLocks noGrp="1"/>
          </p:cNvSpPr>
          <p:nvPr/>
        </p:nvSpPr>
        <p:spPr>
          <a:xfrm>
            <a:off x="9601200" y="6153150"/>
            <a:ext cx="2381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结论与展望</a:t>
            </a:r>
            <a:endParaRPr/>
          </a:p>
        </p:txBody>
      </p:sp>
      <p:sp>
        <p:nvSpPr>
          <p:cNvPr id="43" name="text-524">
            <a:extLst>
              <a:ext uri="{FF2B5EF4-FFF2-40B4-BE49-F238E27FC236}">
                <ns2:creationId id="{989F21F9-CA61-4F5D-AC5C-CC983086B202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4" name="text-525">
            <a:extLst>
              <a:ext uri="{FF2B5EF4-FFF2-40B4-BE49-F238E27FC236}">
                <ns2:creationId id="{96F19EAC-3338-433A-85E6-69A7BFC0354C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07</a:t>
            </a:r>
            <a:endParaRPr/>
          </a:p>
        </p:txBody>
      </p:sp>
    </p:spTree>
    <p:extLst>
      <p:ext uri="{BB962C8B-B14F-4D97-AF65-F5344CB8AC3E}">
        <ns4:creationId val="205765366"/>
      </p:ext>
    </p:extLst>
  </p:cSld>
</p:sld>
</file>

<file path=ppt/slides/slide8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54" name="text-526">
            <a:extLst>
              <a:ext uri="{FF2B5EF4-FFF2-40B4-BE49-F238E27FC236}">
                <ns2:creationId id="{99DFEB74-A564-4E1D-8BA3-F81B4C3EE334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技术体系｜多源生态数据如何形成证据</a:t>
            </a:r>
            <a:endParaRPr/>
          </a:p>
        </p:txBody>
      </p:sp>
      <p:sp>
        <p:nvSpPr>
          <p:cNvPr id="2" name="line-527">
            <a:extLst>
              <a:ext uri="{FF2B5EF4-FFF2-40B4-BE49-F238E27FC236}">
                <ns2:creationId id="{E5B657CB-E28F-4C48-9DE6-383B50640ACE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528">
            <a:extLst>
              <a:ext uri="{FF2B5EF4-FFF2-40B4-BE49-F238E27FC236}">
                <ns2:creationId id="{78DDBEC4-1351-4232-89D4-9259FD033B32}"/>
              </a:ext>
            </a:extLst>
          </p:cNvPr>
          <p:cNvSpPr>
            <a:spLocks noGrp="1"/>
          </p:cNvSpPr>
          <p:nvPr/>
        </p:nvSpPr>
        <p:spPr>
          <a:xfrm>
            <a:off x="304800" y="876300"/>
            <a:ext cx="2707574" cy="5210175"/>
          </a:xfrm>
          <a:prstGeom prst="rect">
            <a:avLst>
              <a:gd name="adj" fmla="val 2778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529">
            <a:extLst>
              <a:ext uri="{FF2B5EF4-FFF2-40B4-BE49-F238E27FC236}">
                <ns2:creationId id="{1927AEAB-B31D-4CAA-99A2-04130CEF063A}"/>
              </a:ext>
            </a:extLst>
          </p:cNvPr>
          <p:cNvSpPr>
            <a:spLocks noGrp="1"/>
          </p:cNvSpPr>
          <p:nvPr/>
        </p:nvSpPr>
        <p:spPr>
          <a:xfrm>
            <a:off x="314201" y="885825"/>
            <a:ext cx="2688771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icon-camera-530">
            <a:extLst>
              <a:ext uri="{FF2B5EF4-FFF2-40B4-BE49-F238E27FC236}">
                <ns2:creationId id="{245AF056-EB00-4E41-B4D7-3944F68077F6}"/>
              </a:ext>
            </a:extLst>
          </p:cNvPr>
          <p:cNvSpPr>
            <a:spLocks noGrp="1"/>
          </p:cNvSpPr>
          <p:nvPr/>
        </p:nvSpPr>
        <p:spPr>
          <a:xfrm>
            <a:off x="435384" y="1011650"/>
            <a:ext cx="218299" cy="156877"/>
          </a:xfrm>
          <a:prstGeom prst="roundRect">
            <a:avLst>
              <a:gd name="adj" fmla="val 48573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" name="icon-camera-531">
            <a:extLst>
              <a:ext uri="{FF2B5EF4-FFF2-40B4-BE49-F238E27FC236}">
                <ns2:creationId id="{AF5FDA90-1053-4EDB-A274-68B13126E7AA}"/>
              </a:ext>
            </a:extLst>
          </p:cNvPr>
          <p:cNvSpPr>
            <a:spLocks noGrp="1"/>
          </p:cNvSpPr>
          <p:nvPr/>
        </p:nvSpPr>
        <p:spPr>
          <a:xfrm>
            <a:off x="501381" y="978218"/>
            <a:ext cx="83766" cy="43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" name="icon-camera-532">
            <a:extLst>
              <a:ext uri="{FF2B5EF4-FFF2-40B4-BE49-F238E27FC236}">
                <ns2:creationId id="{B41B0BB3-C328-4985-A1C1-675503F4D2C3}"/>
              </a:ext>
            </a:extLst>
          </p:cNvPr>
          <p:cNvSpPr>
            <a:spLocks noGrp="1"/>
          </p:cNvSpPr>
          <p:nvPr/>
        </p:nvSpPr>
        <p:spPr>
          <a:xfrm>
            <a:off x="498843" y="1045083"/>
            <a:ext cx="91381" cy="925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" name="icon-camera-533">
            <a:extLst>
              <a:ext uri="{FF2B5EF4-FFF2-40B4-BE49-F238E27FC236}">
                <ns2:creationId id="{815D5199-655E-4060-B29B-290396DA699D}"/>
              </a:ext>
            </a:extLst>
          </p:cNvPr>
          <p:cNvSpPr>
            <a:spLocks noGrp="1"/>
          </p:cNvSpPr>
          <p:nvPr/>
        </p:nvSpPr>
        <p:spPr>
          <a:xfrm>
            <a:off x="605454" y="1032224"/>
            <a:ext cx="20307" cy="20574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9" name="text-534">
            <a:extLst>
              <a:ext uri="{FF2B5EF4-FFF2-40B4-BE49-F238E27FC236}">
                <ns2:creationId id="{7115DC89-8BC1-49DD-81FF-A1F843F94118}"/>
              </a:ext>
            </a:extLst>
          </p:cNvPr>
          <p:cNvSpPr>
            <a:spLocks noGrp="1"/>
          </p:cNvSpPr>
          <p:nvPr/>
        </p:nvSpPr>
        <p:spPr>
          <a:xfrm>
            <a:off x="756062" y="942975"/>
            <a:ext cx="214349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观测基础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panel-535">
            <a:extLst>
              <a:ext uri="{FF2B5EF4-FFF2-40B4-BE49-F238E27FC236}">
                <ns2:creationId id="{56ADBDF6-CB63-4C3D-9F81-6C2850C752BC}"/>
              </a:ext>
            </a:extLst>
          </p:cNvPr>
          <p:cNvSpPr>
            <a:spLocks noGrp="1"/>
          </p:cNvSpPr>
          <p:nvPr/>
        </p:nvSpPr>
        <p:spPr>
          <a:xfrm>
            <a:off x="3181597" y="876300"/>
            <a:ext cx="5170714" cy="5210175"/>
          </a:xfrm>
          <a:prstGeom prst="rect">
            <a:avLst>
              <a:gd name="adj" fmla="val 146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" name="shape-536">
            <a:extLst>
              <a:ext uri="{FF2B5EF4-FFF2-40B4-BE49-F238E27FC236}">
                <ns2:creationId id="{4FACB0EE-A9BD-4647-8671-D294D75C6EDA}"/>
              </a:ext>
            </a:extLst>
          </p:cNvPr>
          <p:cNvSpPr>
            <a:spLocks noGrp="1"/>
          </p:cNvSpPr>
          <p:nvPr/>
        </p:nvSpPr>
        <p:spPr>
          <a:xfrm>
            <a:off x="3190999" y="885825"/>
            <a:ext cx="515191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" name="vector-537">
            <a:extLst>
              <a:ext uri="{FF2B5EF4-FFF2-40B4-BE49-F238E27FC236}">
                <ns2:creationId id="{80F955F9-CFD5-4E7A-BC41-6DE95AFC4A77}"/>
              </a:ext>
            </a:extLst>
          </p:cNvPr>
          <p:cNvSpPr>
            <a:spLocks noGrp="1"/>
          </p:cNvSpPr>
          <p:nvPr/>
        </p:nvSpPr>
        <p:spPr>
          <a:xfrm>
            <a:off x="3294413" y="1045083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 cap="rnd">
            <a:solidFill>
              <a:srgbClr val="1359A0"/>
            </a:solidFill>
            <a:prstDash val="solid"/>
          </a:ln>
        </p:spPr>
      </p:sp>
      <p:sp>
        <p:nvSpPr>
          <p:cNvPr id="13" name="vector-538">
            <a:extLst>
              <a:ext uri="{FF2B5EF4-FFF2-40B4-BE49-F238E27FC236}">
                <ns2:creationId id="{1D25E8F9-1860-4ABA-9889-FB5326CB440A}"/>
              </a:ext>
            </a:extLst>
          </p:cNvPr>
          <p:cNvSpPr>
            <a:spLocks noGrp="1"/>
          </p:cNvSpPr>
          <p:nvPr/>
        </p:nvSpPr>
        <p:spPr>
          <a:xfrm>
            <a:off x="3294413" y="998792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 cap="rnd">
            <a:solidFill>
              <a:srgbClr val="1359A0"/>
            </a:solidFill>
            <a:prstDash val="solid"/>
          </a:ln>
        </p:spPr>
      </p:sp>
      <p:sp>
        <p:nvSpPr>
          <p:cNvPr id="14" name="vector-539">
            <a:extLst>
              <a:ext uri="{FF2B5EF4-FFF2-40B4-BE49-F238E27FC236}">
                <ns2:creationId id="{B2044ADB-EC92-4831-9549-CB4AC6563860}"/>
              </a:ext>
            </a:extLst>
          </p:cNvPr>
          <p:cNvSpPr>
            <a:spLocks noGrp="1"/>
          </p:cNvSpPr>
          <p:nvPr/>
        </p:nvSpPr>
        <p:spPr>
          <a:xfrm>
            <a:off x="3294413" y="952500"/>
            <a:ext cx="253835" cy="128588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 cap="rnd">
            <a:solidFill>
              <a:srgbClr val="1359A0"/>
            </a:solidFill>
            <a:prstDash val="solid"/>
          </a:ln>
        </p:spPr>
      </p:sp>
      <p:sp>
        <p:nvSpPr>
          <p:cNvPr id="15" name="text-540">
            <a:extLst>
              <a:ext uri="{FF2B5EF4-FFF2-40B4-BE49-F238E27FC236}">
                <ns2:creationId id="{99569474-C5CC-4E9A-8E1D-944EEF17A315}"/>
              </a:ext>
            </a:extLst>
          </p:cNvPr>
          <p:cNvSpPr>
            <a:spLocks noGrp="1"/>
          </p:cNvSpPr>
          <p:nvPr/>
        </p:nvSpPr>
        <p:spPr>
          <a:xfrm>
            <a:off x="3632860" y="942975"/>
            <a:ext cx="460663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分析架构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" name="panel-541">
            <a:extLst>
              <a:ext uri="{FF2B5EF4-FFF2-40B4-BE49-F238E27FC236}">
                <ns2:creationId id="{D5425D94-76C4-41D7-9010-FE21694D7555}"/>
              </a:ext>
            </a:extLst>
          </p:cNvPr>
          <p:cNvSpPr>
            <a:spLocks noGrp="1"/>
          </p:cNvSpPr>
          <p:nvPr/>
        </p:nvSpPr>
        <p:spPr>
          <a:xfrm>
            <a:off x="8521535" y="876300"/>
            <a:ext cx="3365665" cy="5210175"/>
          </a:xfrm>
          <a:prstGeom prst="rect">
            <a:avLst>
              <a:gd name="adj" fmla="val 223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shape-542">
            <a:extLst>
              <a:ext uri="{FF2B5EF4-FFF2-40B4-BE49-F238E27FC236}">
                <ns2:creationId id="{0B8DDA60-636E-485F-A1A3-FF90BE08D090}"/>
              </a:ext>
            </a:extLst>
          </p:cNvPr>
          <p:cNvSpPr>
            <a:spLocks noGrp="1"/>
          </p:cNvSpPr>
          <p:nvPr/>
        </p:nvSpPr>
        <p:spPr>
          <a:xfrm>
            <a:off x="8530936" y="885825"/>
            <a:ext cx="3346862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8" name="icon-check-543">
            <a:extLst>
              <a:ext uri="{FF2B5EF4-FFF2-40B4-BE49-F238E27FC236}">
                <ns2:creationId id="{C9DA72BB-805F-4E93-830A-8A652B3DA5D3}"/>
              </a:ext>
            </a:extLst>
          </p:cNvPr>
          <p:cNvSpPr>
            <a:spLocks noGrp="1"/>
          </p:cNvSpPr>
          <p:nvPr/>
        </p:nvSpPr>
        <p:spPr>
          <a:xfrm>
            <a:off x="8659735" y="978218"/>
            <a:ext cx="203068" cy="20574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9" name="vector-544">
            <a:extLst>
              <a:ext uri="{FF2B5EF4-FFF2-40B4-BE49-F238E27FC236}">
                <ns2:creationId id="{A56E3A04-7116-4364-A7FF-8461CB4F5AB2}"/>
              </a:ext>
            </a:extLst>
          </p:cNvPr>
          <p:cNvSpPr>
            <a:spLocks noGrp="1"/>
          </p:cNvSpPr>
          <p:nvPr/>
        </p:nvSpPr>
        <p:spPr>
          <a:xfrm>
            <a:off x="8634351" y="952500"/>
            <a:ext cx="253835" cy="25717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0" name="vector-545">
            <a:extLst>
              <a:ext uri="{FF2B5EF4-FFF2-40B4-BE49-F238E27FC236}">
                <ns2:creationId id="{8DE79069-6AF5-48A6-B32A-AC5FA1480B76}"/>
              </a:ext>
            </a:extLst>
          </p:cNvPr>
          <p:cNvSpPr>
            <a:spLocks noGrp="1"/>
          </p:cNvSpPr>
          <p:nvPr/>
        </p:nvSpPr>
        <p:spPr>
          <a:xfrm>
            <a:off x="8634351" y="952500"/>
            <a:ext cx="253835" cy="25717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1" name="text-546">
            <a:extLst>
              <a:ext uri="{FF2B5EF4-FFF2-40B4-BE49-F238E27FC236}">
                <ns2:creationId id="{2C7F0703-CC2F-43AA-AF55-67CF1A7BF56E}"/>
              </a:ext>
            </a:extLst>
          </p:cNvPr>
          <p:cNvSpPr>
            <a:spLocks noGrp="1"/>
          </p:cNvSpPr>
          <p:nvPr/>
        </p:nvSpPr>
        <p:spPr>
          <a:xfrm>
            <a:off x="8972797" y="942975"/>
            <a:ext cx="280158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2" name="vector-547">
            <a:extLst>
              <a:ext uri="{FF2B5EF4-FFF2-40B4-BE49-F238E27FC236}">
                <ns2:creationId id="{027B0820-14BF-4CF1-844D-9C6467DF9711}"/>
              </a:ext>
            </a:extLst>
          </p:cNvPr>
          <p:cNvSpPr>
            <a:spLocks noGrp="1"/>
          </p:cNvSpPr>
          <p:nvPr/>
        </p:nvSpPr>
        <p:spPr>
          <a:xfrm>
            <a:off x="455221" y="1555242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23" name="vector-548">
            <a:extLst>
              <a:ext uri="{FF2B5EF4-FFF2-40B4-BE49-F238E27FC236}">
                <ns2:creationId id="{442FFC2F-3175-4DA8-8AFB-4A1228B42247}"/>
              </a:ext>
            </a:extLst>
          </p:cNvPr>
          <p:cNvSpPr>
            <a:spLocks noGrp="1"/>
          </p:cNvSpPr>
          <p:nvPr/>
        </p:nvSpPr>
        <p:spPr>
          <a:xfrm>
            <a:off x="455221" y="1472946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24" name="vector-549">
            <a:extLst>
              <a:ext uri="{FF2B5EF4-FFF2-40B4-BE49-F238E27FC236}">
                <ns2:creationId id="{884C612C-52E7-4191-84DC-2470785EEEF1}"/>
              </a:ext>
            </a:extLst>
          </p:cNvPr>
          <p:cNvSpPr>
            <a:spLocks noGrp="1"/>
          </p:cNvSpPr>
          <p:nvPr/>
        </p:nvSpPr>
        <p:spPr>
          <a:xfrm>
            <a:off x="455221" y="1390650"/>
            <a:ext cx="451262" cy="2286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25" name="text-550">
            <a:extLst>
              <a:ext uri="{FF2B5EF4-FFF2-40B4-BE49-F238E27FC236}">
                <ns2:creationId id="{CE9A2810-D451-44E4-9929-4AF2003E3F86}"/>
              </a:ext>
            </a:extLst>
          </p:cNvPr>
          <p:cNvSpPr>
            <a:spLocks noGrp="1"/>
          </p:cNvSpPr>
          <p:nvPr/>
        </p:nvSpPr>
        <p:spPr>
          <a:xfrm>
            <a:off x="1047503" y="1390650"/>
            <a:ext cx="178624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遥感影像</a:t>
            </a:r>
            <a:endParaRPr/>
          </a:p>
        </p:txBody>
      </p:sp>
      <p:sp>
        <p:nvSpPr>
          <p:cNvPr id="26" name="text-551">
            <a:extLst>
              <a:ext uri="{FF2B5EF4-FFF2-40B4-BE49-F238E27FC236}">
                <ns2:creationId id="{84D6335B-1622-488B-B973-E32E87CDDDFB}"/>
              </a:ext>
            </a:extLst>
          </p:cNvPr>
          <p:cNvSpPr>
            <a:spLocks noGrp="1"/>
          </p:cNvSpPr>
          <p:nvPr/>
        </p:nvSpPr>
        <p:spPr>
          <a:xfrm>
            <a:off x="1047503" y="1752600"/>
            <a:ext cx="180504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土地覆盖与空间格局</a:t>
            </a:r>
            <a:endParaRPr/>
          </a:p>
        </p:txBody>
      </p:sp>
      <p:sp>
        <p:nvSpPr>
          <p:cNvPr id="27" name="vector-552">
            <a:extLst>
              <a:ext uri="{FF2B5EF4-FFF2-40B4-BE49-F238E27FC236}">
                <ns2:creationId id="{DC5214D9-CA06-452A-9423-ED2ACBCF49A9}"/>
              </a:ext>
            </a:extLst>
          </p:cNvPr>
          <p:cNvSpPr>
            <a:spLocks noGrp="1"/>
          </p:cNvSpPr>
          <p:nvPr/>
        </p:nvSpPr>
        <p:spPr>
          <a:xfrm>
            <a:off x="549234" y="2303145"/>
            <a:ext cx="752104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28" name="vector-553">
            <a:extLst>
              <a:ext uri="{FF2B5EF4-FFF2-40B4-BE49-F238E27FC236}">
                <ns2:creationId id="{BC261804-4A83-452E-8DFD-079524B70533}"/>
              </a:ext>
            </a:extLst>
          </p:cNvPr>
          <p:cNvSpPr>
            <a:spLocks noGrp="1"/>
          </p:cNvSpPr>
          <p:nvPr/>
        </p:nvSpPr>
        <p:spPr>
          <a:xfrm>
            <a:off x="549234" y="2165985"/>
            <a:ext cx="752104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29" name="vector-554">
            <a:extLst>
              <a:ext uri="{FF2B5EF4-FFF2-40B4-BE49-F238E27FC236}">
                <ns2:creationId id="{3750B0B0-5110-4966-A4F9-49A454D3ED9E}"/>
              </a:ext>
            </a:extLst>
          </p:cNvPr>
          <p:cNvSpPr>
            <a:spLocks noGrp="1"/>
          </p:cNvSpPr>
          <p:nvPr/>
        </p:nvSpPr>
        <p:spPr>
          <a:xfrm>
            <a:off x="549234" y="2028825"/>
            <a:ext cx="752104" cy="381000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30" name="vector-555">
            <a:extLst>
              <a:ext uri="{FF2B5EF4-FFF2-40B4-BE49-F238E27FC236}">
                <ns2:creationId id="{F75DC68C-847B-4884-8D57-7A2EEF660747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1" name="icon-leaf-556">
            <a:extLst>
              <a:ext uri="{FF2B5EF4-FFF2-40B4-BE49-F238E27FC236}">
                <ns2:creationId id="{F7166803-B11E-4A95-AB55-9E07B4830FA4}"/>
              </a:ext>
            </a:extLst>
          </p:cNvPr>
          <p:cNvSpPr>
            <a:spLocks noGrp="1"/>
          </p:cNvSpPr>
          <p:nvPr/>
        </p:nvSpPr>
        <p:spPr>
          <a:xfrm>
            <a:off x="559011" y="2932176"/>
            <a:ext cx="121841" cy="20574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2" name="icon-leaf-557">
            <a:extLst>
              <a:ext uri="{FF2B5EF4-FFF2-40B4-BE49-F238E27FC236}">
                <ns2:creationId id="{47411549-DF18-40D1-A3C6-1B88E962B824}"/>
              </a:ext>
            </a:extLst>
          </p:cNvPr>
          <p:cNvSpPr>
            <a:spLocks noGrp="1"/>
          </p:cNvSpPr>
          <p:nvPr/>
        </p:nvSpPr>
        <p:spPr>
          <a:xfrm>
            <a:off x="685365" y="3032760"/>
            <a:ext cx="135379" cy="20574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3" name="vector-558">
            <a:extLst>
              <a:ext uri="{FF2B5EF4-FFF2-40B4-BE49-F238E27FC236}">
                <ns2:creationId id="{CED29FCE-0B6E-41C8-ACF4-DAF6CB3C85BB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4" name="vector-559">
            <a:extLst>
              <a:ext uri="{FF2B5EF4-FFF2-40B4-BE49-F238E27FC236}">
                <ns2:creationId id="{87FBFAED-CCC4-4A92-9E05-F710BE46A6D5}"/>
              </a:ext>
            </a:extLst>
          </p:cNvPr>
          <p:cNvSpPr>
            <a:spLocks noGrp="1"/>
          </p:cNvSpPr>
          <p:nvPr/>
        </p:nvSpPr>
        <p:spPr>
          <a:xfrm>
            <a:off x="455221" y="2895600"/>
            <a:ext cx="451262" cy="45720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5" name="text-560">
            <a:extLst>
              <a:ext uri="{FF2B5EF4-FFF2-40B4-BE49-F238E27FC236}">
                <ns2:creationId id="{E37540E1-6DE5-4DC7-8658-39CC55E291F2}"/>
              </a:ext>
            </a:extLst>
          </p:cNvPr>
          <p:cNvSpPr>
            <a:spLocks noGrp="1"/>
          </p:cNvSpPr>
          <p:nvPr/>
        </p:nvSpPr>
        <p:spPr>
          <a:xfrm>
            <a:off x="1047503" y="2895600"/>
            <a:ext cx="178624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样地调查</a:t>
            </a:r>
            <a:endParaRPr/>
          </a:p>
        </p:txBody>
      </p:sp>
      <p:sp>
        <p:nvSpPr>
          <p:cNvPr id="36" name="text-561">
            <a:extLst>
              <a:ext uri="{FF2B5EF4-FFF2-40B4-BE49-F238E27FC236}">
                <ns2:creationId id="{473A9901-E755-4BAD-A944-5009CF456201}"/>
              </a:ext>
            </a:extLst>
          </p:cNvPr>
          <p:cNvSpPr>
            <a:spLocks noGrp="1"/>
          </p:cNvSpPr>
          <p:nvPr/>
        </p:nvSpPr>
        <p:spPr>
          <a:xfrm>
            <a:off x="1047503" y="3257550"/>
            <a:ext cx="180504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群落记录与植被结构</a:t>
            </a:r>
            <a:endParaRPr/>
          </a:p>
        </p:txBody>
      </p:sp>
      <p:pic>
        <p:nvPicPr>
          <p:cNvPr id="37" name="">
            <a:extLst>
              <a:ext uri="{FF2B5EF4-FFF2-40B4-BE49-F238E27FC236}">
                <ns2:creationId id="{D94FE48F-4FC5-4A80-BFE6-DCC44BE73AE9}"/>
              </a:ext>
            </a:extLst>
          </p:cNvPr>
          <p:cNvPicPr>
            <a:picLocks noChangeAspect="1"/>
          </p:cNvPicPr>
          <p:nvPr/>
        </p:nvPicPr>
        <p:blipFill>
          <a:blip r:embed="Rf024df587924409c">
            <a:duotone>
              <a:srgbClr val="1359A0"/>
              <a:srgbClr val="FFFFFF"/>
            </a:duotone>
          </a:blip>
          <a:stretch/>
        </p:blipFill>
        <p:spPr>
          <a:xfrm>
            <a:off x="568036" y="3543300"/>
            <a:ext cx="1128156" cy="762000"/>
          </a:xfrm>
          <a:prstGeom prst="rect">
            <a:avLst/>
          </a:prstGeom>
        </p:spPr>
      </p:pic>
      <p:sp>
        <p:nvSpPr>
          <p:cNvPr id="38" name="icon-camera-562">
            <a:extLst>
              <a:ext uri="{FF2B5EF4-FFF2-40B4-BE49-F238E27FC236}">
                <ns2:creationId id="{03883105-3CE8-4F1C-B0B6-C3D963A7F8BE}"/>
              </a:ext>
            </a:extLst>
          </p:cNvPr>
          <p:cNvSpPr>
            <a:spLocks noGrp="1"/>
          </p:cNvSpPr>
          <p:nvPr/>
        </p:nvSpPr>
        <p:spPr>
          <a:xfrm>
            <a:off x="486809" y="4505706"/>
            <a:ext cx="388086" cy="278892"/>
          </a:xfrm>
          <a:prstGeom prst="roundRect">
            <a:avLst>
              <a:gd name="adj" fmla="val 27322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9" name="icon-camera-563">
            <a:extLst>
              <a:ext uri="{FF2B5EF4-FFF2-40B4-BE49-F238E27FC236}">
                <ns2:creationId id="{009EC0FB-57C7-4E83-8084-BC543B5E4A89}"/>
              </a:ext>
            </a:extLst>
          </p:cNvPr>
          <p:cNvSpPr>
            <a:spLocks noGrp="1"/>
          </p:cNvSpPr>
          <p:nvPr/>
        </p:nvSpPr>
        <p:spPr>
          <a:xfrm>
            <a:off x="604137" y="4446270"/>
            <a:ext cx="148917" cy="77724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icon-camera-564">
            <a:extLst>
              <a:ext uri="{FF2B5EF4-FFF2-40B4-BE49-F238E27FC236}">
                <ns2:creationId id="{DD9C9CC2-D610-4C69-BCA7-70B32C8223F8}"/>
              </a:ext>
            </a:extLst>
          </p:cNvPr>
          <p:cNvSpPr>
            <a:spLocks noGrp="1"/>
          </p:cNvSpPr>
          <p:nvPr/>
        </p:nvSpPr>
        <p:spPr>
          <a:xfrm>
            <a:off x="599625" y="4565142"/>
            <a:ext cx="162454" cy="164592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1" name="icon-camera-565">
            <a:extLst>
              <a:ext uri="{FF2B5EF4-FFF2-40B4-BE49-F238E27FC236}">
                <ns2:creationId id="{0CCC0165-B5DC-4CE9-B6EA-7E8C522CED5C}"/>
              </a:ext>
            </a:extLst>
          </p:cNvPr>
          <p:cNvSpPr>
            <a:spLocks noGrp="1"/>
          </p:cNvSpPr>
          <p:nvPr/>
        </p:nvSpPr>
        <p:spPr>
          <a:xfrm>
            <a:off x="789155" y="4542282"/>
            <a:ext cx="36101" cy="3657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2" name="text-566">
            <a:extLst>
              <a:ext uri="{FF2B5EF4-FFF2-40B4-BE49-F238E27FC236}">
                <ns2:creationId id="{24DCDAD6-B63B-4A49-B3D6-A45558FA1348}"/>
              </a:ext>
            </a:extLst>
          </p:cNvPr>
          <p:cNvSpPr>
            <a:spLocks noGrp="1"/>
          </p:cNvSpPr>
          <p:nvPr/>
        </p:nvSpPr>
        <p:spPr>
          <a:xfrm>
            <a:off x="1047503" y="4400550"/>
            <a:ext cx="1786247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相机监测</a:t>
            </a:r>
            <a:endParaRPr/>
          </a:p>
        </p:txBody>
      </p:sp>
      <p:sp>
        <p:nvSpPr>
          <p:cNvPr id="43" name="text-567">
            <a:extLst>
              <a:ext uri="{FF2B5EF4-FFF2-40B4-BE49-F238E27FC236}">
                <ns2:creationId id="{5E04CB0A-3D46-4705-834C-F5E9A02C5E67}"/>
              </a:ext>
            </a:extLst>
          </p:cNvPr>
          <p:cNvSpPr>
            <a:spLocks noGrp="1"/>
          </p:cNvSpPr>
          <p:nvPr/>
        </p:nvSpPr>
        <p:spPr>
          <a:xfrm>
            <a:off x="1047503" y="4762500"/>
            <a:ext cx="1805049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物种检出与活动记录</a:t>
            </a:r>
            <a:endParaRPr/>
          </a:p>
        </p:txBody>
      </p:sp>
      <p:sp>
        <p:nvSpPr>
          <p:cNvPr id="44" name="icon-camera-568">
            <a:extLst>
              <a:ext uri="{FF2B5EF4-FFF2-40B4-BE49-F238E27FC236}">
                <ns2:creationId id="{E15CA5A0-CB9D-4BFE-8369-8E353CE04183}"/>
              </a:ext>
            </a:extLst>
          </p:cNvPr>
          <p:cNvSpPr>
            <a:spLocks noGrp="1"/>
          </p:cNvSpPr>
          <p:nvPr/>
        </p:nvSpPr>
        <p:spPr>
          <a:xfrm>
            <a:off x="673331" y="5284470"/>
            <a:ext cx="485107" cy="348615"/>
          </a:xfrm>
          <a:prstGeom prst="roundRect">
            <a:avLst>
              <a:gd name="adj" fmla="val 21858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5" name="icon-camera-569">
            <a:extLst>
              <a:ext uri="{FF2B5EF4-FFF2-40B4-BE49-F238E27FC236}">
                <ns2:creationId id="{EAC85BCB-66B4-467C-88AA-4DC84081CD65}"/>
              </a:ext>
            </a:extLst>
          </p:cNvPr>
          <p:cNvSpPr>
            <a:spLocks noGrp="1"/>
          </p:cNvSpPr>
          <p:nvPr/>
        </p:nvSpPr>
        <p:spPr>
          <a:xfrm>
            <a:off x="819991" y="5210175"/>
            <a:ext cx="186146" cy="97155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6" name="icon-camera-570">
            <a:extLst>
              <a:ext uri="{FF2B5EF4-FFF2-40B4-BE49-F238E27FC236}">
                <ns2:creationId id="{23E9592A-4E54-4D4D-B4F6-B257A529C911}"/>
              </a:ext>
            </a:extLst>
          </p:cNvPr>
          <p:cNvSpPr>
            <a:spLocks noGrp="1"/>
          </p:cNvSpPr>
          <p:nvPr/>
        </p:nvSpPr>
        <p:spPr>
          <a:xfrm>
            <a:off x="814350" y="5358765"/>
            <a:ext cx="203068" cy="20574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7" name="icon-camera-571">
            <a:extLst>
              <a:ext uri="{FF2B5EF4-FFF2-40B4-BE49-F238E27FC236}">
                <ns2:creationId id="{C8B64B6D-656D-47E0-B08B-10D78FC35A6C}"/>
              </a:ext>
            </a:extLst>
          </p:cNvPr>
          <p:cNvSpPr>
            <a:spLocks noGrp="1"/>
          </p:cNvSpPr>
          <p:nvPr/>
        </p:nvSpPr>
        <p:spPr>
          <a:xfrm>
            <a:off x="1051263" y="5330190"/>
            <a:ext cx="45126" cy="4572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8" name="shape-572">
            <a:extLst>
              <a:ext uri="{FF2B5EF4-FFF2-40B4-BE49-F238E27FC236}">
                <ns2:creationId id="{6AD6AB8E-0B7D-43B2-BCA3-7DF5D683B3A8}"/>
              </a:ext>
            </a:extLst>
          </p:cNvPr>
          <p:cNvSpPr>
            <a:spLocks noGrp="1"/>
          </p:cNvSpPr>
          <p:nvPr/>
        </p:nvSpPr>
        <p:spPr>
          <a:xfrm>
            <a:off x="3313216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49" name="vector-573">
            <a:extLst>
              <a:ext uri="{FF2B5EF4-FFF2-40B4-BE49-F238E27FC236}">
                <ns2:creationId id="{580069C0-F0F5-4ED8-9A9A-74036D9A2027}"/>
              </a:ext>
            </a:extLst>
          </p:cNvPr>
          <p:cNvSpPr>
            <a:spLocks noGrp="1"/>
          </p:cNvSpPr>
          <p:nvPr/>
        </p:nvSpPr>
        <p:spPr>
          <a:xfrm>
            <a:off x="3435432" y="1682877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50" name="vector-574">
            <a:extLst>
              <a:ext uri="{FF2B5EF4-FFF2-40B4-BE49-F238E27FC236}">
                <ns2:creationId id="{488AB210-6D26-4044-AF10-0A97989B1C85}"/>
              </a:ext>
            </a:extLst>
          </p:cNvPr>
          <p:cNvSpPr>
            <a:spLocks noGrp="1"/>
          </p:cNvSpPr>
          <p:nvPr/>
        </p:nvSpPr>
        <p:spPr>
          <a:xfrm>
            <a:off x="3435432" y="1617726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51" name="vector-575">
            <a:extLst>
              <a:ext uri="{FF2B5EF4-FFF2-40B4-BE49-F238E27FC236}">
                <ns2:creationId id="{532EC72D-12B9-496F-83E6-9F6A981AD9D2}"/>
              </a:ext>
            </a:extLst>
          </p:cNvPr>
          <p:cNvSpPr>
            <a:spLocks noGrp="1"/>
          </p:cNvSpPr>
          <p:nvPr/>
        </p:nvSpPr>
        <p:spPr>
          <a:xfrm>
            <a:off x="3435432" y="1552575"/>
            <a:ext cx="357249" cy="1809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52" name="text-576">
            <a:extLst>
              <a:ext uri="{FF2B5EF4-FFF2-40B4-BE49-F238E27FC236}">
                <ns2:creationId id="{42EF814F-AB8A-4F0E-922E-6DB417704286}"/>
              </a:ext>
            </a:extLst>
          </p:cNvPr>
          <p:cNvSpPr>
            <a:spLocks noGrp="1"/>
          </p:cNvSpPr>
          <p:nvPr/>
        </p:nvSpPr>
        <p:spPr>
          <a:xfrm>
            <a:off x="3867892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53" name="text-577">
            <a:extLst>
              <a:ext uri="{FF2B5EF4-FFF2-40B4-BE49-F238E27FC236}">
                <ns2:creationId id="{A7B770B5-5DE2-44D6-BC77-7A303E541842}"/>
              </a:ext>
            </a:extLst>
          </p:cNvPr>
          <p:cNvSpPr>
            <a:spLocks noGrp="1"/>
          </p:cNvSpPr>
          <p:nvPr/>
        </p:nvSpPr>
        <p:spPr>
          <a:xfrm>
            <a:off x="3369623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斑块特征与连通性</a:t>
            </a:r>
            <a:endParaRPr/>
          </a:p>
        </p:txBody>
      </p:sp>
      <p:sp>
        <p:nvSpPr>
          <p:cNvPr id="54" name="shape-578">
            <a:extLst>
              <a:ext uri="{FF2B5EF4-FFF2-40B4-BE49-F238E27FC236}">
                <ns2:creationId id="{DEE8B1F3-5A95-451F-AF4F-D70789A99316}"/>
              </a:ext>
            </a:extLst>
          </p:cNvPr>
          <p:cNvSpPr>
            <a:spLocks noGrp="1"/>
          </p:cNvSpPr>
          <p:nvPr/>
        </p:nvSpPr>
        <p:spPr>
          <a:xfrm>
            <a:off x="4967844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55" name="vector-579">
            <a:extLst>
              <a:ext uri="{FF2B5EF4-FFF2-40B4-BE49-F238E27FC236}">
                <ns2:creationId id="{29BF771E-F766-4AF9-91BA-0269B8BE71AE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6" name="vector-580">
            <a:extLst>
              <a:ext uri="{FF2B5EF4-FFF2-40B4-BE49-F238E27FC236}">
                <ns2:creationId id="{F82B2C3B-1D66-4AEC-9A02-7CB40A8521B6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7" name="vector-581">
            <a:extLst>
              <a:ext uri="{FF2B5EF4-FFF2-40B4-BE49-F238E27FC236}">
                <ns2:creationId id="{BEF731AF-CABE-4C35-9DB2-33CD10AFB2E8}"/>
              </a:ext>
            </a:extLst>
          </p:cNvPr>
          <p:cNvSpPr>
            <a:spLocks noGrp="1"/>
          </p:cNvSpPr>
          <p:nvPr/>
        </p:nvSpPr>
        <p:spPr>
          <a:xfrm>
            <a:off x="5090061" y="1552575"/>
            <a:ext cx="357249" cy="3619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8" name="icon-map-582">
            <a:extLst>
              <a:ext uri="{FF2B5EF4-FFF2-40B4-BE49-F238E27FC236}">
                <ns2:creationId id="{818C5A2B-8C5D-4FC6-9877-2DEF49926991}"/>
              </a:ext>
            </a:extLst>
          </p:cNvPr>
          <p:cNvSpPr>
            <a:spLocks noGrp="1"/>
          </p:cNvSpPr>
          <p:nvPr/>
        </p:nvSpPr>
        <p:spPr>
          <a:xfrm>
            <a:off x="5232961" y="1639443"/>
            <a:ext cx="78595" cy="79629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9" name="text-583">
            <a:extLst>
              <a:ext uri="{FF2B5EF4-FFF2-40B4-BE49-F238E27FC236}">
                <ns2:creationId id="{29CDA372-ECD8-4969-AFBD-B711756FA879}"/>
              </a:ext>
            </a:extLst>
          </p:cNvPr>
          <p:cNvSpPr>
            <a:spLocks noGrp="1"/>
          </p:cNvSpPr>
          <p:nvPr/>
        </p:nvSpPr>
        <p:spPr>
          <a:xfrm>
            <a:off x="5522521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环境变量</a:t>
            </a:r>
            <a:endParaRPr/>
          </a:p>
        </p:txBody>
      </p:sp>
      <p:sp>
        <p:nvSpPr>
          <p:cNvPr id="60" name="text-584">
            <a:extLst>
              <a:ext uri="{FF2B5EF4-FFF2-40B4-BE49-F238E27FC236}">
                <ns2:creationId id="{C891F1D2-FBD4-4DE7-A41C-7140BDAC9794}"/>
              </a:ext>
            </a:extLst>
          </p:cNvPr>
          <p:cNvSpPr>
            <a:spLocks noGrp="1"/>
          </p:cNvSpPr>
          <p:nvPr/>
        </p:nvSpPr>
        <p:spPr>
          <a:xfrm>
            <a:off x="5024252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气候、地形与干扰</a:t>
            </a:r>
            <a:endParaRPr/>
          </a:p>
        </p:txBody>
      </p:sp>
      <p:sp>
        <p:nvSpPr>
          <p:cNvPr id="61" name="shape-585">
            <a:extLst>
              <a:ext uri="{FF2B5EF4-FFF2-40B4-BE49-F238E27FC236}">
                <ns2:creationId id="{590EF44D-4F8C-45DC-9402-DAA06BB0D9C1}"/>
              </a:ext>
            </a:extLst>
          </p:cNvPr>
          <p:cNvSpPr>
            <a:spLocks noGrp="1"/>
          </p:cNvSpPr>
          <p:nvPr/>
        </p:nvSpPr>
        <p:spPr>
          <a:xfrm>
            <a:off x="6622473" y="1400175"/>
            <a:ext cx="1541813" cy="1104900"/>
          </a:xfrm>
          <a:prstGeom prst="roundRect">
            <a:avLst>
              <a:gd name="adj" fmla="val 6897"/>
            </a:avLst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62" name="vector-586">
            <a:extLst>
              <a:ext uri="{FF2B5EF4-FFF2-40B4-BE49-F238E27FC236}">
                <ns2:creationId id="{39BB6DB8-482B-497D-B8CA-DA918823701D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63" name="icon-leaf-587">
            <a:extLst>
              <a:ext uri="{FF2B5EF4-FFF2-40B4-BE49-F238E27FC236}">
                <ns2:creationId id="{A6259AA4-944D-4B1E-A899-4AAA981DF32F}"/>
              </a:ext>
            </a:extLst>
          </p:cNvPr>
          <p:cNvSpPr>
            <a:spLocks noGrp="1"/>
          </p:cNvSpPr>
          <p:nvPr/>
        </p:nvSpPr>
        <p:spPr>
          <a:xfrm>
            <a:off x="6826857" y="1581531"/>
            <a:ext cx="96458" cy="16287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4" name="icon-leaf-588">
            <a:extLst>
              <a:ext uri="{FF2B5EF4-FFF2-40B4-BE49-F238E27FC236}">
                <ns2:creationId id="{D419CD8D-F393-41CB-9F4C-2AC2AFA29684}"/>
              </a:ext>
            </a:extLst>
          </p:cNvPr>
          <p:cNvSpPr>
            <a:spLocks noGrp="1"/>
          </p:cNvSpPr>
          <p:nvPr/>
        </p:nvSpPr>
        <p:spPr>
          <a:xfrm>
            <a:off x="6926887" y="1661160"/>
            <a:ext cx="107175" cy="16287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65" name="vector-589">
            <a:extLst>
              <a:ext uri="{FF2B5EF4-FFF2-40B4-BE49-F238E27FC236}">
                <ns2:creationId id="{074A1175-BA74-44C5-AB5B-3D1D90A0E61F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66" name="vector-590">
            <a:extLst>
              <a:ext uri="{FF2B5EF4-FFF2-40B4-BE49-F238E27FC236}">
                <ns2:creationId id="{C2A9A4AB-7AFE-4A3B-A7B2-D20BFDC43AAF}"/>
              </a:ext>
            </a:extLst>
          </p:cNvPr>
          <p:cNvSpPr>
            <a:spLocks noGrp="1"/>
          </p:cNvSpPr>
          <p:nvPr/>
        </p:nvSpPr>
        <p:spPr>
          <a:xfrm>
            <a:off x="6744690" y="1552575"/>
            <a:ext cx="357249" cy="361950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67" name="text-591">
            <a:extLst>
              <a:ext uri="{FF2B5EF4-FFF2-40B4-BE49-F238E27FC236}">
                <ns2:creationId id="{87F6A024-5806-45D4-A1E7-C60EF5C2E61B}"/>
              </a:ext>
            </a:extLst>
          </p:cNvPr>
          <p:cNvSpPr>
            <a:spLocks noGrp="1"/>
          </p:cNvSpPr>
          <p:nvPr/>
        </p:nvSpPr>
        <p:spPr>
          <a:xfrm>
            <a:off x="7177149" y="1543050"/>
            <a:ext cx="949531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群落数据</a:t>
            </a:r>
            <a:endParaRPr/>
          </a:p>
        </p:txBody>
      </p:sp>
      <p:sp>
        <p:nvSpPr>
          <p:cNvPr id="68" name="text-592">
            <a:extLst>
              <a:ext uri="{FF2B5EF4-FFF2-40B4-BE49-F238E27FC236}">
                <ns2:creationId id="{627E777B-11F6-4D99-B293-404EF5F5BDAD}"/>
              </a:ext>
            </a:extLst>
          </p:cNvPr>
          <p:cNvSpPr>
            <a:spLocks noGrp="1"/>
          </p:cNvSpPr>
          <p:nvPr/>
        </p:nvSpPr>
        <p:spPr>
          <a:xfrm>
            <a:off x="6678881" y="1971675"/>
            <a:ext cx="1466603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物种组成与多度</a:t>
            </a:r>
            <a:endParaRPr/>
          </a:p>
        </p:txBody>
      </p:sp>
      <p:sp>
        <p:nvSpPr>
          <p:cNvPr id="69" name="node-593">
            <a:extLst>
              <a:ext uri="{FF2B5EF4-FFF2-40B4-BE49-F238E27FC236}">
                <ns2:creationId id="{55C88FF9-82EA-4D39-8A16-5CFBB277B542}"/>
              </a:ext>
            </a:extLst>
          </p:cNvPr>
          <p:cNvSpPr>
            <a:spLocks noGrp="1"/>
          </p:cNvSpPr>
          <p:nvPr/>
        </p:nvSpPr>
        <p:spPr>
          <a:xfrm>
            <a:off x="3313216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0" name="icon-database-594">
            <a:extLst>
              <a:ext uri="{FF2B5EF4-FFF2-40B4-BE49-F238E27FC236}">
                <ns2:creationId id="{173DB326-4FE2-4791-9BF8-00E436CBBD5E}"/>
              </a:ext>
            </a:extLst>
          </p:cNvPr>
          <p:cNvSpPr>
            <a:spLocks noGrp="1"/>
          </p:cNvSpPr>
          <p:nvPr/>
        </p:nvSpPr>
        <p:spPr>
          <a:xfrm>
            <a:off x="3471157" y="2997518"/>
            <a:ext cx="191786" cy="180023"/>
          </a:xfrm>
          <a:prstGeom prst="can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vector-595">
            <a:extLst>
              <a:ext uri="{FF2B5EF4-FFF2-40B4-BE49-F238E27FC236}">
                <ns2:creationId id="{814CBF5C-99C9-4FA3-BB18-B0A97F54CE4D}"/>
              </a:ext>
            </a:extLst>
          </p:cNvPr>
          <p:cNvSpPr>
            <a:spLocks noGrp="1"/>
          </p:cNvSpPr>
          <p:nvPr/>
        </p:nvSpPr>
        <p:spPr>
          <a:xfrm>
            <a:off x="3426031" y="2943225"/>
            <a:ext cx="282039" cy="2857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2" name="vector-596">
            <a:extLst>
              <a:ext uri="{FF2B5EF4-FFF2-40B4-BE49-F238E27FC236}">
                <ns2:creationId id="{8D4103E5-A8E1-48A6-8CAA-B64A0291C9BF}"/>
              </a:ext>
            </a:extLst>
          </p:cNvPr>
          <p:cNvSpPr>
            <a:spLocks noGrp="1"/>
          </p:cNvSpPr>
          <p:nvPr/>
        </p:nvSpPr>
        <p:spPr>
          <a:xfrm>
            <a:off x="3426031" y="2943225"/>
            <a:ext cx="282039" cy="2857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3" name="text-597">
            <a:extLst>
              <a:ext uri="{FF2B5EF4-FFF2-40B4-BE49-F238E27FC236}">
                <ns2:creationId id="{A7359CC4-E917-4C1E-A7A1-D6E26FFC998F}"/>
              </a:ext>
            </a:extLst>
          </p:cNvPr>
          <p:cNvSpPr>
            <a:spLocks noGrp="1"/>
          </p:cNvSpPr>
          <p:nvPr/>
        </p:nvSpPr>
        <p:spPr>
          <a:xfrm>
            <a:off x="3783281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尺度统一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4" name="node-598">
            <a:extLst>
              <a:ext uri="{FF2B5EF4-FFF2-40B4-BE49-F238E27FC236}">
                <ns2:creationId id="{2A0E2C1D-E9C5-44FB-9299-51A9CBA587DD}"/>
              </a:ext>
            </a:extLst>
          </p:cNvPr>
          <p:cNvSpPr>
            <a:spLocks noGrp="1"/>
          </p:cNvSpPr>
          <p:nvPr/>
        </p:nvSpPr>
        <p:spPr>
          <a:xfrm>
            <a:off x="4967844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75" name="icon-clipboard-599">
            <a:extLst>
              <a:ext uri="{FF2B5EF4-FFF2-40B4-BE49-F238E27FC236}">
                <ns2:creationId id="{A0FC453F-4D8B-4EA0-9BB4-F74232F81839}"/>
              </a:ext>
            </a:extLst>
          </p:cNvPr>
          <p:cNvSpPr>
            <a:spLocks noGrp="1"/>
          </p:cNvSpPr>
          <p:nvPr/>
        </p:nvSpPr>
        <p:spPr>
          <a:xfrm>
            <a:off x="5131427" y="2977515"/>
            <a:ext cx="183326" cy="222885"/>
          </a:xfrm>
          <a:prstGeom prst="roundRect">
            <a:avLst>
              <a:gd name="adj" fmla="val 41026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6" name="icon-clipboard-600">
            <a:extLst>
              <a:ext uri="{FF2B5EF4-FFF2-40B4-BE49-F238E27FC236}">
                <ns2:creationId id="{791FD318-1167-4DD9-8C08-F2E3A297CE0C}"/>
              </a:ext>
            </a:extLst>
          </p:cNvPr>
          <p:cNvSpPr>
            <a:spLocks noGrp="1"/>
          </p:cNvSpPr>
          <p:nvPr/>
        </p:nvSpPr>
        <p:spPr>
          <a:xfrm>
            <a:off x="5179374" y="2957513"/>
            <a:ext cx="84612" cy="4286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7" name="vector-601">
            <a:extLst>
              <a:ext uri="{FF2B5EF4-FFF2-40B4-BE49-F238E27FC236}">
                <ns2:creationId id="{5048D618-F769-4058-ACE1-79F6CD2A092B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8" name="vector-602">
            <a:extLst>
              <a:ext uri="{FF2B5EF4-FFF2-40B4-BE49-F238E27FC236}">
                <ns2:creationId id="{80DF0865-2C13-4B92-8CBD-835683C09B36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9" name="vector-603">
            <a:extLst>
              <a:ext uri="{FF2B5EF4-FFF2-40B4-BE49-F238E27FC236}">
                <ns2:creationId id="{C3D46E04-F5F4-492F-848B-9AB52FF4AC1F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0" name="vector-604">
            <a:extLst>
              <a:ext uri="{FF2B5EF4-FFF2-40B4-BE49-F238E27FC236}">
                <ns2:creationId id="{7E7E0498-873A-41D0-9431-5F1C26D52C4A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1" name="vector-605">
            <a:extLst>
              <a:ext uri="{FF2B5EF4-FFF2-40B4-BE49-F238E27FC236}">
                <ns2:creationId id="{76F05BA0-018B-43B0-A594-B853E8472878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2" name="vector-606">
            <a:extLst>
              <a:ext uri="{FF2B5EF4-FFF2-40B4-BE49-F238E27FC236}">
                <ns2:creationId id="{9BF0ED34-770A-4EA2-9602-7E29A08A0C7F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3" name="vector-607">
            <a:extLst>
              <a:ext uri="{FF2B5EF4-FFF2-40B4-BE49-F238E27FC236}">
                <ns2:creationId id="{181F1AB4-5087-4922-87FB-3AF03D1E4252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4" name="vector-608">
            <a:extLst>
              <a:ext uri="{FF2B5EF4-FFF2-40B4-BE49-F238E27FC236}">
                <ns2:creationId id="{1687479F-2169-462F-9EE9-86133E75BB45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5" name="vector-609">
            <a:extLst>
              <a:ext uri="{FF2B5EF4-FFF2-40B4-BE49-F238E27FC236}">
                <ns2:creationId id="{3E5B70AA-2BF1-415E-A21B-8B6B9C21361D}"/>
              </a:ext>
            </a:extLst>
          </p:cNvPr>
          <p:cNvSpPr>
            <a:spLocks noGrp="1"/>
          </p:cNvSpPr>
          <p:nvPr/>
        </p:nvSpPr>
        <p:spPr>
          <a:xfrm>
            <a:off x="5080660" y="2943225"/>
            <a:ext cx="282039" cy="2857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6" name="text-610">
            <a:extLst>
              <a:ext uri="{FF2B5EF4-FFF2-40B4-BE49-F238E27FC236}">
                <ns2:creationId id="{CC2DF574-6D34-4CAB-B354-D2D0A10E82C5}"/>
              </a:ext>
            </a:extLst>
          </p:cNvPr>
          <p:cNvSpPr>
            <a:spLocks noGrp="1"/>
          </p:cNvSpPr>
          <p:nvPr/>
        </p:nvSpPr>
        <p:spPr>
          <a:xfrm>
            <a:off x="5437909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质量检查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7" name="node-611">
            <a:extLst>
              <a:ext uri="{FF2B5EF4-FFF2-40B4-BE49-F238E27FC236}">
                <ns2:creationId id="{25472043-0A76-49AC-8F65-3785BCAA5FF2}"/>
              </a:ext>
            </a:extLst>
          </p:cNvPr>
          <p:cNvSpPr>
            <a:spLocks noGrp="1"/>
          </p:cNvSpPr>
          <p:nvPr/>
        </p:nvSpPr>
        <p:spPr>
          <a:xfrm>
            <a:off x="6622473" y="2828925"/>
            <a:ext cx="1541813" cy="714375"/>
          </a:xfrm>
          <a:prstGeom prst="roundRect">
            <a:avLst>
              <a:gd name="adj" fmla="val 10667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8" name="vector-612">
            <a:extLst>
              <a:ext uri="{FF2B5EF4-FFF2-40B4-BE49-F238E27FC236}">
                <ns2:creationId id="{3FA39A8F-4FB3-4CD5-B728-3A15F8A08643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89" name="vector-613">
            <a:extLst>
              <a:ext uri="{FF2B5EF4-FFF2-40B4-BE49-F238E27FC236}">
                <ns2:creationId id="{0D3728E5-0AB8-4883-A0A6-EDA117EB24C0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0" name="vector-614">
            <a:extLst>
              <a:ext uri="{FF2B5EF4-FFF2-40B4-BE49-F238E27FC236}">
                <ns2:creationId id="{0FDAB259-0A9C-4FC4-8F00-F64A2AC20B44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1" name="vector-615">
            <a:extLst>
              <a:ext uri="{FF2B5EF4-FFF2-40B4-BE49-F238E27FC236}">
                <ns2:creationId id="{BFD365CF-0C92-4C98-B792-C824C1861DA0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2" name="vector-616">
            <a:extLst>
              <a:ext uri="{FF2B5EF4-FFF2-40B4-BE49-F238E27FC236}">
                <ns2:creationId id="{8717E7A3-D896-42D6-B961-1AC5E3B9A343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3" name="vector-617">
            <a:extLst>
              <a:ext uri="{FF2B5EF4-FFF2-40B4-BE49-F238E27FC236}">
                <ns2:creationId id="{80F098BC-75EC-4CFE-ADDA-1C2982417D7A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4" name="vector-618">
            <a:extLst>
              <a:ext uri="{FF2B5EF4-FFF2-40B4-BE49-F238E27FC236}">
                <ns2:creationId id="{7DB5397D-2496-4E2E-916B-7C810504FB19}"/>
              </a:ext>
            </a:extLst>
          </p:cNvPr>
          <p:cNvSpPr>
            <a:spLocks noGrp="1"/>
          </p:cNvSpPr>
          <p:nvPr/>
        </p:nvSpPr>
        <p:spPr>
          <a:xfrm>
            <a:off x="6735288" y="2943225"/>
            <a:ext cx="282039" cy="2857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5" name="icon-network-619">
            <a:extLst>
              <a:ext uri="{FF2B5EF4-FFF2-40B4-BE49-F238E27FC236}">
                <ns2:creationId id="{16BE003F-E415-4FA6-8E52-FC466E94246C}"/>
              </a:ext>
            </a:extLst>
          </p:cNvPr>
          <p:cNvSpPr>
            <a:spLocks noGrp="1"/>
          </p:cNvSpPr>
          <p:nvPr/>
        </p:nvSpPr>
        <p:spPr>
          <a:xfrm>
            <a:off x="6752211" y="3028950"/>
            <a:ext cx="39485" cy="40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96" name="icon-network-620">
            <a:extLst>
              <a:ext uri="{FF2B5EF4-FFF2-40B4-BE49-F238E27FC236}">
                <ns2:creationId id="{9661D4C1-BF96-4C5F-A583-3A15EC03ADC9}"/>
              </a:ext>
            </a:extLst>
          </p:cNvPr>
          <p:cNvSpPr>
            <a:spLocks noGrp="1"/>
          </p:cNvSpPr>
          <p:nvPr/>
        </p:nvSpPr>
        <p:spPr>
          <a:xfrm>
            <a:off x="6842463" y="2957513"/>
            <a:ext cx="39485" cy="40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97" name="icon-network-621">
            <a:extLst>
              <a:ext uri="{FF2B5EF4-FFF2-40B4-BE49-F238E27FC236}">
                <ns2:creationId id="{FF61DF28-008D-4BB9-AC06-FCAE263F2C62}"/>
              </a:ext>
            </a:extLst>
          </p:cNvPr>
          <p:cNvSpPr>
            <a:spLocks noGrp="1"/>
          </p:cNvSpPr>
          <p:nvPr/>
        </p:nvSpPr>
        <p:spPr>
          <a:xfrm>
            <a:off x="6952459" y="3008948"/>
            <a:ext cx="39485" cy="40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98" name="icon-network-622">
            <a:extLst>
              <a:ext uri="{FF2B5EF4-FFF2-40B4-BE49-F238E27FC236}">
                <ns2:creationId id="{8653BD32-2D6B-4F1E-AD4F-228C21037D9F}"/>
              </a:ext>
            </a:extLst>
          </p:cNvPr>
          <p:cNvSpPr>
            <a:spLocks noGrp="1"/>
          </p:cNvSpPr>
          <p:nvPr/>
        </p:nvSpPr>
        <p:spPr>
          <a:xfrm>
            <a:off x="6910152" y="3160395"/>
            <a:ext cx="39485" cy="40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99" name="icon-network-623">
            <a:extLst>
              <a:ext uri="{FF2B5EF4-FFF2-40B4-BE49-F238E27FC236}">
                <ns2:creationId id="{2B7120D8-F13C-4CE8-849B-7C2F69A1737C}"/>
              </a:ext>
            </a:extLst>
          </p:cNvPr>
          <p:cNvSpPr>
            <a:spLocks noGrp="1"/>
          </p:cNvSpPr>
          <p:nvPr/>
        </p:nvSpPr>
        <p:spPr>
          <a:xfrm>
            <a:off x="6783235" y="3157538"/>
            <a:ext cx="39485" cy="40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00" name="text-624">
            <a:extLst>
              <a:ext uri="{FF2B5EF4-FFF2-40B4-BE49-F238E27FC236}">
                <ns2:creationId id="{55BAB358-CB33-4D7E-A483-94C2D43E0C96}"/>
              </a:ext>
            </a:extLst>
          </p:cNvPr>
          <p:cNvSpPr>
            <a:spLocks noGrp="1"/>
          </p:cNvSpPr>
          <p:nvPr/>
        </p:nvSpPr>
        <p:spPr>
          <a:xfrm>
            <a:off x="7092538" y="2905125"/>
            <a:ext cx="977735" cy="5619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特征构建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01" name="">
            <a:extLst>
              <a:ext uri="{FF2B5EF4-FFF2-40B4-BE49-F238E27FC236}">
                <ns2:creationId id="{745E3870-1C02-4A96-98BA-270C7FFE8845}"/>
              </a:ext>
            </a:extLst>
          </p:cNvPr>
          <p:cNvCxnSpPr>
            <a:stCxn id="69" idx="3"/>
            <a:endCxn id="74" idx="1"/>
          </p:cNvCxnSpPr>
          <p:nvPr/>
        </p:nvCxnSpPr>
        <p:spPr>
          <a:xfrm>
            <a:off x="4855029" y="3186113"/>
            <a:ext cx="112816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102" name="">
            <a:extLst>
              <a:ext uri="{FF2B5EF4-FFF2-40B4-BE49-F238E27FC236}">
                <ns2:creationId id="{61196C3E-7464-42B9-AAAA-B778EC750606}"/>
              </a:ext>
            </a:extLst>
          </p:cNvPr>
          <p:cNvCxnSpPr>
            <a:stCxn id="74" idx="3"/>
            <a:endCxn id="87" idx="1"/>
          </p:cNvCxnSpPr>
          <p:nvPr/>
        </p:nvCxnSpPr>
        <p:spPr>
          <a:xfrm>
            <a:off x="6509657" y="3186113"/>
            <a:ext cx="112816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103" name="">
            <a:extLst>
              <a:ext uri="{FF2B5EF4-FFF2-40B4-BE49-F238E27FC236}">
                <ns2:creationId id="{038C51C5-6556-4CA9-99D4-5DA775229489}"/>
              </a:ext>
            </a:extLst>
          </p:cNvPr>
          <p:cNvCxnSpPr>
            <a:stCxn id="48" idx="2"/>
            <a:endCxn id="69" idx="0"/>
          </p:cNvCxnSpPr>
          <p:nvPr/>
        </p:nvCxnSpPr>
        <p:spPr>
          <a:xfrm>
            <a:off x="4084122" y="2505075"/>
            <a:ext cx="0" cy="323850"/>
          </a:xfrm>
          <a:prstGeom prst="straightConnector1">
            <a:avLst/>
          </a:prstGeom>
          <a:ln w="24765">
            <a:solidFill>
              <a:srgbClr val="2685C9"/>
            </a:solidFill>
            <a:prstDash val="solid"/>
            <a:tailEnd type="triangle" w="med" len="med"/>
          </a:ln>
        </p:spPr>
      </p:cxnSp>
      <p:cxnSp>
        <p:nvCxnSpPr>
          <p:cNvPr id="104" name="">
            <a:extLst>
              <a:ext uri="{FF2B5EF4-FFF2-40B4-BE49-F238E27FC236}">
                <ns2:creationId id="{4DD15BA3-CD75-4D66-AE54-57312134BC1F}"/>
              </a:ext>
            </a:extLst>
          </p:cNvPr>
          <p:cNvCxnSpPr>
            <a:stCxn id="54" idx="2"/>
            <a:endCxn id="74" idx="0"/>
          </p:cNvCxnSpPr>
          <p:nvPr/>
        </p:nvCxnSpPr>
        <p:spPr>
          <a:xfrm>
            <a:off x="5738751" y="2505075"/>
            <a:ext cx="0" cy="323850"/>
          </a:xfrm>
          <a:prstGeom prst="straightConnector1">
            <a:avLst/>
          </a:prstGeom>
          <a:ln w="24765">
            <a:solidFill>
              <a:srgbClr val="2685C9"/>
            </a:solidFill>
            <a:prstDash val="solid"/>
            <a:tailEnd type="triangle" w="med" len="med"/>
          </a:ln>
        </p:spPr>
      </p:cxnSp>
      <p:cxnSp>
        <p:nvCxnSpPr>
          <p:cNvPr id="105" name="">
            <a:extLst>
              <a:ext uri="{FF2B5EF4-FFF2-40B4-BE49-F238E27FC236}">
                <ns2:creationId id="{991E939E-9EA2-4566-9436-B83C54E25C22}"/>
              </a:ext>
            </a:extLst>
          </p:cNvPr>
          <p:cNvCxnSpPr>
            <a:stCxn id="61" idx="2"/>
            <a:endCxn id="87" idx="0"/>
          </p:cNvCxnSpPr>
          <p:nvPr/>
        </p:nvCxnSpPr>
        <p:spPr>
          <a:xfrm>
            <a:off x="7393379" y="2505075"/>
            <a:ext cx="0" cy="323850"/>
          </a:xfrm>
          <a:prstGeom prst="straightConnector1">
            <a:avLst/>
          </a:prstGeom>
          <a:ln w="24765">
            <a:solidFill>
              <a:srgbClr val="2685C9"/>
            </a:solidFill>
            <a:prstDash val="solid"/>
            <a:tailEnd type="triangle" w="med" len="med"/>
          </a:ln>
        </p:spPr>
      </p:cxnSp>
      <p:sp>
        <p:nvSpPr>
          <p:cNvPr id="106" name="node-625">
            <a:extLst>
              <a:ext uri="{FF2B5EF4-FFF2-40B4-BE49-F238E27FC236}">
                <ns2:creationId id="{6EF21D18-D552-4EA3-A6D6-2E49C16A203A}"/>
              </a:ext>
            </a:extLst>
          </p:cNvPr>
          <p:cNvSpPr>
            <a:spLocks noGrp="1"/>
          </p:cNvSpPr>
          <p:nvPr/>
        </p:nvSpPr>
        <p:spPr>
          <a:xfrm>
            <a:off x="3313216" y="3990975"/>
            <a:ext cx="2369127" cy="885825"/>
          </a:xfrm>
          <a:prstGeom prst="roundRect">
            <a:avLst>
              <a:gd name="adj" fmla="val 8602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07" name="icon-grid-626">
            <a:extLst>
              <a:ext uri="{FF2B5EF4-FFF2-40B4-BE49-F238E27FC236}">
                <ns2:creationId id="{EE9D4ED0-D09C-4A75-83DF-5F86225D8C82}"/>
              </a:ext>
            </a:extLst>
          </p:cNvPr>
          <p:cNvSpPr>
            <a:spLocks noGrp="1"/>
          </p:cNvSpPr>
          <p:nvPr/>
        </p:nvSpPr>
        <p:spPr>
          <a:xfrm>
            <a:off x="3471157" y="4131945"/>
            <a:ext cx="276398" cy="280035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08" name="vector-627">
            <a:extLst>
              <a:ext uri="{FF2B5EF4-FFF2-40B4-BE49-F238E27FC236}">
                <ns2:creationId id="{D402C095-DAA3-4841-BDC7-457593A4EC7B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09" name="vector-628">
            <a:extLst>
              <a:ext uri="{FF2B5EF4-FFF2-40B4-BE49-F238E27FC236}">
                <ns2:creationId id="{7C3AEFD8-5222-48B6-BAEB-ECFA14C7E76A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10" name="vector-629">
            <a:extLst>
              <a:ext uri="{FF2B5EF4-FFF2-40B4-BE49-F238E27FC236}">
                <ns2:creationId id="{C13F4154-5EAB-43D4-8083-6C571CB5CBA0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11" name="vector-630">
            <a:extLst>
              <a:ext uri="{FF2B5EF4-FFF2-40B4-BE49-F238E27FC236}">
                <ns2:creationId id="{1C01EF4F-B3DA-4C81-B7AA-39F430798EBF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12" name="vector-631">
            <a:extLst>
              <a:ext uri="{FF2B5EF4-FFF2-40B4-BE49-F238E27FC236}">
                <ns2:creationId id="{7B0CAA82-EC26-4456-BD70-AFC906CDD731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13" name="vector-632">
            <a:extLst>
              <a:ext uri="{FF2B5EF4-FFF2-40B4-BE49-F238E27FC236}">
                <ns2:creationId id="{19B82398-5964-4909-ABE0-545A10922BDF}"/>
              </a:ext>
            </a:extLst>
          </p:cNvPr>
          <p:cNvSpPr>
            <a:spLocks noGrp="1"/>
          </p:cNvSpPr>
          <p:nvPr/>
        </p:nvSpPr>
        <p:spPr>
          <a:xfrm>
            <a:off x="3444834" y="4105275"/>
            <a:ext cx="329045" cy="3333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14" name="text-633">
            <a:extLst>
              <a:ext uri="{FF2B5EF4-FFF2-40B4-BE49-F238E27FC236}">
                <ns2:creationId id="{D46716D4-A555-4B24-96CD-D828E4D21AAA}"/>
              </a:ext>
            </a:extLst>
          </p:cNvPr>
          <p:cNvSpPr>
            <a:spLocks noGrp="1"/>
          </p:cNvSpPr>
          <p:nvPr/>
        </p:nvSpPr>
        <p:spPr>
          <a:xfrm>
            <a:off x="3886695" y="4105275"/>
            <a:ext cx="1673431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格局分析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5" name="text-634">
            <a:extLst>
              <a:ext uri="{FF2B5EF4-FFF2-40B4-BE49-F238E27FC236}">
                <ns2:creationId id="{2C866A2F-E0A4-4536-9C5C-218D70936BD1}"/>
              </a:ext>
            </a:extLst>
          </p:cNvPr>
          <p:cNvSpPr>
            <a:spLocks noGrp="1"/>
          </p:cNvSpPr>
          <p:nvPr/>
        </p:nvSpPr>
        <p:spPr>
          <a:xfrm>
            <a:off x="3444834" y="4438650"/>
            <a:ext cx="211529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识别空间结构与梯度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6" name="node-635">
            <a:extLst>
              <a:ext uri="{FF2B5EF4-FFF2-40B4-BE49-F238E27FC236}">
                <ns2:creationId id="{2F4EF974-6688-45CB-AA22-72D38D007364}"/>
              </a:ext>
            </a:extLst>
          </p:cNvPr>
          <p:cNvSpPr>
            <a:spLocks noGrp="1"/>
          </p:cNvSpPr>
          <p:nvPr/>
        </p:nvSpPr>
        <p:spPr>
          <a:xfrm>
            <a:off x="5804560" y="3990975"/>
            <a:ext cx="2369127" cy="885825"/>
          </a:xfrm>
          <a:prstGeom prst="roundRect">
            <a:avLst>
              <a:gd name="adj" fmla="val 8602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17" name="vector-636">
            <a:extLst>
              <a:ext uri="{FF2B5EF4-FFF2-40B4-BE49-F238E27FC236}">
                <ns2:creationId id="{7F4B6986-31C8-49CC-9E28-6F303DDC4411}"/>
              </a:ext>
            </a:extLst>
          </p:cNvPr>
          <p:cNvSpPr>
            <a:spLocks noGrp="1"/>
          </p:cNvSpPr>
          <p:nvPr/>
        </p:nvSpPr>
        <p:spPr>
          <a:xfrm>
            <a:off x="5936178" y="4105275"/>
            <a:ext cx="329045" cy="3333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8" name="vector-637">
            <a:extLst>
              <a:ext uri="{FF2B5EF4-FFF2-40B4-BE49-F238E27FC236}">
                <ns2:creationId id="{E84991D4-43C0-45E8-B187-F0ADAA5E196E}"/>
              </a:ext>
            </a:extLst>
          </p:cNvPr>
          <p:cNvSpPr>
            <a:spLocks noGrp="1"/>
          </p:cNvSpPr>
          <p:nvPr/>
        </p:nvSpPr>
        <p:spPr>
          <a:xfrm>
            <a:off x="5936178" y="4105275"/>
            <a:ext cx="329045" cy="3333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9" name="icon-chart-638">
            <a:extLst>
              <a:ext uri="{FF2B5EF4-FFF2-40B4-BE49-F238E27FC236}">
                <ns2:creationId id="{F33A5696-B163-4263-9C93-4DDBB0585A86}"/>
              </a:ext>
            </a:extLst>
          </p:cNvPr>
          <p:cNvSpPr>
            <a:spLocks noGrp="1"/>
          </p:cNvSpPr>
          <p:nvPr/>
        </p:nvSpPr>
        <p:spPr>
          <a:xfrm>
            <a:off x="6018440" y="4285298"/>
            <a:ext cx="42776" cy="110014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0" name="icon-chart-639">
            <a:extLst>
              <a:ext uri="{FF2B5EF4-FFF2-40B4-BE49-F238E27FC236}">
                <ns2:creationId id="{11157F1B-A7F1-45F6-B593-E9124BAF9C9F}"/>
              </a:ext>
            </a:extLst>
          </p:cNvPr>
          <p:cNvSpPr>
            <a:spLocks noGrp="1"/>
          </p:cNvSpPr>
          <p:nvPr/>
        </p:nvSpPr>
        <p:spPr>
          <a:xfrm>
            <a:off x="6090829" y="4225290"/>
            <a:ext cx="42776" cy="170021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1" name="icon-chart-640">
            <a:extLst>
              <a:ext uri="{FF2B5EF4-FFF2-40B4-BE49-F238E27FC236}">
                <ns2:creationId id="{D859CF2B-2427-4F2B-8E24-25BDAAF5DB25}"/>
              </a:ext>
            </a:extLst>
          </p:cNvPr>
          <p:cNvSpPr>
            <a:spLocks noGrp="1"/>
          </p:cNvSpPr>
          <p:nvPr/>
        </p:nvSpPr>
        <p:spPr>
          <a:xfrm>
            <a:off x="6163220" y="4158615"/>
            <a:ext cx="42776" cy="236696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2" name="text-641">
            <a:extLst>
              <a:ext uri="{FF2B5EF4-FFF2-40B4-BE49-F238E27FC236}">
                <ns2:creationId id="{A09C5BDB-54D5-4123-A467-5E24F760EFE4}"/>
              </a:ext>
            </a:extLst>
          </p:cNvPr>
          <p:cNvSpPr>
            <a:spLocks noGrp="1"/>
          </p:cNvSpPr>
          <p:nvPr/>
        </p:nvSpPr>
        <p:spPr>
          <a:xfrm>
            <a:off x="6378039" y="4105275"/>
            <a:ext cx="1673431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响应模型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text-642">
            <a:extLst>
              <a:ext uri="{FF2B5EF4-FFF2-40B4-BE49-F238E27FC236}">
                <ns2:creationId id="{9FF2DD64-BAFF-4E49-8643-2340797FC23C}"/>
              </a:ext>
            </a:extLst>
          </p:cNvPr>
          <p:cNvSpPr>
            <a:spLocks noGrp="1"/>
          </p:cNvSpPr>
          <p:nvPr/>
        </p:nvSpPr>
        <p:spPr>
          <a:xfrm>
            <a:off x="5936178" y="4438650"/>
            <a:ext cx="2115292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比较效应方向与不确定性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24" name="">
            <a:extLst>
              <a:ext uri="{FF2B5EF4-FFF2-40B4-BE49-F238E27FC236}">
                <ns2:creationId id="{9BDA0920-9762-4558-B8DF-6021CD51F36D}"/>
              </a:ext>
            </a:extLst>
          </p:cNvPr>
          <p:cNvCxnSpPr>
            <a:stCxn id="74" idx="2"/>
            <a:endCxn id="106" idx="0"/>
          </p:cNvCxnSpPr>
          <p:nvPr/>
        </p:nvCxnSpPr>
        <p:spPr>
          <a:xfrm flipH="1">
            <a:off x="4497779" y="3543300"/>
            <a:ext cx="1240971" cy="447675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125" name="">
            <a:extLst>
              <a:ext uri="{FF2B5EF4-FFF2-40B4-BE49-F238E27FC236}">
                <ns2:creationId id="{FBB5D068-A827-4964-A564-42FC02CD1BE2}"/>
              </a:ext>
            </a:extLst>
          </p:cNvPr>
          <p:cNvCxnSpPr>
            <a:stCxn id="74" idx="2"/>
            <a:endCxn id="116" idx="0"/>
          </p:cNvCxnSpPr>
          <p:nvPr/>
        </p:nvCxnSpPr>
        <p:spPr>
          <a:xfrm>
            <a:off x="5738751" y="3543300"/>
            <a:ext cx="1250373" cy="447675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126" name="node-643">
            <a:extLst>
              <a:ext uri="{FF2B5EF4-FFF2-40B4-BE49-F238E27FC236}">
                <ns2:creationId id="{375EC324-EAFC-49B4-8EE8-82C24883DA2D}"/>
              </a:ext>
            </a:extLst>
          </p:cNvPr>
          <p:cNvSpPr>
            <a:spLocks noGrp="1"/>
          </p:cNvSpPr>
          <p:nvPr/>
        </p:nvSpPr>
        <p:spPr>
          <a:xfrm>
            <a:off x="4149931" y="5505450"/>
            <a:ext cx="3243448" cy="428625"/>
          </a:xfrm>
          <a:prstGeom prst="roundRect">
            <a:avLst>
              <a:gd name="adj" fmla="val 1777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7" name="text-644">
            <a:extLst>
              <a:ext uri="{FF2B5EF4-FFF2-40B4-BE49-F238E27FC236}">
                <ns2:creationId id="{6CD7756A-CC6B-4B7E-83E7-A3B2467D751E}"/>
              </a:ext>
            </a:extLst>
          </p:cNvPr>
          <p:cNvSpPr>
            <a:spLocks noGrp="1"/>
          </p:cNvSpPr>
          <p:nvPr/>
        </p:nvSpPr>
        <p:spPr>
          <a:xfrm>
            <a:off x="4243944" y="5581650"/>
            <a:ext cx="3055422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机制比较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128" name="">
            <a:extLst>
              <a:ext uri="{FF2B5EF4-FFF2-40B4-BE49-F238E27FC236}">
                <ns2:creationId id="{EE8F1370-C2C3-48E4-9EEC-EA3C5F6A749C}"/>
              </a:ext>
            </a:extLst>
          </p:cNvPr>
          <p:cNvCxnSpPr>
            <a:stCxn id="106" idx="2"/>
            <a:endCxn id="126" idx="0"/>
          </p:cNvCxnSpPr>
          <p:nvPr/>
        </p:nvCxnSpPr>
        <p:spPr>
          <a:xfrm>
            <a:off x="4497779" y="4876800"/>
            <a:ext cx="1273876" cy="628650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129" name="">
            <a:extLst>
              <a:ext uri="{FF2B5EF4-FFF2-40B4-BE49-F238E27FC236}">
                <ns2:creationId id="{174A42BA-D47F-4C47-A798-112C5D2B174F}"/>
              </a:ext>
            </a:extLst>
          </p:cNvPr>
          <p:cNvCxnSpPr>
            <a:stCxn id="116" idx="2"/>
            <a:endCxn id="126" idx="0"/>
          </p:cNvCxnSpPr>
          <p:nvPr/>
        </p:nvCxnSpPr>
        <p:spPr>
          <a:xfrm flipH="1">
            <a:off x="5771656" y="4876800"/>
            <a:ext cx="1217469" cy="628650"/>
          </a:xfrm>
          <a:prstGeom prst="bentConnector4">
            <a:avLst>
              <a:gd name="adj1" fmla="val 0"/>
              <a:gd name="adj2" fmla="val 50000"/>
            </a:avLst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130" name="text-645">
            <a:extLst>
              <a:ext uri="{FF2B5EF4-FFF2-40B4-BE49-F238E27FC236}">
                <ns2:creationId id="{161E34AB-2322-4C7B-A21B-5432F76F4C8E}"/>
              </a:ext>
            </a:extLst>
          </p:cNvPr>
          <p:cNvSpPr>
            <a:spLocks noGrp="1"/>
          </p:cNvSpPr>
          <p:nvPr/>
        </p:nvSpPr>
        <p:spPr>
          <a:xfrm>
            <a:off x="8671956" y="1400175"/>
            <a:ext cx="300841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131" name="Chart">
            <a:extLst>
              <a:ext uri="{FF2B5EF4-FFF2-40B4-BE49-F238E27FC236}">
                <ns2:creationId id="{6F56A08E-521C-403C-8B9F-CA029BAE16FF}"/>
              </a:ext>
            </a:extLst>
          </p:cNvPr>
          <p:cNvGraphicFramePr/>
          <p:nvPr/>
        </p:nvGraphicFramePr>
        <p:xfrm>
          <a:off x="8606147" y="1752600"/>
          <a:ext cx="3177639" cy="2295525"/>
        </p:xfrm>
        <a:graphic>
          <a:graphicData uri="http://schemas.openxmlformats.org/drawingml/2006/chart">
            <c:chart r:id="Rb01c90e26ef64a2d"/>
          </a:graphicData>
        </a:graphic>
      </p:graphicFrame>
      <p:sp>
        <p:nvSpPr>
          <p:cNvPr id="132" name="text-646">
            <a:extLst>
              <a:ext uri="{FF2B5EF4-FFF2-40B4-BE49-F238E27FC236}">
                <ns2:creationId id="{4F0A6ABF-687A-4B96-BA21-C8F449C34289}"/>
              </a:ext>
            </a:extLst>
          </p:cNvPr>
          <p:cNvSpPr>
            <a:spLocks noGrp="1"/>
          </p:cNvSpPr>
          <p:nvPr/>
        </p:nvSpPr>
        <p:spPr>
          <a:xfrm>
            <a:off x="8606147" y="2088909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133" name="text-647">
            <a:extLst>
              <a:ext uri="{FF2B5EF4-FFF2-40B4-BE49-F238E27FC236}">
                <ns2:creationId id="{A9FD7FB5-BCEF-4B4F-BD2F-EFADD59AEF2E}"/>
              </a:ext>
            </a:extLst>
          </p:cNvPr>
          <p:cNvSpPr>
            <a:spLocks noGrp="1"/>
          </p:cNvSpPr>
          <p:nvPr/>
        </p:nvSpPr>
        <p:spPr>
          <a:xfrm>
            <a:off x="8606147" y="2405691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134" name="text-648">
            <a:extLst>
              <a:ext uri="{FF2B5EF4-FFF2-40B4-BE49-F238E27FC236}">
                <ns2:creationId id="{C7EFB0F2-F63B-4688-A1FD-72DDE1B10537}"/>
              </a:ext>
            </a:extLst>
          </p:cNvPr>
          <p:cNvSpPr>
            <a:spLocks noGrp="1"/>
          </p:cNvSpPr>
          <p:nvPr/>
        </p:nvSpPr>
        <p:spPr>
          <a:xfrm>
            <a:off x="8606147" y="2722474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135" name="text-649">
            <a:extLst>
              <a:ext uri="{FF2B5EF4-FFF2-40B4-BE49-F238E27FC236}">
                <ns2:creationId id="{F4A8FA9C-B5A5-4F75-9176-3B19DE03ECE0}"/>
              </a:ext>
            </a:extLst>
          </p:cNvPr>
          <p:cNvSpPr>
            <a:spLocks noGrp="1"/>
          </p:cNvSpPr>
          <p:nvPr/>
        </p:nvSpPr>
        <p:spPr>
          <a:xfrm>
            <a:off x="8606147" y="3039256"/>
            <a:ext cx="7944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136" name="text-650">
            <a:extLst>
              <a:ext uri="{FF2B5EF4-FFF2-40B4-BE49-F238E27FC236}">
                <ns2:creationId id="{87F88F4D-5D56-46C5-893B-33BF7D8003BA}"/>
              </a:ext>
            </a:extLst>
          </p:cNvPr>
          <p:cNvSpPr>
            <a:spLocks noGrp="1"/>
          </p:cNvSpPr>
          <p:nvPr/>
        </p:nvSpPr>
        <p:spPr>
          <a:xfrm>
            <a:off x="9622991" y="3857625"/>
            <a:ext cx="1588819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137" name="text-651">
            <a:extLst>
              <a:ext uri="{FF2B5EF4-FFF2-40B4-BE49-F238E27FC236}">
                <ns2:creationId id="{097BF0D9-A4CE-4971-A594-F633AB7FEDA6}"/>
              </a:ext>
            </a:extLst>
          </p:cNvPr>
          <p:cNvSpPr>
            <a:spLocks noGrp="1"/>
          </p:cNvSpPr>
          <p:nvPr/>
        </p:nvSpPr>
        <p:spPr>
          <a:xfrm>
            <a:off x="8671956" y="4162425"/>
            <a:ext cx="300841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证据核查</a:t>
            </a:r>
            <a:endParaRPr/>
          </a:p>
        </p:txBody>
      </p:sp>
      <p:sp>
        <p:nvSpPr>
          <p:cNvPr id="138" name="icon-check-652">
            <a:extLst>
              <a:ext uri="{FF2B5EF4-FFF2-40B4-BE49-F238E27FC236}">
                <ns2:creationId id="{DB511005-783A-4590-84ED-48DC31A6B5A0}"/>
              </a:ext>
            </a:extLst>
          </p:cNvPr>
          <p:cNvSpPr>
            <a:spLocks noGrp="1"/>
          </p:cNvSpPr>
          <p:nvPr/>
        </p:nvSpPr>
        <p:spPr>
          <a:xfrm>
            <a:off x="8714262" y="4605338"/>
            <a:ext cx="188026" cy="19050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39" name="vector-653">
            <a:extLst>
              <a:ext uri="{FF2B5EF4-FFF2-40B4-BE49-F238E27FC236}">
                <ns2:creationId id="{B7C0770D-EB12-4C22-910F-7EA83BE96391}"/>
              </a:ext>
            </a:extLst>
          </p:cNvPr>
          <p:cNvSpPr>
            <a:spLocks noGrp="1"/>
          </p:cNvSpPr>
          <p:nvPr/>
        </p:nvSpPr>
        <p:spPr>
          <a:xfrm>
            <a:off x="8690758" y="4581525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40" name="vector-654">
            <a:extLst>
              <a:ext uri="{FF2B5EF4-FFF2-40B4-BE49-F238E27FC236}">
                <ns2:creationId id="{A95DE63F-278C-4124-9403-AF4DEAAA7847}"/>
              </a:ext>
            </a:extLst>
          </p:cNvPr>
          <p:cNvSpPr>
            <a:spLocks noGrp="1"/>
          </p:cNvSpPr>
          <p:nvPr/>
        </p:nvSpPr>
        <p:spPr>
          <a:xfrm>
            <a:off x="8690758" y="4581525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41" name="text-655">
            <a:extLst>
              <a:ext uri="{FF2B5EF4-FFF2-40B4-BE49-F238E27FC236}">
                <ns2:creationId id="{79BED791-FDA7-43A4-AEA6-548CAC26DB81}"/>
              </a:ext>
            </a:extLst>
          </p:cNvPr>
          <p:cNvSpPr>
            <a:spLocks noGrp="1"/>
          </p:cNvSpPr>
          <p:nvPr/>
        </p:nvSpPr>
        <p:spPr>
          <a:xfrm>
            <a:off x="9029205" y="4552950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核对来源与尺度一致性</a:t>
            </a:r>
            <a:endParaRPr/>
          </a:p>
        </p:txBody>
      </p:sp>
      <p:sp>
        <p:nvSpPr>
          <p:cNvPr id="142" name="icon-check-656">
            <a:extLst>
              <a:ext uri="{FF2B5EF4-FFF2-40B4-BE49-F238E27FC236}">
                <ns2:creationId id="{AF8FE4D7-B3B8-46DE-8572-4BB7FFBF4AA7}"/>
              </a:ext>
            </a:extLst>
          </p:cNvPr>
          <p:cNvSpPr>
            <a:spLocks noGrp="1"/>
          </p:cNvSpPr>
          <p:nvPr/>
        </p:nvSpPr>
        <p:spPr>
          <a:xfrm>
            <a:off x="8714262" y="5053013"/>
            <a:ext cx="188026" cy="19050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43" name="vector-657">
            <a:extLst>
              <a:ext uri="{FF2B5EF4-FFF2-40B4-BE49-F238E27FC236}">
                <ns2:creationId id="{EE2231E1-24CB-44ED-9352-C5FD69470791}"/>
              </a:ext>
            </a:extLst>
          </p:cNvPr>
          <p:cNvSpPr>
            <a:spLocks noGrp="1"/>
          </p:cNvSpPr>
          <p:nvPr/>
        </p:nvSpPr>
        <p:spPr>
          <a:xfrm>
            <a:off x="8690758" y="5029200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44" name="vector-658">
            <a:extLst>
              <a:ext uri="{FF2B5EF4-FFF2-40B4-BE49-F238E27FC236}">
                <ns2:creationId id="{CB436D63-7E05-4975-9349-79C1926164EA}"/>
              </a:ext>
            </a:extLst>
          </p:cNvPr>
          <p:cNvSpPr>
            <a:spLocks noGrp="1"/>
          </p:cNvSpPr>
          <p:nvPr/>
        </p:nvSpPr>
        <p:spPr>
          <a:xfrm>
            <a:off x="8690758" y="5029200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45" name="text-659">
            <a:extLst>
              <a:ext uri="{FF2B5EF4-FFF2-40B4-BE49-F238E27FC236}">
                <ns2:creationId id="{4C0DCC66-C1FE-4D33-B603-85D43D0E3EFA}"/>
              </a:ext>
            </a:extLst>
          </p:cNvPr>
          <p:cNvSpPr>
            <a:spLocks noGrp="1"/>
          </p:cNvSpPr>
          <p:nvPr/>
        </p:nvSpPr>
        <p:spPr>
          <a:xfrm>
            <a:off x="9029205" y="5000625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比较替代模型和参数设定</a:t>
            </a:r>
            <a:endParaRPr/>
          </a:p>
        </p:txBody>
      </p:sp>
      <p:sp>
        <p:nvSpPr>
          <p:cNvPr id="146" name="icon-check-660">
            <a:extLst>
              <a:ext uri="{FF2B5EF4-FFF2-40B4-BE49-F238E27FC236}">
                <ns2:creationId id="{56727CCB-2D44-4F31-BE92-34B8F2B95629}"/>
              </a:ext>
            </a:extLst>
          </p:cNvPr>
          <p:cNvSpPr>
            <a:spLocks noGrp="1"/>
          </p:cNvSpPr>
          <p:nvPr/>
        </p:nvSpPr>
        <p:spPr>
          <a:xfrm>
            <a:off x="8714262" y="5500688"/>
            <a:ext cx="188026" cy="19050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47" name="vector-661">
            <a:extLst>
              <a:ext uri="{FF2B5EF4-FFF2-40B4-BE49-F238E27FC236}">
                <ns2:creationId id="{40E10BCF-77B1-4956-9040-494120056319}"/>
              </a:ext>
            </a:extLst>
          </p:cNvPr>
          <p:cNvSpPr>
            <a:spLocks noGrp="1"/>
          </p:cNvSpPr>
          <p:nvPr/>
        </p:nvSpPr>
        <p:spPr>
          <a:xfrm>
            <a:off x="8690758" y="5476875"/>
            <a:ext cx="235032" cy="238125"/>
          </a:xfrm>
          <a:custGeom>
            <a:pathLst>
              <a:path w="952500" h="952500">
                <a:moveTo>
                  <a:pt x="266700" y="476250"/>
                </a:moveTo>
                <a:lnTo>
                  <a:pt x="428625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48" name="vector-662">
            <a:extLst>
              <a:ext uri="{FF2B5EF4-FFF2-40B4-BE49-F238E27FC236}">
                <ns2:creationId id="{9A626557-C956-4AE6-9432-11C5B08E9349}"/>
              </a:ext>
            </a:extLst>
          </p:cNvPr>
          <p:cNvSpPr>
            <a:spLocks noGrp="1"/>
          </p:cNvSpPr>
          <p:nvPr/>
        </p:nvSpPr>
        <p:spPr>
          <a:xfrm>
            <a:off x="8690758" y="5476875"/>
            <a:ext cx="235032" cy="238125"/>
          </a:xfrm>
          <a:custGeom>
            <a:pathLst>
              <a:path w="952500" h="952500">
                <a:moveTo>
                  <a:pt x="428625" y="628650"/>
                </a:moveTo>
                <a:lnTo>
                  <a:pt x="714375" y="3048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49" name="text-663">
            <a:extLst>
              <a:ext uri="{FF2B5EF4-FFF2-40B4-BE49-F238E27FC236}">
                <ns2:creationId id="{E50FB9F9-DC10-475E-BE6D-E0B89F4A2157}"/>
              </a:ext>
            </a:extLst>
          </p:cNvPr>
          <p:cNvSpPr>
            <a:spLocks noGrp="1"/>
          </p:cNvSpPr>
          <p:nvPr/>
        </p:nvSpPr>
        <p:spPr>
          <a:xfrm>
            <a:off x="9029205" y="5448300"/>
            <a:ext cx="2669969" cy="352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明确适用区域与外推边界</a:t>
            </a:r>
            <a:endParaRPr/>
          </a:p>
        </p:txBody>
      </p:sp>
      <p:sp>
        <p:nvSpPr>
          <p:cNvPr id="150" name="shape-664">
            <a:extLst>
              <a:ext uri="{FF2B5EF4-FFF2-40B4-BE49-F238E27FC236}">
                <ns2:creationId id="{DCA815E7-5F75-45A4-9123-EA0DBB440F9D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1" name="text-665">
            <a:extLst>
              <a:ext uri="{FF2B5EF4-FFF2-40B4-BE49-F238E27FC236}">
                <ns2:creationId id="{5FD86928-A117-4D7E-A5C5-5C5FCF068E04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技术路线的核心：每一步处理都能追溯到研究问题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52" name="text-666">
            <a:extLst>
              <a:ext uri="{FF2B5EF4-FFF2-40B4-BE49-F238E27FC236}">
                <ns2:creationId id="{A67DC5B8-5E0F-476A-B646-5FA09F515C1F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53" name="text-667">
            <a:extLst>
              <a:ext uri="{FF2B5EF4-FFF2-40B4-BE49-F238E27FC236}">
                <ns2:creationId id="{A35C5E10-5FC7-4840-AEDF-4FD9251CE6E3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08</a:t>
            </a:r>
            <a:endParaRPr/>
          </a:p>
        </p:txBody>
      </p:sp>
    </p:spTree>
    <p:extLst>
      <p:ext uri="{BB962C8B-B14F-4D97-AF65-F5344CB8AC3E}">
        <ns5:creationId val="912345835"/>
      </p:ext>
    </p:extLst>
  </p:cSld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31" name="text-668">
            <a:extLst>
              <a:ext uri="{FF2B5EF4-FFF2-40B4-BE49-F238E27FC236}">
                <ns2:creationId id="{6F93912D-739A-462A-ACF8-066C2D8DBB5C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竞争解释｜生境面积还是空间隔离？</a:t>
            </a:r>
            <a:endParaRPr/>
          </a:p>
        </p:txBody>
      </p:sp>
      <p:sp>
        <p:nvSpPr>
          <p:cNvPr id="2" name="line-669">
            <a:extLst>
              <a:ext uri="{FF2B5EF4-FFF2-40B4-BE49-F238E27FC236}">
                <ns2:creationId id="{3BB5AD08-8DAA-4000-AA3E-43C8AE5FAF2F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670">
            <a:extLst>
              <a:ext uri="{FF2B5EF4-FFF2-40B4-BE49-F238E27FC236}">
                <ns2:creationId id="{AA886134-F6EC-4850-ACB9-39ABFF6BBC90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15990" cy="3800475"/>
          </a:xfrm>
          <a:prstGeom prst="rect">
            <a:avLst>
              <a:gd name="adj" fmla="val 20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671">
            <a:extLst>
              <a:ext uri="{FF2B5EF4-FFF2-40B4-BE49-F238E27FC236}">
                <ns2:creationId id="{BD8F2A86-4D03-48C8-97BA-6B3451E3337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97187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text-672">
            <a:extLst>
              <a:ext uri="{FF2B5EF4-FFF2-40B4-BE49-F238E27FC236}">
                <ns2:creationId id="{B91519D1-8011-49D4-BCB5-1FC764D05B23}"/>
              </a:ext>
            </a:extLst>
          </p:cNvPr>
          <p:cNvSpPr>
            <a:spLocks noGrp="1"/>
          </p:cNvSpPr>
          <p:nvPr/>
        </p:nvSpPr>
        <p:spPr>
          <a:xfrm>
            <a:off x="436418" y="952500"/>
            <a:ext cx="54527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假说 A：生境面积效应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" name="text-673">
            <a:extLst>
              <a:ext uri="{FF2B5EF4-FFF2-40B4-BE49-F238E27FC236}">
                <ns2:creationId id="{E4F44F3A-CB21-4047-BA04-614D5AF81C8A}"/>
              </a:ext>
            </a:extLst>
          </p:cNvPr>
          <p:cNvSpPr>
            <a:spLocks noGrp="1"/>
          </p:cNvSpPr>
          <p:nvPr/>
        </p:nvSpPr>
        <p:spPr>
          <a:xfrm>
            <a:off x="474023" y="1381125"/>
            <a:ext cx="53775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固定隔离程度，比较生境面积变化对应的群落响应。</a:t>
            </a:r>
            <a:endParaRPr/>
          </a:p>
        </p:txBody>
      </p:sp>
      <p:pic>
        <p:nvPicPr>
          <p:cNvPr id="7" name="">
            <a:extLst>
              <a:ext uri="{FF2B5EF4-FFF2-40B4-BE49-F238E27FC236}">
                <ns2:creationId id="{9E465799-1BEA-48A1-B805-F24829FB5C3C}"/>
              </a:ext>
            </a:extLst>
          </p:cNvPr>
          <p:cNvPicPr>
            <a:picLocks noChangeAspect="1"/>
          </p:cNvPicPr>
          <p:nvPr/>
        </p:nvPicPr>
        <p:blipFill>
          <a:blip r:embed="R5f155ced3c494a39">
            <a:duotone>
              <a:srgbClr val="1359A0"/>
              <a:srgbClr val="FFFFFF"/>
            </a:duotone>
          </a:blip>
          <a:stretch/>
        </p:blipFill>
        <p:spPr>
          <a:xfrm>
            <a:off x="633845" y="2070100"/>
            <a:ext cx="1880260" cy="1270000"/>
          </a:xfrm>
          <a:prstGeom prst="rect">
            <a:avLst/>
          </a:prstGeom>
        </p:spPr>
      </p:pic>
      <p:sp>
        <p:nvSpPr>
          <p:cNvPr id="8" name="arrow-674">
            <a:extLst>
              <a:ext uri="{FF2B5EF4-FFF2-40B4-BE49-F238E27FC236}">
                <ns2:creationId id="{77859C15-A61E-470D-A5A1-1427150DA7DC}"/>
              </a:ext>
            </a:extLst>
          </p:cNvPr>
          <p:cNvSpPr>
            <a:spLocks noGrp="1"/>
          </p:cNvSpPr>
          <p:nvPr/>
        </p:nvSpPr>
        <p:spPr>
          <a:xfrm>
            <a:off x="2645723" y="2524125"/>
            <a:ext cx="733301" cy="2095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pic>
        <p:nvPicPr>
          <p:cNvPr id="9" name="">
            <a:extLst>
              <a:ext uri="{FF2B5EF4-FFF2-40B4-BE49-F238E27FC236}">
                <ns2:creationId id="{C030EABC-75FF-4A53-B000-E0F053DE1897}"/>
              </a:ext>
            </a:extLst>
          </p:cNvPr>
          <p:cNvPicPr>
            <a:picLocks noChangeAspect="1"/>
          </p:cNvPicPr>
          <p:nvPr/>
        </p:nvPicPr>
        <p:blipFill>
          <a:blip r:embed="Ra3e27fc1ebcc433e">
            <a:duotone>
              <a:srgbClr val="1359A0"/>
              <a:srgbClr val="FFFFFF"/>
            </a:duotone>
          </a:blip>
          <a:stretch/>
        </p:blipFill>
        <p:spPr>
          <a:xfrm>
            <a:off x="4008912" y="2425700"/>
            <a:ext cx="1222169" cy="825500"/>
          </a:xfrm>
          <a:prstGeom prst="rect">
            <a:avLst/>
          </a:prstGeom>
        </p:spPr>
      </p:pic>
      <p:sp>
        <p:nvSpPr>
          <p:cNvPr id="10" name="text-675">
            <a:extLst>
              <a:ext uri="{FF2B5EF4-FFF2-40B4-BE49-F238E27FC236}">
                <ns2:creationId id="{7EFEFEB6-15BB-4123-912B-9BB765A1B1D7}"/>
              </a:ext>
            </a:extLst>
          </p:cNvPr>
          <p:cNvSpPr>
            <a:spLocks noGrp="1"/>
          </p:cNvSpPr>
          <p:nvPr/>
        </p:nvSpPr>
        <p:spPr>
          <a:xfrm>
            <a:off x="492826" y="3476625"/>
            <a:ext cx="231271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大面积生境</a:t>
            </a:r>
            <a:endParaRPr/>
          </a:p>
        </p:txBody>
      </p:sp>
      <p:sp>
        <p:nvSpPr>
          <p:cNvPr id="11" name="text-676">
            <a:extLst>
              <a:ext uri="{FF2B5EF4-FFF2-40B4-BE49-F238E27FC236}">
                <ns2:creationId id="{5859349E-6FE1-4E8C-9CE8-1F34F50C4D25}"/>
              </a:ext>
            </a:extLst>
          </p:cNvPr>
          <p:cNvSpPr>
            <a:spLocks noGrp="1"/>
          </p:cNvSpPr>
          <p:nvPr/>
        </p:nvSpPr>
        <p:spPr>
          <a:xfrm>
            <a:off x="3491840" y="3476625"/>
            <a:ext cx="233152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小面积生境</a:t>
            </a:r>
            <a:endParaRPr/>
          </a:p>
        </p:txBody>
      </p:sp>
      <p:sp>
        <p:nvSpPr>
          <p:cNvPr id="12" name="text-677">
            <a:extLst>
              <a:ext uri="{FF2B5EF4-FFF2-40B4-BE49-F238E27FC236}">
                <ns2:creationId id="{C84A4020-E5EC-4CAC-BDA1-B76E7E0DE001}"/>
              </a:ext>
            </a:extLst>
          </p:cNvPr>
          <p:cNvSpPr>
            <a:spLocks noGrp="1"/>
          </p:cNvSpPr>
          <p:nvPr/>
        </p:nvSpPr>
        <p:spPr>
          <a:xfrm>
            <a:off x="549234" y="4124325"/>
            <a:ext cx="522712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预测：丰富度随面积改变</a:t>
            </a:r>
            <a:endParaRPr/>
          </a:p>
        </p:txBody>
      </p:sp>
      <p:sp>
        <p:nvSpPr>
          <p:cNvPr id="13" name="panel-678">
            <a:extLst>
              <a:ext uri="{FF2B5EF4-FFF2-40B4-BE49-F238E27FC236}">
                <ns2:creationId id="{56510612-5B04-434A-8369-D58C3F6E0C36}"/>
              </a:ext>
            </a:extLst>
          </p:cNvPr>
          <p:cNvSpPr>
            <a:spLocks noGrp="1"/>
          </p:cNvSpPr>
          <p:nvPr/>
        </p:nvSpPr>
        <p:spPr>
          <a:xfrm>
            <a:off x="6171210" y="885825"/>
            <a:ext cx="5715990" cy="3800475"/>
          </a:xfrm>
          <a:prstGeom prst="rect">
            <a:avLst>
              <a:gd name="adj" fmla="val 20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4" name="shape-679">
            <a:extLst>
              <a:ext uri="{FF2B5EF4-FFF2-40B4-BE49-F238E27FC236}">
                <ns2:creationId id="{6624AB24-92A6-4EAF-8312-68B81E0B7A03}"/>
              </a:ext>
            </a:extLst>
          </p:cNvPr>
          <p:cNvSpPr>
            <a:spLocks noGrp="1"/>
          </p:cNvSpPr>
          <p:nvPr/>
        </p:nvSpPr>
        <p:spPr>
          <a:xfrm>
            <a:off x="6180612" y="895350"/>
            <a:ext cx="5697187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5" name="text-680">
            <a:extLst>
              <a:ext uri="{FF2B5EF4-FFF2-40B4-BE49-F238E27FC236}">
                <ns2:creationId id="{7F5B0496-78B1-45A3-A4B8-C514E6B196D3}"/>
              </a:ext>
            </a:extLst>
          </p:cNvPr>
          <p:cNvSpPr>
            <a:spLocks noGrp="1"/>
          </p:cNvSpPr>
          <p:nvPr/>
        </p:nvSpPr>
        <p:spPr>
          <a:xfrm>
            <a:off x="6302829" y="952500"/>
            <a:ext cx="545275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假说 B：空间隔离效应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6" name="text-681">
            <a:extLst>
              <a:ext uri="{FF2B5EF4-FFF2-40B4-BE49-F238E27FC236}">
                <ns2:creationId id="{E7C987B3-ED09-4CE4-9C8C-98BEAACAA899}"/>
              </a:ext>
            </a:extLst>
          </p:cNvPr>
          <p:cNvSpPr>
            <a:spLocks noGrp="1"/>
          </p:cNvSpPr>
          <p:nvPr/>
        </p:nvSpPr>
        <p:spPr>
          <a:xfrm>
            <a:off x="6340434" y="1381125"/>
            <a:ext cx="5377543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固定生境总面积，比较斑块分离后的扩散与组成变化。</a:t>
            </a:r>
            <a:endParaRPr/>
          </a:p>
        </p:txBody>
      </p:sp>
      <p:pic>
        <p:nvPicPr>
          <p:cNvPr id="17" name="">
            <a:extLst>
              <a:ext uri="{FF2B5EF4-FFF2-40B4-BE49-F238E27FC236}">
                <ns2:creationId id="{7F2352F4-1939-476F-8F67-6753F8DC4396}"/>
              </a:ext>
            </a:extLst>
          </p:cNvPr>
          <p:cNvPicPr>
            <a:picLocks noChangeAspect="1"/>
          </p:cNvPicPr>
          <p:nvPr/>
        </p:nvPicPr>
        <p:blipFill>
          <a:blip r:embed="Rdf017364ef2348d1">
            <a:duotone>
              <a:srgbClr val="1359A0"/>
              <a:srgbClr val="FFFFFF"/>
            </a:duotone>
          </a:blip>
          <a:stretch/>
        </p:blipFill>
        <p:spPr>
          <a:xfrm>
            <a:off x="6500256" y="2070100"/>
            <a:ext cx="1880260" cy="1270000"/>
          </a:xfrm>
          <a:prstGeom prst="rect">
            <a:avLst/>
          </a:prstGeom>
        </p:spPr>
      </p:pic>
      <p:sp>
        <p:nvSpPr>
          <p:cNvPr id="18" name="arrow-682">
            <a:extLst>
              <a:ext uri="{FF2B5EF4-FFF2-40B4-BE49-F238E27FC236}">
                <ns2:creationId id="{1059A1F6-6B48-480C-957D-B2D4FE4E85F8}"/>
              </a:ext>
            </a:extLst>
          </p:cNvPr>
          <p:cNvSpPr>
            <a:spLocks noGrp="1"/>
          </p:cNvSpPr>
          <p:nvPr/>
        </p:nvSpPr>
        <p:spPr>
          <a:xfrm>
            <a:off x="8512134" y="2524125"/>
            <a:ext cx="733301" cy="209550"/>
          </a:xfrm>
          <a:prstGeom prst="rightArrow">
            <a:avLst/>
          </a:prstGeom>
          <a:solidFill>
            <a:srgbClr val="2685C9"/>
          </a:solidFill>
          <a:ln w="0">
            <a:noFill/>
            <a:prstDash val="solid"/>
          </a:ln>
        </p:spPr>
      </p:sp>
      <p:pic>
        <p:nvPicPr>
          <p:cNvPr id="19" name="">
            <a:extLst>
              <a:ext uri="{FF2B5EF4-FFF2-40B4-BE49-F238E27FC236}">
                <ns2:creationId id="{611FDD54-0A3F-4ECF-8566-9CBAB37863B4}"/>
              </a:ext>
            </a:extLst>
          </p:cNvPr>
          <p:cNvPicPr>
            <a:picLocks noChangeAspect="1"/>
          </p:cNvPicPr>
          <p:nvPr/>
        </p:nvPicPr>
        <p:blipFill>
          <a:blip r:embed="R32ff49c7cc97420d">
            <a:duotone>
              <a:srgbClr val="1359A0"/>
              <a:srgbClr val="FFFFFF"/>
            </a:duotone>
          </a:blip>
          <a:stretch/>
        </p:blipFill>
        <p:spPr>
          <a:xfrm>
            <a:off x="9593283" y="2047970"/>
            <a:ext cx="788299" cy="532448"/>
          </a:xfrm>
          <a:prstGeom prst="rect">
            <a:avLst/>
          </a:prstGeom>
        </p:spPr>
      </p:pic>
      <p:pic>
        <p:nvPicPr>
          <p:cNvPr id="20" name="">
            <a:extLst>
              <a:ext uri="{FF2B5EF4-FFF2-40B4-BE49-F238E27FC236}">
                <ns2:creationId id="{72943F9F-16A0-470B-8EEA-785C7238FB0F}"/>
              </a:ext>
            </a:extLst>
          </p:cNvPr>
          <p:cNvPicPr>
            <a:picLocks noChangeAspect="1"/>
          </p:cNvPicPr>
          <p:nvPr/>
        </p:nvPicPr>
        <p:blipFill>
          <a:blip r:embed="R172781c0c6724258">
            <a:duotone>
              <a:srgbClr val="1359A0"/>
              <a:srgbClr val="FFFFFF"/>
            </a:duotone>
          </a:blip>
          <a:stretch/>
        </p:blipFill>
        <p:spPr>
          <a:xfrm>
            <a:off x="10601572" y="2082260"/>
            <a:ext cx="788299" cy="532448"/>
          </a:xfrm>
          <a:prstGeom prst="rect">
            <a:avLst/>
          </a:prstGeom>
        </p:spPr>
      </p:pic>
      <p:pic>
        <p:nvPicPr>
          <p:cNvPr id="21" name="">
            <a:extLst>
              <a:ext uri="{FF2B5EF4-FFF2-40B4-BE49-F238E27FC236}">
                <ns2:creationId id="{5FE3745A-E3DD-43EB-A6AB-996C95233375}"/>
              </a:ext>
            </a:extLst>
          </p:cNvPr>
          <p:cNvPicPr>
            <a:picLocks noChangeAspect="1"/>
          </p:cNvPicPr>
          <p:nvPr/>
        </p:nvPicPr>
        <p:blipFill>
          <a:blip r:embed="R7458a5ac3d3448c8">
            <a:duotone>
              <a:srgbClr val="1359A0"/>
              <a:srgbClr val="FFFFFF"/>
            </a:duotone>
          </a:blip>
          <a:stretch/>
        </p:blipFill>
        <p:spPr>
          <a:xfrm>
            <a:off x="9629949" y="2827782"/>
            <a:ext cx="733301" cy="495300"/>
          </a:xfrm>
          <a:prstGeom prst="rect">
            <a:avLst/>
          </a:prstGeom>
        </p:spPr>
      </p:pic>
      <p:pic>
        <p:nvPicPr>
          <p:cNvPr id="22" name="">
            <a:extLst>
              <a:ext uri="{FF2B5EF4-FFF2-40B4-BE49-F238E27FC236}">
                <ns2:creationId id="{273AB73D-0981-41F6-BA00-3745B8CB1C21}"/>
              </a:ext>
            </a:extLst>
          </p:cNvPr>
          <p:cNvPicPr>
            <a:picLocks noChangeAspect="1"/>
          </p:cNvPicPr>
          <p:nvPr/>
        </p:nvPicPr>
        <p:blipFill>
          <a:blip r:embed="R6b80380e3d78440e">
            <a:duotone>
              <a:srgbClr val="1359A0"/>
              <a:srgbClr val="FFFFFF"/>
            </a:duotone>
          </a:blip>
          <a:stretch/>
        </p:blipFill>
        <p:spPr>
          <a:xfrm>
            <a:off x="10638238" y="2815400"/>
            <a:ext cx="769966" cy="520065"/>
          </a:xfrm>
          <a:prstGeom prst="rect">
            <a:avLst/>
          </a:prstGeom>
        </p:spPr>
      </p:pic>
      <p:sp>
        <p:nvSpPr>
          <p:cNvPr id="23" name="text-683">
            <a:extLst>
              <a:ext uri="{FF2B5EF4-FFF2-40B4-BE49-F238E27FC236}">
                <ns2:creationId id="{94811222-9D7B-4EC3-8179-209B7B2B8C15}"/>
              </a:ext>
            </a:extLst>
          </p:cNvPr>
          <p:cNvSpPr>
            <a:spLocks noGrp="1"/>
          </p:cNvSpPr>
          <p:nvPr/>
        </p:nvSpPr>
        <p:spPr>
          <a:xfrm>
            <a:off x="6359236" y="3476625"/>
            <a:ext cx="2312719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连续生境</a:t>
            </a:r>
            <a:endParaRPr/>
          </a:p>
        </p:txBody>
      </p:sp>
      <p:sp>
        <p:nvSpPr>
          <p:cNvPr id="24" name="text-684">
            <a:extLst>
              <a:ext uri="{FF2B5EF4-FFF2-40B4-BE49-F238E27FC236}">
                <ns2:creationId id="{265C44F1-3D80-4722-B07C-036D3FBDEB23}"/>
              </a:ext>
            </a:extLst>
          </p:cNvPr>
          <p:cNvSpPr>
            <a:spLocks noGrp="1"/>
          </p:cNvSpPr>
          <p:nvPr/>
        </p:nvSpPr>
        <p:spPr>
          <a:xfrm>
            <a:off x="9358251" y="3476625"/>
            <a:ext cx="2331522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隔离的生境斑块</a:t>
            </a:r>
            <a:endParaRPr/>
          </a:p>
        </p:txBody>
      </p:sp>
      <p:sp>
        <p:nvSpPr>
          <p:cNvPr id="25" name="text-685">
            <a:extLst>
              <a:ext uri="{FF2B5EF4-FFF2-40B4-BE49-F238E27FC236}">
                <ns2:creationId id="{225BCAD0-173D-4604-9379-25C18AE47927}"/>
              </a:ext>
            </a:extLst>
          </p:cNvPr>
          <p:cNvSpPr>
            <a:spLocks noGrp="1"/>
          </p:cNvSpPr>
          <p:nvPr/>
        </p:nvSpPr>
        <p:spPr>
          <a:xfrm>
            <a:off x="6415644" y="4124325"/>
            <a:ext cx="5227122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预测：组成随隔离改变</a:t>
            </a:r>
            <a:endParaRPr/>
          </a:p>
        </p:txBody>
      </p:sp>
      <p:graphicFrame>
        <p:nvGraphicFramePr>
          <p:cNvPr id="26" name="">
            <a:extLst>
              <a:ext uri="{FF2B5EF4-FFF2-40B4-BE49-F238E27FC236}">
                <ns2:creationId id="{BCEDAE83-2AE0-4735-991E-9FE9881224A0}"/>
              </a:ext>
            </a:extLst>
          </p:cNvPr>
          <p:cNvGraphicFramePr/>
          <p:nvPr/>
        </p:nvGraphicFramePr>
        <p:xfrm>
          <a:off x="304800" y="4857750"/>
          <a:ext cx="11582400" cy="1219200"/>
        </p:xfrm>
        <a:graphic>
          <a:graphicData uri="http://schemas.openxmlformats.org/drawingml/2006/table">
            <a:tbl>
              <a:tblPr/>
              <a:tblGrid>
                <a:gridCol w="3860800"/>
                <a:gridCol w="3860800"/>
                <a:gridCol w="3860800"/>
              </a:tblGrid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检验维度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面积效应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隔离效应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T w="5715">
                      <a:solidFill>
                        <a:srgbClr val="D7E3EF"/>
                      </a:solidFill>
                      <a:prstDash val="solid"/>
                    </a:lnT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1359A0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控制条件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固定隔离程度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固定总面积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关键预测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丰富度随面积变化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组成随隔离变化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EDF5FF"/>
                    </a:solidFill>
                  </a:tcPr>
                </a:tc>
              </a:tr>
              <a:tr h="304800"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需要证据</a:t>
                      </a:r>
                      <a:endParaRPr/>
                    </a:p>
                  </a:txBody>
                  <a:tcPr marL="91440" marR="91440" marT="45720" marB="45720" anchor="ctr">
                    <a:lnL w="5715">
                      <a:solidFill>
                        <a:srgbClr val="D7E3EF"/>
                      </a:solidFill>
                      <a:prstDash val="solid"/>
                    </a:lnL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面积梯度比较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38100" tIns="19050" rIns="38100" bIns="19050"/>
                    <a:lstStyle/>
                    <a:p>
                      <a:pPr algn="ctr"/>
                      <a:r>
                        <a:rPr sz="1575" b="0">
                          <a:solidFill>
                            <a:srgbClr val="17232D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连通性梯度比较</a:t>
                      </a:r>
                      <a:endParaRPr/>
                    </a:p>
                  </a:txBody>
                  <a:tcPr marL="91440" marR="91440" marT="45720" marB="45720" anchor="ctr">
                    <a:lnR w="5715">
                      <a:solidFill>
                        <a:srgbClr val="D7E3EF"/>
                      </a:solidFill>
                      <a:prstDash val="solid"/>
                    </a:lnR>
                    <a:lnB w="5715">
                      <a:solidFill>
                        <a:srgbClr val="D7E3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shape-686">
            <a:extLst>
              <a:ext uri="{FF2B5EF4-FFF2-40B4-BE49-F238E27FC236}">
                <ns2:creationId id="{75878179-AAB9-4BEF-8E3A-3D09CDED29E5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8" name="text-687">
            <a:extLst>
              <a:ext uri="{FF2B5EF4-FFF2-40B4-BE49-F238E27FC236}">
                <ns2:creationId id="{6935C6BE-D530-4ACD-BA13-5F4F88E35FB0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两种机制可能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共同作用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；需通过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对照设计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区分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" name="text-688">
            <a:extLst>
              <a:ext uri="{FF2B5EF4-FFF2-40B4-BE49-F238E27FC236}">
                <ns2:creationId id="{49AE60B5-9E5B-41BB-8A43-B977E62D79F4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30" name="text-689">
            <a:extLst>
              <a:ext uri="{FF2B5EF4-FFF2-40B4-BE49-F238E27FC236}">
                <ns2:creationId id="{7D830F3E-B6BE-4B97-914E-D424F1258932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09</a:t>
            </a:r>
            <a:endParaRPr/>
          </a:p>
        </p:txBody>
      </p:sp>
    </p:spTree>
    <p:extLst>
      <p:ext uri="{BB962C8B-B14F-4D97-AF65-F5344CB8AC3E}">
        <ns4:creationId val="161307495"/>
      </p:ext>
    </p:extLst>
  </p:cSld>
</p:sld>
</file>

<file path=ppt/slides/slide10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2" name="text-690">
            <a:extLst>
              <a:ext uri="{FF2B5EF4-FFF2-40B4-BE49-F238E27FC236}">
                <ns2:creationId id="{BE046215-C713-4A03-9CC0-8E509B4C6E6F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机制模型｜连接景观、群落与生态过程</a:t>
            </a:r>
            <a:endParaRPr/>
          </a:p>
        </p:txBody>
      </p:sp>
      <p:sp>
        <p:nvSpPr>
          <p:cNvPr id="2" name="line-691">
            <a:extLst>
              <a:ext uri="{FF2B5EF4-FFF2-40B4-BE49-F238E27FC236}">
                <ns2:creationId id="{4BA091DF-567E-4DEC-9FEC-7150963C6FA6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692">
            <a:extLst>
              <a:ext uri="{FF2B5EF4-FFF2-40B4-BE49-F238E27FC236}">
                <ns2:creationId id="{2A49F383-73C5-49BC-AB7D-5698EBF526B9}"/>
              </a:ext>
            </a:extLst>
          </p:cNvPr>
          <p:cNvSpPr>
            <a:spLocks noGrp="1"/>
          </p:cNvSpPr>
          <p:nvPr/>
        </p:nvSpPr>
        <p:spPr>
          <a:xfrm>
            <a:off x="304800" y="895350"/>
            <a:ext cx="2585357" cy="35242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" name="text-693">
            <a:extLst>
              <a:ext uri="{FF2B5EF4-FFF2-40B4-BE49-F238E27FC236}">
                <ns2:creationId id="{885E4859-9896-452A-B972-38C9249FD8AC}"/>
              </a:ext>
            </a:extLst>
          </p:cNvPr>
          <p:cNvSpPr>
            <a:spLocks noGrp="1"/>
          </p:cNvSpPr>
          <p:nvPr/>
        </p:nvSpPr>
        <p:spPr>
          <a:xfrm>
            <a:off x="417616" y="923925"/>
            <a:ext cx="235972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输入证据</a:t>
            </a:r>
          </a:p>
        </p:txBody>
      </p:sp>
      <p:sp>
        <p:nvSpPr>
          <p:cNvPr id="5" name="shape-694">
            <a:extLst>
              <a:ext uri="{FF2B5EF4-FFF2-40B4-BE49-F238E27FC236}">
                <ns2:creationId id="{B9079D83-932D-4A67-8234-CD1EEA95C74D}"/>
              </a:ext>
            </a:extLst>
          </p:cNvPr>
          <p:cNvSpPr>
            <a:spLocks noGrp="1"/>
          </p:cNvSpPr>
          <p:nvPr/>
        </p:nvSpPr>
        <p:spPr>
          <a:xfrm>
            <a:off x="3059381" y="895350"/>
            <a:ext cx="5321135" cy="35242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" name="text-695">
            <a:extLst>
              <a:ext uri="{FF2B5EF4-FFF2-40B4-BE49-F238E27FC236}">
                <ns2:creationId id="{B089125C-7CDB-478C-88B7-04F2FE95A62E}"/>
              </a:ext>
            </a:extLst>
          </p:cNvPr>
          <p:cNvSpPr>
            <a:spLocks noGrp="1"/>
          </p:cNvSpPr>
          <p:nvPr/>
        </p:nvSpPr>
        <p:spPr>
          <a:xfrm>
            <a:off x="3172196" y="923925"/>
            <a:ext cx="509550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机制模型</a:t>
            </a:r>
          </a:p>
        </p:txBody>
      </p:sp>
      <p:sp>
        <p:nvSpPr>
          <p:cNvPr id="7" name="shape-696">
            <a:extLst>
              <a:ext uri="{FF2B5EF4-FFF2-40B4-BE49-F238E27FC236}">
                <ns2:creationId id="{70317811-38FA-45FD-A5DB-B3631A970460}"/>
              </a:ext>
            </a:extLst>
          </p:cNvPr>
          <p:cNvSpPr>
            <a:spLocks noGrp="1"/>
          </p:cNvSpPr>
          <p:nvPr/>
        </p:nvSpPr>
        <p:spPr>
          <a:xfrm>
            <a:off x="8549739" y="895350"/>
            <a:ext cx="3337461" cy="35242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" name="text-697">
            <a:extLst>
              <a:ext uri="{FF2B5EF4-FFF2-40B4-BE49-F238E27FC236}">
                <ns2:creationId id="{A45ABA9F-8717-4E21-BE6B-D50A4BCD2ED3}"/>
              </a:ext>
            </a:extLst>
          </p:cNvPr>
          <p:cNvSpPr>
            <a:spLocks noGrp="1"/>
          </p:cNvSpPr>
          <p:nvPr/>
        </p:nvSpPr>
        <p:spPr>
          <a:xfrm>
            <a:off x="8662555" y="923925"/>
            <a:ext cx="311183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检验输出</a:t>
            </a:r>
          </a:p>
        </p:txBody>
      </p:sp>
      <p:sp>
        <p:nvSpPr>
          <p:cNvPr id="9" name="shape-698">
            <a:extLst>
              <a:ext uri="{FF2B5EF4-FFF2-40B4-BE49-F238E27FC236}">
                <ns2:creationId id="{A094B222-644A-448C-9EA5-D701B59D0F12}"/>
              </a:ext>
            </a:extLst>
          </p:cNvPr>
          <p:cNvSpPr>
            <a:spLocks noGrp="1"/>
          </p:cNvSpPr>
          <p:nvPr/>
        </p:nvSpPr>
        <p:spPr>
          <a:xfrm>
            <a:off x="304800" y="140970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" name="vector-699">
            <a:extLst>
              <a:ext uri="{FF2B5EF4-FFF2-40B4-BE49-F238E27FC236}">
                <ns2:creationId id="{91296188-58C2-4ECD-B639-4E09D95225E2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1" name="vector-700">
            <a:extLst>
              <a:ext uri="{FF2B5EF4-FFF2-40B4-BE49-F238E27FC236}">
                <ns2:creationId id="{48623E79-69B6-4017-B48C-7B866DAF3EE7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vector-701">
            <a:extLst>
              <a:ext uri="{FF2B5EF4-FFF2-40B4-BE49-F238E27FC236}">
                <ns2:creationId id="{FD249F3C-1E88-4302-94D0-D8DFFED457FD}"/>
              </a:ext>
            </a:extLst>
          </p:cNvPr>
          <p:cNvSpPr>
            <a:spLocks noGrp="1"/>
          </p:cNvSpPr>
          <p:nvPr/>
        </p:nvSpPr>
        <p:spPr>
          <a:xfrm>
            <a:off x="445819" y="1543050"/>
            <a:ext cx="432460" cy="43815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3" name="icon-map-702">
            <a:extLst>
              <a:ext uri="{FF2B5EF4-FFF2-40B4-BE49-F238E27FC236}">
                <ns2:creationId id="{9BE7EA37-E0C8-437F-A78A-E7165388EEE4}"/>
              </a:ext>
            </a:extLst>
          </p:cNvPr>
          <p:cNvSpPr>
            <a:spLocks noGrp="1"/>
          </p:cNvSpPr>
          <p:nvPr/>
        </p:nvSpPr>
        <p:spPr>
          <a:xfrm>
            <a:off x="618803" y="1648206"/>
            <a:ext cx="95141" cy="9639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4" name="text-703">
            <a:extLst>
              <a:ext uri="{FF2B5EF4-FFF2-40B4-BE49-F238E27FC236}">
                <ns2:creationId id="{58A6077E-B12B-4B9B-95B6-A956C83C02F0}"/>
              </a:ext>
            </a:extLst>
          </p:cNvPr>
          <p:cNvSpPr>
            <a:spLocks noGrp="1"/>
          </p:cNvSpPr>
          <p:nvPr/>
        </p:nvSpPr>
        <p:spPr>
          <a:xfrm>
            <a:off x="1019299" y="153352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景观格局</a:t>
            </a:r>
            <a:endParaRPr/>
          </a:p>
        </p:txBody>
      </p:sp>
      <p:sp>
        <p:nvSpPr>
          <p:cNvPr id="15" name="text-704">
            <a:extLst>
              <a:ext uri="{FF2B5EF4-FFF2-40B4-BE49-F238E27FC236}">
                <ns2:creationId id="{E2260CB7-2444-48EF-B5C5-20D4C832E635}"/>
              </a:ext>
            </a:extLst>
          </p:cNvPr>
          <p:cNvSpPr>
            <a:spLocks noGrp="1"/>
          </p:cNvSpPr>
          <p:nvPr/>
        </p:nvSpPr>
        <p:spPr>
          <a:xfrm>
            <a:off x="455221" y="200977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斑块大小、形状及其空间配置</a:t>
            </a:r>
            <a:endParaRPr/>
          </a:p>
        </p:txBody>
      </p:sp>
      <p:sp>
        <p:nvSpPr>
          <p:cNvPr id="16" name="shape-705">
            <a:extLst>
              <a:ext uri="{FF2B5EF4-FFF2-40B4-BE49-F238E27FC236}">
                <ns2:creationId id="{0987876A-101F-4882-806E-BBAC33B7358A}"/>
              </a:ext>
            </a:extLst>
          </p:cNvPr>
          <p:cNvSpPr>
            <a:spLocks noGrp="1"/>
          </p:cNvSpPr>
          <p:nvPr/>
        </p:nvSpPr>
        <p:spPr>
          <a:xfrm>
            <a:off x="304800" y="295275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vector-706">
            <a:extLst>
              <a:ext uri="{FF2B5EF4-FFF2-40B4-BE49-F238E27FC236}">
                <ns2:creationId id="{656139E8-0206-4A84-82E5-BC9880392626}"/>
              </a:ext>
            </a:extLst>
          </p:cNvPr>
          <p:cNvSpPr>
            <a:spLocks noGrp="1"/>
          </p:cNvSpPr>
          <p:nvPr/>
        </p:nvSpPr>
        <p:spPr>
          <a:xfrm>
            <a:off x="445819" y="3243834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18" name="vector-707">
            <a:extLst>
              <a:ext uri="{FF2B5EF4-FFF2-40B4-BE49-F238E27FC236}">
                <ns2:creationId id="{A72B4D98-ADE3-40AF-9E67-C2236BCCCCD0}"/>
              </a:ext>
            </a:extLst>
          </p:cNvPr>
          <p:cNvSpPr>
            <a:spLocks noGrp="1"/>
          </p:cNvSpPr>
          <p:nvPr/>
        </p:nvSpPr>
        <p:spPr>
          <a:xfrm>
            <a:off x="445819" y="3164967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19" name="vector-708">
            <a:extLst>
              <a:ext uri="{FF2B5EF4-FFF2-40B4-BE49-F238E27FC236}">
                <ns2:creationId id="{65CFC610-1479-424C-B365-0F8713CB2705}"/>
              </a:ext>
            </a:extLst>
          </p:cNvPr>
          <p:cNvSpPr>
            <a:spLocks noGrp="1"/>
          </p:cNvSpPr>
          <p:nvPr/>
        </p:nvSpPr>
        <p:spPr>
          <a:xfrm>
            <a:off x="445819" y="3086100"/>
            <a:ext cx="432460" cy="2190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20" name="text-709">
            <a:extLst>
              <a:ext uri="{FF2B5EF4-FFF2-40B4-BE49-F238E27FC236}">
                <ns2:creationId id="{3448EDD6-4972-4598-BA9C-66EE119CFFE4}"/>
              </a:ext>
            </a:extLst>
          </p:cNvPr>
          <p:cNvSpPr>
            <a:spLocks noGrp="1"/>
          </p:cNvSpPr>
          <p:nvPr/>
        </p:nvSpPr>
        <p:spPr>
          <a:xfrm>
            <a:off x="1019299" y="307657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环境梯度</a:t>
            </a:r>
            <a:endParaRPr/>
          </a:p>
        </p:txBody>
      </p:sp>
      <p:sp>
        <p:nvSpPr>
          <p:cNvPr id="21" name="text-710">
            <a:extLst>
              <a:ext uri="{FF2B5EF4-FFF2-40B4-BE49-F238E27FC236}">
                <ns2:creationId id="{031BFAA9-AB8C-4FCC-B46E-CE3C33D59E88}"/>
              </a:ext>
            </a:extLst>
          </p:cNvPr>
          <p:cNvSpPr>
            <a:spLocks noGrp="1"/>
          </p:cNvSpPr>
          <p:nvPr/>
        </p:nvSpPr>
        <p:spPr>
          <a:xfrm>
            <a:off x="455221" y="355282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温度、地形与人为干扰的变化</a:t>
            </a:r>
            <a:endParaRPr/>
          </a:p>
        </p:txBody>
      </p:sp>
      <p:sp>
        <p:nvSpPr>
          <p:cNvPr id="22" name="shape-711">
            <a:extLst>
              <a:ext uri="{FF2B5EF4-FFF2-40B4-BE49-F238E27FC236}">
                <ns2:creationId id="{009BE411-26E8-4FFE-B29E-A1F32CB32FBB}"/>
              </a:ext>
            </a:extLst>
          </p:cNvPr>
          <p:cNvSpPr>
            <a:spLocks noGrp="1"/>
          </p:cNvSpPr>
          <p:nvPr/>
        </p:nvSpPr>
        <p:spPr>
          <a:xfrm>
            <a:off x="304800" y="4495800"/>
            <a:ext cx="2585357" cy="1409700"/>
          </a:xfrm>
          <a:prstGeom prst="rect">
            <a:avLst>
              <a:gd name="adj" fmla="val 5405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3" name="icon-database-712">
            <a:extLst>
              <a:ext uri="{FF2B5EF4-FFF2-40B4-BE49-F238E27FC236}">
                <ns2:creationId id="{514424D3-4B42-434B-80A0-F0F9A91AC65C}"/>
              </a:ext>
            </a:extLst>
          </p:cNvPr>
          <p:cNvSpPr>
            <a:spLocks noGrp="1"/>
          </p:cNvSpPr>
          <p:nvPr/>
        </p:nvSpPr>
        <p:spPr>
          <a:xfrm>
            <a:off x="515013" y="4712399"/>
            <a:ext cx="294073" cy="276035"/>
          </a:xfrm>
          <a:prstGeom prst="can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4" name="vector-713">
            <a:extLst>
              <a:ext uri="{FF2B5EF4-FFF2-40B4-BE49-F238E27FC236}">
                <ns2:creationId id="{CB512FC4-40F1-4E58-B113-878B586A10CB}"/>
              </a:ext>
            </a:extLst>
          </p:cNvPr>
          <p:cNvSpPr>
            <a:spLocks noGrp="1"/>
          </p:cNvSpPr>
          <p:nvPr/>
        </p:nvSpPr>
        <p:spPr>
          <a:xfrm>
            <a:off x="445819" y="4629150"/>
            <a:ext cx="432460" cy="438150"/>
          </a:xfrm>
          <a:custGeom>
            <a:pathLst>
              <a:path w="952500" h="952500">
                <a:moveTo>
                  <a:pt x="161925" y="428625"/>
                </a:moveTo>
                <a:lnTo>
                  <a:pt x="790575" y="4286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5" name="vector-714">
            <a:extLst>
              <a:ext uri="{FF2B5EF4-FFF2-40B4-BE49-F238E27FC236}">
                <ns2:creationId id="{ABE74259-230C-4D90-AA6A-C89DFE77B450}"/>
              </a:ext>
            </a:extLst>
          </p:cNvPr>
          <p:cNvSpPr>
            <a:spLocks noGrp="1"/>
          </p:cNvSpPr>
          <p:nvPr/>
        </p:nvSpPr>
        <p:spPr>
          <a:xfrm>
            <a:off x="445819" y="4629150"/>
            <a:ext cx="432460" cy="438150"/>
          </a:xfrm>
          <a:custGeom>
            <a:pathLst>
              <a:path w="952500" h="952500">
                <a:moveTo>
                  <a:pt x="161925" y="600075"/>
                </a:moveTo>
                <a:lnTo>
                  <a:pt x="790575" y="6000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6" name="text-715">
            <a:extLst>
              <a:ext uri="{FF2B5EF4-FFF2-40B4-BE49-F238E27FC236}">
                <ns2:creationId id="{A1E8712E-9AA7-47B8-ABE2-FB680572D07B}"/>
              </a:ext>
            </a:extLst>
          </p:cNvPr>
          <p:cNvSpPr>
            <a:spLocks noGrp="1"/>
          </p:cNvSpPr>
          <p:nvPr/>
        </p:nvSpPr>
        <p:spPr>
          <a:xfrm>
            <a:off x="1019299" y="4619625"/>
            <a:ext cx="173924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群落记录</a:t>
            </a:r>
            <a:endParaRPr/>
          </a:p>
        </p:txBody>
      </p:sp>
      <p:sp>
        <p:nvSpPr>
          <p:cNvPr id="27" name="text-716">
            <a:extLst>
              <a:ext uri="{FF2B5EF4-FFF2-40B4-BE49-F238E27FC236}">
                <ns2:creationId id="{52212A1B-44EA-4385-AB13-4F81B322E6BA}"/>
              </a:ext>
            </a:extLst>
          </p:cNvPr>
          <p:cNvSpPr>
            <a:spLocks noGrp="1"/>
          </p:cNvSpPr>
          <p:nvPr/>
        </p:nvSpPr>
        <p:spPr>
          <a:xfrm>
            <a:off x="455221" y="5095875"/>
            <a:ext cx="2284516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物种出现、多度与时间记录</a:t>
            </a:r>
            <a:endParaRPr/>
          </a:p>
        </p:txBody>
      </p:sp>
      <p:sp>
        <p:nvSpPr>
          <p:cNvPr id="28" name="node-717">
            <a:extLst>
              <a:ext uri="{FF2B5EF4-FFF2-40B4-BE49-F238E27FC236}">
                <ns2:creationId id="{E8E825FC-E065-4394-96AD-E2EB7CB2E956}"/>
              </a:ext>
            </a:extLst>
          </p:cNvPr>
          <p:cNvSpPr>
            <a:spLocks noGrp="1"/>
          </p:cNvSpPr>
          <p:nvPr/>
        </p:nvSpPr>
        <p:spPr>
          <a:xfrm>
            <a:off x="3162795" y="149542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9" name="vector-718">
            <a:extLst>
              <a:ext uri="{FF2B5EF4-FFF2-40B4-BE49-F238E27FC236}">
                <ns2:creationId id="{A805F1D1-BCF5-4ABC-A25C-51593F747D89}"/>
              </a:ext>
            </a:extLst>
          </p:cNvPr>
          <p:cNvSpPr>
            <a:spLocks noGrp="1"/>
          </p:cNvSpPr>
          <p:nvPr/>
        </p:nvSpPr>
        <p:spPr>
          <a:xfrm>
            <a:off x="3275610" y="1764030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 cap="rnd">
            <a:solidFill>
              <a:srgbClr val="1359A0"/>
            </a:solidFill>
            <a:prstDash val="solid"/>
          </a:ln>
        </p:spPr>
      </p:sp>
      <p:sp>
        <p:nvSpPr>
          <p:cNvPr id="30" name="vector-719">
            <a:extLst>
              <a:ext uri="{FF2B5EF4-FFF2-40B4-BE49-F238E27FC236}">
                <ns2:creationId id="{33AA6A50-D727-4E4F-B36A-CC04D8E0D0CC}"/>
              </a:ext>
            </a:extLst>
          </p:cNvPr>
          <p:cNvSpPr>
            <a:spLocks noGrp="1"/>
          </p:cNvSpPr>
          <p:nvPr/>
        </p:nvSpPr>
        <p:spPr>
          <a:xfrm>
            <a:off x="3275610" y="1686878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 cap="rnd">
            <a:solidFill>
              <a:srgbClr val="1359A0"/>
            </a:solidFill>
            <a:prstDash val="solid"/>
          </a:ln>
        </p:spPr>
      </p:sp>
      <p:sp>
        <p:nvSpPr>
          <p:cNvPr id="31" name="vector-720">
            <a:extLst>
              <a:ext uri="{FF2B5EF4-FFF2-40B4-BE49-F238E27FC236}">
                <ns2:creationId id="{E6130890-74B5-4293-8546-DBB55C7F517A}"/>
              </a:ext>
            </a:extLst>
          </p:cNvPr>
          <p:cNvSpPr>
            <a:spLocks noGrp="1"/>
          </p:cNvSpPr>
          <p:nvPr/>
        </p:nvSpPr>
        <p:spPr>
          <a:xfrm>
            <a:off x="3275610" y="1609725"/>
            <a:ext cx="423058" cy="214313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FFFFFF"/>
          </a:solidFill>
          <a:ln w="12382" cap="rnd">
            <a:solidFill>
              <a:srgbClr val="1359A0"/>
            </a:solidFill>
            <a:prstDash val="solid"/>
          </a:ln>
        </p:spPr>
      </p:sp>
      <p:sp>
        <p:nvSpPr>
          <p:cNvPr id="32" name="text-721">
            <a:extLst>
              <a:ext uri="{FF2B5EF4-FFF2-40B4-BE49-F238E27FC236}">
                <ns2:creationId id="{7DBA225C-74FB-4870-883B-2B1C3C3BAC20}"/>
              </a:ext>
            </a:extLst>
          </p:cNvPr>
          <p:cNvSpPr>
            <a:spLocks noGrp="1"/>
          </p:cNvSpPr>
          <p:nvPr/>
        </p:nvSpPr>
        <p:spPr>
          <a:xfrm>
            <a:off x="3802083" y="157162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3" name="node-722">
            <a:extLst>
              <a:ext uri="{FF2B5EF4-FFF2-40B4-BE49-F238E27FC236}">
                <ns2:creationId id="{26492E4E-6FDA-4109-BAFD-479FCC0F23AB}"/>
              </a:ext>
            </a:extLst>
          </p:cNvPr>
          <p:cNvSpPr>
            <a:spLocks noGrp="1"/>
          </p:cNvSpPr>
          <p:nvPr/>
        </p:nvSpPr>
        <p:spPr>
          <a:xfrm>
            <a:off x="5926777" y="149542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4" name="vector-723">
            <a:extLst>
              <a:ext uri="{FF2B5EF4-FFF2-40B4-BE49-F238E27FC236}">
                <ns2:creationId id="{6C2D415F-8AE6-477B-A5EE-EE219D144BAA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5" name="vector-724">
            <a:extLst>
              <a:ext uri="{FF2B5EF4-FFF2-40B4-BE49-F238E27FC236}">
                <ns2:creationId id="{2D1DA295-FC77-466A-88FE-ED617D006320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6" name="vector-725">
            <a:extLst>
              <a:ext uri="{FF2B5EF4-FFF2-40B4-BE49-F238E27FC236}">
                <ns2:creationId id="{CA954965-121C-43E7-8919-AC611A16A044}"/>
              </a:ext>
            </a:extLst>
          </p:cNvPr>
          <p:cNvSpPr>
            <a:spLocks noGrp="1"/>
          </p:cNvSpPr>
          <p:nvPr/>
        </p:nvSpPr>
        <p:spPr>
          <a:xfrm>
            <a:off x="6039592" y="1609725"/>
            <a:ext cx="423058" cy="42862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7" name="icon-map-726">
            <a:extLst>
              <a:ext uri="{FF2B5EF4-FFF2-40B4-BE49-F238E27FC236}">
                <ns2:creationId id="{D8A79725-A3B7-48DA-A9EA-5D779AF261E3}"/>
              </a:ext>
            </a:extLst>
          </p:cNvPr>
          <p:cNvSpPr>
            <a:spLocks noGrp="1"/>
          </p:cNvSpPr>
          <p:nvPr/>
        </p:nvSpPr>
        <p:spPr>
          <a:xfrm>
            <a:off x="6208816" y="1712595"/>
            <a:ext cx="93073" cy="94298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8" name="text-727">
            <a:extLst>
              <a:ext uri="{FF2B5EF4-FFF2-40B4-BE49-F238E27FC236}">
                <ns2:creationId id="{20E4F937-F78F-4738-9613-3824160B7B89}"/>
              </a:ext>
            </a:extLst>
          </p:cNvPr>
          <p:cNvSpPr>
            <a:spLocks noGrp="1"/>
          </p:cNvSpPr>
          <p:nvPr/>
        </p:nvSpPr>
        <p:spPr>
          <a:xfrm>
            <a:off x="6566065" y="157162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空间隔离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" name="node-728">
            <a:extLst>
              <a:ext uri="{FF2B5EF4-FFF2-40B4-BE49-F238E27FC236}">
                <ns2:creationId id="{29DCB5FC-EFAC-4F05-A332-B053AF4EB151}"/>
              </a:ext>
            </a:extLst>
          </p:cNvPr>
          <p:cNvSpPr>
            <a:spLocks noGrp="1"/>
          </p:cNvSpPr>
          <p:nvPr/>
        </p:nvSpPr>
        <p:spPr>
          <a:xfrm>
            <a:off x="3162795" y="3219450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0" name="vector-729">
            <a:extLst>
              <a:ext uri="{FF2B5EF4-FFF2-40B4-BE49-F238E27FC236}">
                <ns2:creationId id="{F1A6EB70-7942-4830-9800-3A52A881B1D0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1" name="icon-leaf-730">
            <a:extLst>
              <a:ext uri="{FF2B5EF4-FFF2-40B4-BE49-F238E27FC236}">
                <ns2:creationId id="{DD6AF184-3784-4D60-A55D-3EFBC9E88225}"/>
              </a:ext>
            </a:extLst>
          </p:cNvPr>
          <p:cNvSpPr>
            <a:spLocks noGrp="1"/>
          </p:cNvSpPr>
          <p:nvPr/>
        </p:nvSpPr>
        <p:spPr>
          <a:xfrm>
            <a:off x="3372914" y="3368040"/>
            <a:ext cx="114226" cy="192881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2" name="icon-leaf-731">
            <a:extLst>
              <a:ext uri="{FF2B5EF4-FFF2-40B4-BE49-F238E27FC236}">
                <ns2:creationId id="{F57F2A84-4967-4F12-A0FF-D306F07F18D9}"/>
              </a:ext>
            </a:extLst>
          </p:cNvPr>
          <p:cNvSpPr>
            <a:spLocks noGrp="1"/>
          </p:cNvSpPr>
          <p:nvPr/>
        </p:nvSpPr>
        <p:spPr>
          <a:xfrm>
            <a:off x="3491370" y="3462338"/>
            <a:ext cx="126918" cy="192881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3" name="vector-732">
            <a:extLst>
              <a:ext uri="{FF2B5EF4-FFF2-40B4-BE49-F238E27FC236}">
                <ns2:creationId id="{6A9B13B7-9175-46BE-8BB7-6EA990DF9469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4" name="vector-733">
            <a:extLst>
              <a:ext uri="{FF2B5EF4-FFF2-40B4-BE49-F238E27FC236}">
                <ns2:creationId id="{0FA325D6-60D0-4932-9711-5E04F94A0BDF}"/>
              </a:ext>
            </a:extLst>
          </p:cNvPr>
          <p:cNvSpPr>
            <a:spLocks noGrp="1"/>
          </p:cNvSpPr>
          <p:nvPr/>
        </p:nvSpPr>
        <p:spPr>
          <a:xfrm>
            <a:off x="3275610" y="3333750"/>
            <a:ext cx="423058" cy="4286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5" name="text-734">
            <a:extLst>
              <a:ext uri="{FF2B5EF4-FFF2-40B4-BE49-F238E27FC236}">
                <ns2:creationId id="{CB4AADD4-8D57-42C7-8CB2-CE085A57EF76}"/>
              </a:ext>
            </a:extLst>
          </p:cNvPr>
          <p:cNvSpPr>
            <a:spLocks noGrp="1"/>
          </p:cNvSpPr>
          <p:nvPr/>
        </p:nvSpPr>
        <p:spPr>
          <a:xfrm>
            <a:off x="3802083" y="3295650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资源供给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6" name="node-735">
            <a:extLst>
              <a:ext uri="{FF2B5EF4-FFF2-40B4-BE49-F238E27FC236}">
                <ns2:creationId id="{35DFD995-F435-489A-81F0-BDB8BB047883}"/>
              </a:ext>
            </a:extLst>
          </p:cNvPr>
          <p:cNvSpPr>
            <a:spLocks noGrp="1"/>
          </p:cNvSpPr>
          <p:nvPr/>
        </p:nvSpPr>
        <p:spPr>
          <a:xfrm>
            <a:off x="5926777" y="3219450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7" name="vector-736">
            <a:extLst>
              <a:ext uri="{FF2B5EF4-FFF2-40B4-BE49-F238E27FC236}">
                <ns2:creationId id="{3B554001-EC8F-4F04-B94D-56553CD3DA10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8" name="vector-737">
            <a:extLst>
              <a:ext uri="{FF2B5EF4-FFF2-40B4-BE49-F238E27FC236}">
                <ns2:creationId id="{E6CBF9F1-D9E0-4D22-989A-1650BDC1E1D0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9" name="vector-738">
            <a:extLst>
              <a:ext uri="{FF2B5EF4-FFF2-40B4-BE49-F238E27FC236}">
                <ns2:creationId id="{F8592629-59DA-4B4D-8D23-0412D29976AE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0" name="vector-739">
            <a:extLst>
              <a:ext uri="{FF2B5EF4-FFF2-40B4-BE49-F238E27FC236}">
                <ns2:creationId id="{7CDD550F-F064-446A-BBAD-77AB4CBCE345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1" name="vector-740">
            <a:extLst>
              <a:ext uri="{FF2B5EF4-FFF2-40B4-BE49-F238E27FC236}">
                <ns2:creationId id="{51C6A9C1-2B46-4A47-9016-9251B9AD01CD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vector-741">
            <a:extLst>
              <a:ext uri="{FF2B5EF4-FFF2-40B4-BE49-F238E27FC236}">
                <ns2:creationId id="{49866C12-E3C4-4C61-95F9-5B25961A76F6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3" name="vector-742">
            <a:extLst>
              <a:ext uri="{FF2B5EF4-FFF2-40B4-BE49-F238E27FC236}">
                <ns2:creationId id="{9C57ADF1-83E0-4D55-AD95-7CFA4EDB025C}"/>
              </a:ext>
            </a:extLst>
          </p:cNvPr>
          <p:cNvSpPr>
            <a:spLocks noGrp="1"/>
          </p:cNvSpPr>
          <p:nvPr/>
        </p:nvSpPr>
        <p:spPr>
          <a:xfrm>
            <a:off x="6039592" y="3333750"/>
            <a:ext cx="423058" cy="4286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54" name="icon-network-743">
            <a:extLst>
              <a:ext uri="{FF2B5EF4-FFF2-40B4-BE49-F238E27FC236}">
                <ns2:creationId id="{36CF8364-FAAA-47D0-9824-5134C80C17A1}"/>
              </a:ext>
            </a:extLst>
          </p:cNvPr>
          <p:cNvSpPr>
            <a:spLocks noGrp="1"/>
          </p:cNvSpPr>
          <p:nvPr/>
        </p:nvSpPr>
        <p:spPr>
          <a:xfrm>
            <a:off x="6064976" y="3462338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5" name="icon-network-744">
            <a:extLst>
              <a:ext uri="{FF2B5EF4-FFF2-40B4-BE49-F238E27FC236}">
                <ns2:creationId id="{60D9B44C-44C6-4236-BF50-92AE0C1A71B8}"/>
              </a:ext>
            </a:extLst>
          </p:cNvPr>
          <p:cNvSpPr>
            <a:spLocks noGrp="1"/>
          </p:cNvSpPr>
          <p:nvPr/>
        </p:nvSpPr>
        <p:spPr>
          <a:xfrm>
            <a:off x="6200355" y="3355181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6" name="icon-network-745">
            <a:extLst>
              <a:ext uri="{FF2B5EF4-FFF2-40B4-BE49-F238E27FC236}">
                <ns2:creationId id="{5CA28338-B566-4D1A-8BAA-1BAD04B740B8}"/>
              </a:ext>
            </a:extLst>
          </p:cNvPr>
          <p:cNvSpPr>
            <a:spLocks noGrp="1"/>
          </p:cNvSpPr>
          <p:nvPr/>
        </p:nvSpPr>
        <p:spPr>
          <a:xfrm>
            <a:off x="6365347" y="3432334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7" name="icon-network-746">
            <a:extLst>
              <a:ext uri="{FF2B5EF4-FFF2-40B4-BE49-F238E27FC236}">
                <ns2:creationId id="{0B4A6D73-D4A1-4FE0-82A7-3335211A3E3B}"/>
              </a:ext>
            </a:extLst>
          </p:cNvPr>
          <p:cNvSpPr>
            <a:spLocks noGrp="1"/>
          </p:cNvSpPr>
          <p:nvPr/>
        </p:nvSpPr>
        <p:spPr>
          <a:xfrm>
            <a:off x="6301889" y="3659505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8" name="icon-network-747">
            <a:extLst>
              <a:ext uri="{FF2B5EF4-FFF2-40B4-BE49-F238E27FC236}">
                <ns2:creationId id="{43BEC919-430B-499C-B336-6D10B955A3DB}"/>
              </a:ext>
            </a:extLst>
          </p:cNvPr>
          <p:cNvSpPr>
            <a:spLocks noGrp="1"/>
          </p:cNvSpPr>
          <p:nvPr/>
        </p:nvSpPr>
        <p:spPr>
          <a:xfrm>
            <a:off x="6111512" y="3655219"/>
            <a:ext cx="59229" cy="60008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9" name="text-748">
            <a:extLst>
              <a:ext uri="{FF2B5EF4-FFF2-40B4-BE49-F238E27FC236}">
                <ns2:creationId id="{11672E43-002C-46F8-ADDA-29C6AAFD8D63}"/>
              </a:ext>
            </a:extLst>
          </p:cNvPr>
          <p:cNvSpPr>
            <a:spLocks noGrp="1"/>
          </p:cNvSpPr>
          <p:nvPr/>
        </p:nvSpPr>
        <p:spPr>
          <a:xfrm>
            <a:off x="6566065" y="3295650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扩散过程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0" name="node-749">
            <a:extLst>
              <a:ext uri="{FF2B5EF4-FFF2-40B4-BE49-F238E27FC236}">
                <ns2:creationId id="{0B8A1AFA-6F60-42A6-B557-BAAE994A9A1D}"/>
              </a:ext>
            </a:extLst>
          </p:cNvPr>
          <p:cNvSpPr>
            <a:spLocks noGrp="1"/>
          </p:cNvSpPr>
          <p:nvPr/>
        </p:nvSpPr>
        <p:spPr>
          <a:xfrm>
            <a:off x="3162795" y="494347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1" name="vector-750">
            <a:extLst>
              <a:ext uri="{FF2B5EF4-FFF2-40B4-BE49-F238E27FC236}">
                <ns2:creationId id="{E8E10E82-9215-409D-98CF-81F2F86B4E4E}"/>
              </a:ext>
            </a:extLst>
          </p:cNvPr>
          <p:cNvSpPr>
            <a:spLocks noGrp="1"/>
          </p:cNvSpPr>
          <p:nvPr/>
        </p:nvSpPr>
        <p:spPr>
          <a:xfrm>
            <a:off x="3275610" y="5057775"/>
            <a:ext cx="423058" cy="4286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2" name="icon-tree-751">
            <a:extLst>
              <a:ext uri="{FF2B5EF4-FFF2-40B4-BE49-F238E27FC236}">
                <ns2:creationId id="{AEC9296B-D08A-441E-A201-82283406A4D5}"/>
              </a:ext>
            </a:extLst>
          </p:cNvPr>
          <p:cNvSpPr>
            <a:spLocks noGrp="1"/>
          </p:cNvSpPr>
          <p:nvPr/>
        </p:nvSpPr>
        <p:spPr>
          <a:xfrm>
            <a:off x="3343300" y="5079206"/>
            <a:ext cx="291910" cy="265748"/>
          </a:xfrm>
          <a:prstGeom prst="cloud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3" name="text-752">
            <a:extLst>
              <a:ext uri="{FF2B5EF4-FFF2-40B4-BE49-F238E27FC236}">
                <ns2:creationId id="{4319795D-B07C-4973-BD78-308E1DD45782}"/>
              </a:ext>
            </a:extLst>
          </p:cNvPr>
          <p:cNvSpPr>
            <a:spLocks noGrp="1"/>
          </p:cNvSpPr>
          <p:nvPr/>
        </p:nvSpPr>
        <p:spPr>
          <a:xfrm>
            <a:off x="3802083" y="501967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物种共存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4" name="node-753">
            <a:extLst>
              <a:ext uri="{FF2B5EF4-FFF2-40B4-BE49-F238E27FC236}">
                <ns2:creationId id="{4465DFFA-8F6E-48BD-A4C6-151753879209}"/>
              </a:ext>
            </a:extLst>
          </p:cNvPr>
          <p:cNvSpPr>
            <a:spLocks noGrp="1"/>
          </p:cNvSpPr>
          <p:nvPr/>
        </p:nvSpPr>
        <p:spPr>
          <a:xfrm>
            <a:off x="5926777" y="4943475"/>
            <a:ext cx="2322121" cy="952500"/>
          </a:xfrm>
          <a:prstGeom prst="roundRect">
            <a:avLst>
              <a:gd name="adj" fmla="val 8000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5" name="vector-754">
            <a:extLst>
              <a:ext uri="{FF2B5EF4-FFF2-40B4-BE49-F238E27FC236}">
                <ns2:creationId id="{FEDE843D-AB0F-4940-8331-C8A4F487FF31}"/>
              </a:ext>
            </a:extLst>
          </p:cNvPr>
          <p:cNvSpPr>
            <a:spLocks noGrp="1"/>
          </p:cNvSpPr>
          <p:nvPr/>
        </p:nvSpPr>
        <p:spPr>
          <a:xfrm>
            <a:off x="6039592" y="5057775"/>
            <a:ext cx="423058" cy="42862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755">
            <a:extLst>
              <a:ext uri="{FF2B5EF4-FFF2-40B4-BE49-F238E27FC236}">
                <ns2:creationId id="{C0CDAA5E-037C-4D0F-9552-F7197F51CD37}"/>
              </a:ext>
            </a:extLst>
          </p:cNvPr>
          <p:cNvSpPr>
            <a:spLocks noGrp="1"/>
          </p:cNvSpPr>
          <p:nvPr/>
        </p:nvSpPr>
        <p:spPr>
          <a:xfrm>
            <a:off x="6039592" y="5057775"/>
            <a:ext cx="423058" cy="42862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icon-chart-756">
            <a:extLst>
              <a:ext uri="{FF2B5EF4-FFF2-40B4-BE49-F238E27FC236}">
                <ns2:creationId id="{A38ED271-2F47-4004-9458-8148EEF8DB80}"/>
              </a:ext>
            </a:extLst>
          </p:cNvPr>
          <p:cNvSpPr>
            <a:spLocks noGrp="1"/>
          </p:cNvSpPr>
          <p:nvPr/>
        </p:nvSpPr>
        <p:spPr>
          <a:xfrm>
            <a:off x="6145357" y="5289233"/>
            <a:ext cx="54997" cy="141446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icon-chart-757">
            <a:extLst>
              <a:ext uri="{FF2B5EF4-FFF2-40B4-BE49-F238E27FC236}">
                <ns2:creationId id="{BF2BA250-EE90-44E5-8C7F-08FFFBFB3AA1}"/>
              </a:ext>
            </a:extLst>
          </p:cNvPr>
          <p:cNvSpPr>
            <a:spLocks noGrp="1"/>
          </p:cNvSpPr>
          <p:nvPr/>
        </p:nvSpPr>
        <p:spPr>
          <a:xfrm>
            <a:off x="6238430" y="5212080"/>
            <a:ext cx="54997" cy="218599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icon-chart-758">
            <a:extLst>
              <a:ext uri="{FF2B5EF4-FFF2-40B4-BE49-F238E27FC236}">
                <ns2:creationId id="{10F6B736-5FF0-43C4-BF45-25DCF9AAC027}"/>
              </a:ext>
            </a:extLst>
          </p:cNvPr>
          <p:cNvSpPr>
            <a:spLocks noGrp="1"/>
          </p:cNvSpPr>
          <p:nvPr/>
        </p:nvSpPr>
        <p:spPr>
          <a:xfrm>
            <a:off x="6331502" y="5126355"/>
            <a:ext cx="54997" cy="304324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text-759">
            <a:extLst>
              <a:ext uri="{FF2B5EF4-FFF2-40B4-BE49-F238E27FC236}">
                <ns2:creationId id="{C3E0581C-03A4-4830-8F45-8C2BD91EE96C}"/>
              </a:ext>
            </a:extLst>
          </p:cNvPr>
          <p:cNvSpPr>
            <a:spLocks noGrp="1"/>
          </p:cNvSpPr>
          <p:nvPr/>
        </p:nvSpPr>
        <p:spPr>
          <a:xfrm>
            <a:off x="6566065" y="5019675"/>
            <a:ext cx="1570017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群落稳定性</a:t>
            </a:r>
            <a:endParaRPr>
              <a:solidFill>
                <a:srgbClr val="FFFFFF"/>
              </a:solidFill>
            </a:endParaRPr>
          </a:p>
        </p:txBody>
      </p:sp>
      <p:cxnSp>
        <p:nvCxnSpPr>
          <p:cNvPr id="71" name="">
            <a:extLst>
              <a:ext uri="{FF2B5EF4-FFF2-40B4-BE49-F238E27FC236}">
                <ns2:creationId id="{6592C4EE-92AC-40D1-9FFE-665D02B9DC3B}"/>
              </a:ext>
            </a:extLst>
          </p:cNvPr>
          <p:cNvCxnSpPr>
            <a:stCxn id="28" idx="2"/>
            <a:endCxn id="39" idx="0"/>
          </p:cNvCxnSpPr>
          <p:nvPr/>
        </p:nvCxnSpPr>
        <p:spPr>
          <a:xfrm>
            <a:off x="4323856" y="2447925"/>
            <a:ext cx="0" cy="771525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72" name="">
            <a:extLst>
              <a:ext uri="{FF2B5EF4-FFF2-40B4-BE49-F238E27FC236}">
                <ns2:creationId id="{8F50F5AF-1D1E-437D-81FD-BA83EFC1870D}"/>
              </a:ext>
            </a:extLst>
          </p:cNvPr>
          <p:cNvCxnSpPr>
            <a:stCxn id="33" idx="2"/>
            <a:endCxn id="46" idx="0"/>
          </p:cNvCxnSpPr>
          <p:nvPr/>
        </p:nvCxnSpPr>
        <p:spPr>
          <a:xfrm>
            <a:off x="7087838" y="2447925"/>
            <a:ext cx="0" cy="771525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73" name="">
            <a:extLst>
              <a:ext uri="{FF2B5EF4-FFF2-40B4-BE49-F238E27FC236}">
                <ns2:creationId id="{57D0DD47-318A-463C-AFE0-36F70A815136}"/>
              </a:ext>
            </a:extLst>
          </p:cNvPr>
          <p:cNvCxnSpPr>
            <a:stCxn id="39" idx="2"/>
            <a:endCxn id="60" idx="0"/>
          </p:cNvCxnSpPr>
          <p:nvPr/>
        </p:nvCxnSpPr>
        <p:spPr>
          <a:xfrm>
            <a:off x="4323856" y="4171950"/>
            <a:ext cx="0" cy="771525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74" name="">
            <a:extLst>
              <a:ext uri="{FF2B5EF4-FFF2-40B4-BE49-F238E27FC236}">
                <ns2:creationId id="{186C6992-23E7-4B38-A65D-A2A0EAFC55C0}"/>
              </a:ext>
            </a:extLst>
          </p:cNvPr>
          <p:cNvCxnSpPr>
            <a:stCxn id="46" idx="2"/>
            <a:endCxn id="64" idx="0"/>
          </p:cNvCxnSpPr>
          <p:nvPr/>
        </p:nvCxnSpPr>
        <p:spPr>
          <a:xfrm>
            <a:off x="7087838" y="4171950"/>
            <a:ext cx="0" cy="771525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cxnSp>
        <p:nvCxnSpPr>
          <p:cNvPr id="75" name="">
            <a:extLst>
              <a:ext uri="{FF2B5EF4-FFF2-40B4-BE49-F238E27FC236}">
                <ns2:creationId id="{E36195E8-81ED-444F-8C98-84E9374D3196}"/>
              </a:ext>
            </a:extLst>
          </p:cNvPr>
          <p:cNvCxnSpPr>
            <a:stCxn id="60" idx="3"/>
            <a:endCxn id="64" idx="1"/>
          </p:cNvCxnSpPr>
          <p:nvPr/>
        </p:nvCxnSpPr>
        <p:spPr>
          <a:xfrm>
            <a:off x="5484916" y="5419725"/>
            <a:ext cx="441861" cy="0"/>
          </a:xfrm>
          <a:prstGeom prst="straightConnector1">
            <a:avLst/>
          </a:prstGeom>
          <a:ln w="24765">
            <a:solidFill>
              <a:srgbClr val="1359A0"/>
            </a:solidFill>
            <a:prstDash val="solid"/>
            <a:tailEnd type="triangle" w="med" len="med"/>
          </a:ln>
        </p:spPr>
      </p:cxnSp>
      <p:sp>
        <p:nvSpPr>
          <p:cNvPr id="76" name="shape-760">
            <a:extLst>
              <a:ext uri="{FF2B5EF4-FFF2-40B4-BE49-F238E27FC236}">
                <ns2:creationId id="{3B581EAE-F962-4017-A157-EC0F705552A0}"/>
              </a:ext>
            </a:extLst>
          </p:cNvPr>
          <p:cNvSpPr>
            <a:spLocks noGrp="1"/>
          </p:cNvSpPr>
          <p:nvPr/>
        </p:nvSpPr>
        <p:spPr>
          <a:xfrm>
            <a:off x="4779818" y="4286250"/>
            <a:ext cx="1917865" cy="542925"/>
          </a:xfrm>
          <a:prstGeom prst="ellipse">
            <a:avLst/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7" name="text-761">
            <a:extLst>
              <a:ext uri="{FF2B5EF4-FFF2-40B4-BE49-F238E27FC236}">
                <ns2:creationId id="{48B453BE-66C0-4BBB-A7CE-42154EAACF92}"/>
              </a:ext>
            </a:extLst>
          </p:cNvPr>
          <p:cNvSpPr>
            <a:spLocks noGrp="1"/>
          </p:cNvSpPr>
          <p:nvPr/>
        </p:nvSpPr>
        <p:spPr>
          <a:xfrm>
            <a:off x="4873831" y="4286250"/>
            <a:ext cx="1729839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可检验的</a:t>
            </a:r>
            <a:endParaRPr/>
          </a:p>
          <a:p>
            <a:pPr algn="ctr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机制路径</a:t>
            </a:r>
            <a:endParaRPr/>
          </a:p>
        </p:txBody>
      </p:sp>
      <p:sp>
        <p:nvSpPr>
          <p:cNvPr id="78" name="text-762">
            <a:extLst>
              <a:ext uri="{FF2B5EF4-FFF2-40B4-BE49-F238E27FC236}">
                <ns2:creationId id="{058CB4FF-F6F1-47F3-BA82-1FCF415E4EEC}"/>
              </a:ext>
            </a:extLst>
          </p:cNvPr>
          <p:cNvSpPr>
            <a:spLocks noGrp="1"/>
          </p:cNvSpPr>
          <p:nvPr/>
        </p:nvSpPr>
        <p:spPr>
          <a:xfrm>
            <a:off x="8662555" y="1381125"/>
            <a:ext cx="308362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/>
          </a:p>
        </p:txBody>
      </p:sp>
      <p:graphicFrame>
        <p:nvGraphicFramePr>
          <p:cNvPr id="79" name="Chart">
            <a:extLst>
              <a:ext uri="{FF2B5EF4-FFF2-40B4-BE49-F238E27FC236}">
                <ns2:creationId id="{595ACE3E-BEAC-46EA-A0F7-93D7B3EF08DC}"/>
              </a:ext>
            </a:extLst>
          </p:cNvPr>
          <p:cNvGraphicFramePr/>
          <p:nvPr/>
        </p:nvGraphicFramePr>
        <p:xfrm>
          <a:off x="8596745" y="1752600"/>
          <a:ext cx="3196442" cy="2019300"/>
        </p:xfrm>
        <a:graphic>
          <a:graphicData uri="http://schemas.openxmlformats.org/drawingml/2006/chart">
            <c:chart r:id="R131fe6ba7eb5426e"/>
          </a:graphicData>
        </a:graphic>
      </p:graphicFrame>
      <p:sp>
        <p:nvSpPr>
          <p:cNvPr id="80" name="text-763">
            <a:extLst>
              <a:ext uri="{FF2B5EF4-FFF2-40B4-BE49-F238E27FC236}">
                <ns2:creationId id="{6312CC53-66D9-418C-ABEC-0883056A2281}"/>
              </a:ext>
            </a:extLst>
          </p:cNvPr>
          <p:cNvSpPr>
            <a:spLocks noGrp="1"/>
          </p:cNvSpPr>
          <p:nvPr/>
        </p:nvSpPr>
        <p:spPr>
          <a:xfrm>
            <a:off x="8596745" y="2036978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81" name="text-764">
            <a:extLst>
              <a:ext uri="{FF2B5EF4-FFF2-40B4-BE49-F238E27FC236}">
                <ns2:creationId id="{668C535E-B472-4A99-AAC3-F387A91C296F}"/>
              </a:ext>
            </a:extLst>
          </p:cNvPr>
          <p:cNvSpPr>
            <a:spLocks noGrp="1"/>
          </p:cNvSpPr>
          <p:nvPr/>
        </p:nvSpPr>
        <p:spPr>
          <a:xfrm>
            <a:off x="8596745" y="2315642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82" name="text-765">
            <a:extLst>
              <a:ext uri="{FF2B5EF4-FFF2-40B4-BE49-F238E27FC236}">
                <ns2:creationId id="{0D24B946-60A0-4307-8E54-E59A4E1396F0}"/>
              </a:ext>
            </a:extLst>
          </p:cNvPr>
          <p:cNvSpPr>
            <a:spLocks noGrp="1"/>
          </p:cNvSpPr>
          <p:nvPr/>
        </p:nvSpPr>
        <p:spPr>
          <a:xfrm>
            <a:off x="8596745" y="2594305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83" name="text-766">
            <a:extLst>
              <a:ext uri="{FF2B5EF4-FFF2-40B4-BE49-F238E27FC236}">
                <ns2:creationId id="{F32BF7EC-05F8-4E46-BAE1-31F6CFDE32B4}"/>
              </a:ext>
            </a:extLst>
          </p:cNvPr>
          <p:cNvSpPr>
            <a:spLocks noGrp="1"/>
          </p:cNvSpPr>
          <p:nvPr/>
        </p:nvSpPr>
        <p:spPr>
          <a:xfrm>
            <a:off x="8596745" y="2872969"/>
            <a:ext cx="79911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84" name="text-767">
            <a:extLst>
              <a:ext uri="{FF2B5EF4-FFF2-40B4-BE49-F238E27FC236}">
                <ns2:creationId id="{7B32A187-4AC5-4570-B205-6CA5B6292F82}"/>
              </a:ext>
            </a:extLst>
          </p:cNvPr>
          <p:cNvSpPr>
            <a:spLocks noGrp="1"/>
          </p:cNvSpPr>
          <p:nvPr/>
        </p:nvSpPr>
        <p:spPr>
          <a:xfrm>
            <a:off x="9619607" y="3581400"/>
            <a:ext cx="159822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85" name="text-768">
            <a:extLst>
              <a:ext uri="{FF2B5EF4-FFF2-40B4-BE49-F238E27FC236}">
                <ns2:creationId id="{AFB2C91A-6CA2-4BC3-9163-7893ADA9ADA9}"/>
              </a:ext>
            </a:extLst>
          </p:cNvPr>
          <p:cNvSpPr>
            <a:spLocks noGrp="1"/>
          </p:cNvSpPr>
          <p:nvPr/>
        </p:nvSpPr>
        <p:spPr>
          <a:xfrm>
            <a:off x="8662555" y="3705225"/>
            <a:ext cx="3083626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模型拟合效果</a:t>
            </a:r>
            <a:endParaRPr/>
          </a:p>
        </p:txBody>
      </p:sp>
      <p:graphicFrame>
        <p:nvGraphicFramePr>
          <p:cNvPr id="86" name="Chart">
            <a:extLst>
              <a:ext uri="{FF2B5EF4-FFF2-40B4-BE49-F238E27FC236}">
                <ns2:creationId id="{0C2C577B-948A-4AD1-9250-688EB8736BD5}"/>
              </a:ext>
            </a:extLst>
          </p:cNvPr>
          <p:cNvGraphicFramePr/>
          <p:nvPr/>
        </p:nvGraphicFramePr>
        <p:xfrm>
          <a:off x="8596745" y="4076700"/>
          <a:ext cx="3196442" cy="2019300"/>
        </p:xfrm>
        <a:graphic>
          <a:graphicData uri="http://schemas.openxmlformats.org/drawingml/2006/chart">
            <c:chart r:id="R272f144416c24f5b"/>
          </a:graphicData>
        </a:graphic>
      </p:graphicFrame>
      <p:sp>
        <p:nvSpPr>
          <p:cNvPr id="87" name="text-769">
            <a:extLst>
              <a:ext uri="{FF2B5EF4-FFF2-40B4-BE49-F238E27FC236}">
                <ns2:creationId id="{6EE0E456-8F09-4F80-A193-E7B57263E740}"/>
              </a:ext>
            </a:extLst>
          </p:cNvPr>
          <p:cNvSpPr>
            <a:spLocks noGrp="1"/>
          </p:cNvSpPr>
          <p:nvPr/>
        </p:nvSpPr>
        <p:spPr>
          <a:xfrm>
            <a:off x="9619607" y="5905500"/>
            <a:ext cx="1598221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预测值</a:t>
            </a:r>
            <a:endParaRPr/>
          </a:p>
        </p:txBody>
      </p:sp>
      <p:sp>
        <p:nvSpPr>
          <p:cNvPr id="88" name="shape-770">
            <a:extLst>
              <a:ext uri="{FF2B5EF4-FFF2-40B4-BE49-F238E27FC236}">
                <ns2:creationId id="{9DCB4AC7-305C-4A83-A8E4-FE87DBB34200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89" name="text-771">
            <a:extLst>
              <a:ext uri="{FF2B5EF4-FFF2-40B4-BE49-F238E27FC236}">
                <ns2:creationId id="{A9B78EC0-A214-423D-9181-A4B73B6972BB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模型用于组织证据，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因果解释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仍需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支持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0" name="text-772">
            <a:extLst>
              <a:ext uri="{FF2B5EF4-FFF2-40B4-BE49-F238E27FC236}">
                <ns2:creationId id="{089EEDCC-5FE0-44A9-8A3F-011FF6226806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1" name="text-773">
            <a:extLst>
              <a:ext uri="{FF2B5EF4-FFF2-40B4-BE49-F238E27FC236}">
                <ns2:creationId id="{C6656870-29BE-482A-8D0D-B1421C792A3B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10</a:t>
            </a:r>
            <a:endParaRPr/>
          </a:p>
        </p:txBody>
      </p:sp>
    </p:spTree>
    <p:extLst>
      <p:ext uri="{BB962C8B-B14F-4D97-AF65-F5344CB8AC3E}">
        <ns5:creationId val="327852376"/>
      </p:ext>
    </p:extLst>
  </p:cSld>
</p:sld>
</file>

<file path=ppt/slides/slide11.xml><?xml version="1.0" encoding="utf-8"?>
<p:sld xmlns:a="http://schemas.openxmlformats.org/drawingml/2006/main" xmlns:c="http://schemas.openxmlformats.org/drawingml/2006/chart" xmlns:ns2="http://schemas.microsoft.com/office/drawing/2014/main" xmlns:ns5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42" name="text-774">
            <a:extLst>
              <a:ext uri="{FF2B5EF4-FFF2-40B4-BE49-F238E27FC236}">
                <ns2:creationId id="{870151DE-162C-4E36-9A2A-BDBE388A5215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结果展示｜多维证据共同刻画群落响应</a:t>
            </a:r>
            <a:endParaRPr/>
          </a:p>
        </p:txBody>
      </p:sp>
      <p:sp>
        <p:nvSpPr>
          <p:cNvPr id="2" name="line-775">
            <a:extLst>
              <a:ext uri="{FF2B5EF4-FFF2-40B4-BE49-F238E27FC236}">
                <ns2:creationId id="{623A8942-9983-4DAC-90FE-5824285F49AD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776">
            <a:extLst>
              <a:ext uri="{FF2B5EF4-FFF2-40B4-BE49-F238E27FC236}">
                <ns2:creationId id="{6238D9A9-05A6-4EA9-BFBE-DB3046E5407F}"/>
              </a:ext>
            </a:extLst>
          </p:cNvPr>
          <p:cNvSpPr>
            <a:spLocks noGrp="1"/>
          </p:cNvSpPr>
          <p:nvPr/>
        </p:nvSpPr>
        <p:spPr>
          <a:xfrm>
            <a:off x="304800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777">
            <a:extLst>
              <a:ext uri="{FF2B5EF4-FFF2-40B4-BE49-F238E27FC236}">
                <ns2:creationId id="{B09C51B1-8A13-401C-B166-4699434CCEFC}"/>
              </a:ext>
            </a:extLst>
          </p:cNvPr>
          <p:cNvSpPr>
            <a:spLocks noGrp="1"/>
          </p:cNvSpPr>
          <p:nvPr/>
        </p:nvSpPr>
        <p:spPr>
          <a:xfrm>
            <a:off x="314201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shape-778">
            <a:extLst>
              <a:ext uri="{FF2B5EF4-FFF2-40B4-BE49-F238E27FC236}">
                <ns2:creationId id="{94701B7F-21F9-4E64-8428-0350248872A3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6" name="text-779">
            <a:extLst>
              <a:ext uri="{FF2B5EF4-FFF2-40B4-BE49-F238E27FC236}">
                <ns2:creationId id="{B01030CA-E107-4642-B10D-7DD8AC610DDD}"/>
              </a:ext>
            </a:extLst>
          </p:cNvPr>
          <p:cNvSpPr>
            <a:spLocks noGrp="1"/>
          </p:cNvSpPr>
          <p:nvPr/>
        </p:nvSpPr>
        <p:spPr>
          <a:xfrm>
            <a:off x="398813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A</a:t>
            </a:r>
          </a:p>
        </p:txBody>
      </p:sp>
      <p:sp>
        <p:nvSpPr>
          <p:cNvPr id="7" name="text-780">
            <a:extLst>
              <a:ext uri="{FF2B5EF4-FFF2-40B4-BE49-F238E27FC236}">
                <ns2:creationId id="{D47D1E79-4C6E-499F-BB3E-8D46299274B6}"/>
              </a:ext>
            </a:extLst>
          </p:cNvPr>
          <p:cNvSpPr>
            <a:spLocks noGrp="1"/>
          </p:cNvSpPr>
          <p:nvPr/>
        </p:nvSpPr>
        <p:spPr>
          <a:xfrm>
            <a:off x="784266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丰富度沿梯度变化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8" name="Chart">
            <a:extLst>
              <a:ext uri="{FF2B5EF4-FFF2-40B4-BE49-F238E27FC236}">
                <ns2:creationId id="{9456CB77-0FB2-4A66-BD08-7370CB22A5E3}"/>
              </a:ext>
            </a:extLst>
          </p:cNvPr>
          <p:cNvGraphicFramePr/>
          <p:nvPr/>
        </p:nvGraphicFramePr>
        <p:xfrm>
          <a:off x="380010" y="1314450"/>
          <a:ext cx="5546766" cy="1981200"/>
        </p:xfrm>
        <a:graphic>
          <a:graphicData uri="http://schemas.openxmlformats.org/drawingml/2006/chart">
            <c:chart r:id="R0f90f39fb5cf47f3"/>
          </a:graphicData>
        </a:graphic>
      </p:graphicFrame>
      <p:sp>
        <p:nvSpPr>
          <p:cNvPr id="9" name="text-781">
            <a:extLst>
              <a:ext uri="{FF2B5EF4-FFF2-40B4-BE49-F238E27FC236}">
                <ns2:creationId id="{A492B5C0-6C8E-476A-A0FF-2B8B824EFB96}"/>
              </a:ext>
            </a:extLst>
          </p:cNvPr>
          <p:cNvSpPr>
            <a:spLocks noGrp="1"/>
          </p:cNvSpPr>
          <p:nvPr/>
        </p:nvSpPr>
        <p:spPr>
          <a:xfrm>
            <a:off x="2154976" y="310515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干扰强度</a:t>
            </a:r>
            <a:endParaRPr/>
          </a:p>
        </p:txBody>
      </p:sp>
      <p:sp>
        <p:nvSpPr>
          <p:cNvPr id="10" name="shape-782">
            <a:extLst>
              <a:ext uri="{FF2B5EF4-FFF2-40B4-BE49-F238E27FC236}">
                <ns2:creationId id="{954A65F0-59E1-44F4-9F44-63E470FB03CB}"/>
              </a:ext>
            </a:extLst>
          </p:cNvPr>
          <p:cNvSpPr>
            <a:spLocks noGrp="1"/>
          </p:cNvSpPr>
          <p:nvPr/>
        </p:nvSpPr>
        <p:spPr>
          <a:xfrm>
            <a:off x="6180612" y="88582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1" name="shape-783">
            <a:extLst>
              <a:ext uri="{FF2B5EF4-FFF2-40B4-BE49-F238E27FC236}">
                <ns2:creationId id="{E91F6EEF-201E-45C6-ADFE-3A13A329382C}"/>
              </a:ext>
            </a:extLst>
          </p:cNvPr>
          <p:cNvSpPr>
            <a:spLocks noGrp="1"/>
          </p:cNvSpPr>
          <p:nvPr/>
        </p:nvSpPr>
        <p:spPr>
          <a:xfrm>
            <a:off x="6190013" y="89535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" name="shape-784">
            <a:extLst>
              <a:ext uri="{FF2B5EF4-FFF2-40B4-BE49-F238E27FC236}">
                <ns2:creationId id="{9C37406F-6B5F-44F1-875A-02E2692E64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3" name="text-785">
            <a:extLst>
              <a:ext uri="{FF2B5EF4-FFF2-40B4-BE49-F238E27FC236}">
                <ns2:creationId id="{5B4A55DB-123D-4A99-A4B8-77B18A40F9C1}"/>
              </a:ext>
            </a:extLst>
          </p:cNvPr>
          <p:cNvSpPr>
            <a:spLocks noGrp="1"/>
          </p:cNvSpPr>
          <p:nvPr/>
        </p:nvSpPr>
        <p:spPr>
          <a:xfrm>
            <a:off x="6274625" y="93345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B</a:t>
            </a:r>
          </a:p>
        </p:txBody>
      </p:sp>
      <p:sp>
        <p:nvSpPr>
          <p:cNvPr id="14" name="text-786">
            <a:extLst>
              <a:ext uri="{FF2B5EF4-FFF2-40B4-BE49-F238E27FC236}">
                <ns2:creationId id="{0731A0D9-0B00-4255-B368-C5548CD183E6}"/>
              </a:ext>
            </a:extLst>
          </p:cNvPr>
          <p:cNvSpPr>
            <a:spLocks noGrp="1"/>
          </p:cNvSpPr>
          <p:nvPr/>
        </p:nvSpPr>
        <p:spPr>
          <a:xfrm>
            <a:off x="6660078" y="94297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不同生境的群落差异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15" name="Chart">
            <a:extLst>
              <a:ext uri="{FF2B5EF4-FFF2-40B4-BE49-F238E27FC236}">
                <ns2:creationId id="{7F0206B9-6C09-457D-B465-33EE92A85635}"/>
              </a:ext>
            </a:extLst>
          </p:cNvPr>
          <p:cNvGraphicFramePr/>
          <p:nvPr/>
        </p:nvGraphicFramePr>
        <p:xfrm>
          <a:off x="6255822" y="1314450"/>
          <a:ext cx="5546766" cy="1981200"/>
        </p:xfrm>
        <a:graphic>
          <a:graphicData uri="http://schemas.openxmlformats.org/drawingml/2006/chart">
            <c:chart r:id="R5ffc3bee95974730"/>
          </a:graphicData>
        </a:graphic>
      </p:graphicFrame>
      <p:sp>
        <p:nvSpPr>
          <p:cNvPr id="16" name="shape-787">
            <a:extLst>
              <a:ext uri="{FF2B5EF4-FFF2-40B4-BE49-F238E27FC236}">
                <ns2:creationId id="{1AF9F0CC-C727-4FBF-8DC4-995AA1EF4A6D}"/>
              </a:ext>
            </a:extLst>
          </p:cNvPr>
          <p:cNvSpPr>
            <a:spLocks noGrp="1"/>
          </p:cNvSpPr>
          <p:nvPr/>
        </p:nvSpPr>
        <p:spPr>
          <a:xfrm>
            <a:off x="304800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7" name="shape-788">
            <a:extLst>
              <a:ext uri="{FF2B5EF4-FFF2-40B4-BE49-F238E27FC236}">
                <ns2:creationId id="{BD71EC20-B58A-469C-9E31-70D081983CD4}"/>
              </a:ext>
            </a:extLst>
          </p:cNvPr>
          <p:cNvSpPr>
            <a:spLocks noGrp="1"/>
          </p:cNvSpPr>
          <p:nvPr/>
        </p:nvSpPr>
        <p:spPr>
          <a:xfrm>
            <a:off x="314201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8" name="shape-789">
            <a:extLst>
              <a:ext uri="{FF2B5EF4-FFF2-40B4-BE49-F238E27FC236}">
                <ns2:creationId id="{8AA0545D-C63E-48FF-9919-6A3C912B1616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19" name="text-790">
            <a:extLst>
              <a:ext uri="{FF2B5EF4-FFF2-40B4-BE49-F238E27FC236}">
                <ns2:creationId id="{60A4A900-E79C-44C3-9DAE-47ED004E4723}"/>
              </a:ext>
            </a:extLst>
          </p:cNvPr>
          <p:cNvSpPr>
            <a:spLocks noGrp="1"/>
          </p:cNvSpPr>
          <p:nvPr/>
        </p:nvSpPr>
        <p:spPr>
          <a:xfrm>
            <a:off x="398813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C</a:t>
            </a:r>
          </a:p>
        </p:txBody>
      </p:sp>
      <p:sp>
        <p:nvSpPr>
          <p:cNvPr id="20" name="text-791">
            <a:extLst>
              <a:ext uri="{FF2B5EF4-FFF2-40B4-BE49-F238E27FC236}">
                <ns2:creationId id="{BA801818-1268-4883-8A51-AECE03EE1DA0}"/>
              </a:ext>
            </a:extLst>
          </p:cNvPr>
          <p:cNvSpPr>
            <a:spLocks noGrp="1"/>
          </p:cNvSpPr>
          <p:nvPr/>
        </p:nvSpPr>
        <p:spPr>
          <a:xfrm>
            <a:off x="784266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季节动态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21" name="Chart">
            <a:extLst>
              <a:ext uri="{FF2B5EF4-FFF2-40B4-BE49-F238E27FC236}">
                <ns2:creationId id="{419FAEFB-A02A-4E65-BAF2-FB1C9B48BE22}"/>
              </a:ext>
            </a:extLst>
          </p:cNvPr>
          <p:cNvGraphicFramePr/>
          <p:nvPr/>
        </p:nvGraphicFramePr>
        <p:xfrm>
          <a:off x="380010" y="3924300"/>
          <a:ext cx="5546766" cy="1981200"/>
        </p:xfrm>
        <a:graphic>
          <a:graphicData uri="http://schemas.openxmlformats.org/drawingml/2006/chart">
            <c:chart r:id="R5911ad34a6c7462d"/>
          </a:graphicData>
        </a:graphic>
      </p:graphicFrame>
      <p:sp>
        <p:nvSpPr>
          <p:cNvPr id="22" name="line-792">
            <a:extLst>
              <a:ext uri="{FF2B5EF4-FFF2-40B4-BE49-F238E27FC236}">
                <ns2:creationId id="{88C43074-E8D9-46A6-9170-4D3647BF5914}"/>
              </a:ext>
            </a:extLst>
          </p:cNvPr>
          <p:cNvSpPr>
            <a:spLocks noGrp="1"/>
          </p:cNvSpPr>
          <p:nvPr/>
        </p:nvSpPr>
        <p:spPr>
          <a:xfrm>
            <a:off x="4798621" y="4124325"/>
            <a:ext cx="206829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23" name="text-793">
            <a:extLst>
              <a:ext uri="{FF2B5EF4-FFF2-40B4-BE49-F238E27FC236}">
                <ns2:creationId id="{A08CF5A4-363F-4B2B-907D-5754E7601F3B}"/>
              </a:ext>
            </a:extLst>
          </p:cNvPr>
          <p:cNvSpPr>
            <a:spLocks noGrp="1"/>
          </p:cNvSpPr>
          <p:nvPr/>
        </p:nvSpPr>
        <p:spPr>
          <a:xfrm>
            <a:off x="5071258" y="40386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情景 A</a:t>
            </a:r>
            <a:endParaRPr/>
          </a:p>
        </p:txBody>
      </p:sp>
      <p:sp>
        <p:nvSpPr>
          <p:cNvPr id="24" name="line-794">
            <a:extLst>
              <a:ext uri="{FF2B5EF4-FFF2-40B4-BE49-F238E27FC236}">
                <ns2:creationId id="{7CF895B8-1DD8-4639-886A-1C5A1D8C42E4}"/>
              </a:ext>
            </a:extLst>
          </p:cNvPr>
          <p:cNvSpPr>
            <a:spLocks noGrp="1"/>
          </p:cNvSpPr>
          <p:nvPr/>
        </p:nvSpPr>
        <p:spPr>
          <a:xfrm>
            <a:off x="4798621" y="4352925"/>
            <a:ext cx="206829" cy="95"/>
          </a:xfrm>
          <a:prstGeom prst="line">
            <a:avLst/>
          </a:prstGeom>
          <a:noFill/>
          <a:ln w="19050">
            <a:solidFill>
              <a:srgbClr val="B82D32"/>
            </a:solidFill>
            <a:prstDash val="solid"/>
          </a:ln>
        </p:spPr>
      </p:sp>
      <p:sp>
        <p:nvSpPr>
          <p:cNvPr id="25" name="text-795">
            <a:extLst>
              <a:ext uri="{FF2B5EF4-FFF2-40B4-BE49-F238E27FC236}">
                <ns2:creationId id="{44E96B68-8185-4A2E-B713-98197F5C6A79}"/>
              </a:ext>
            </a:extLst>
          </p:cNvPr>
          <p:cNvSpPr>
            <a:spLocks noGrp="1"/>
          </p:cNvSpPr>
          <p:nvPr/>
        </p:nvSpPr>
        <p:spPr>
          <a:xfrm>
            <a:off x="5071258" y="4267200"/>
            <a:ext cx="827314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情景 B</a:t>
            </a:r>
            <a:endParaRPr/>
          </a:p>
        </p:txBody>
      </p:sp>
      <p:sp>
        <p:nvSpPr>
          <p:cNvPr id="26" name="text-796">
            <a:extLst>
              <a:ext uri="{FF2B5EF4-FFF2-40B4-BE49-F238E27FC236}">
                <ns2:creationId id="{1E2CEC79-B67D-452A-B8F4-80AA0F87D6DD}"/>
              </a:ext>
            </a:extLst>
          </p:cNvPr>
          <p:cNvSpPr>
            <a:spLocks noGrp="1"/>
          </p:cNvSpPr>
          <p:nvPr/>
        </p:nvSpPr>
        <p:spPr>
          <a:xfrm>
            <a:off x="2154976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月份</a:t>
            </a:r>
            <a:endParaRPr/>
          </a:p>
        </p:txBody>
      </p:sp>
      <p:sp>
        <p:nvSpPr>
          <p:cNvPr id="27" name="shape-797">
            <a:extLst>
              <a:ext uri="{FF2B5EF4-FFF2-40B4-BE49-F238E27FC236}">
                <ns2:creationId id="{24F3D4E5-E07C-4F4D-B936-98907F1AA144}"/>
              </a:ext>
            </a:extLst>
          </p:cNvPr>
          <p:cNvSpPr>
            <a:spLocks noGrp="1"/>
          </p:cNvSpPr>
          <p:nvPr/>
        </p:nvSpPr>
        <p:spPr>
          <a:xfrm>
            <a:off x="6180612" y="3495675"/>
            <a:ext cx="5706588" cy="2476500"/>
          </a:xfrm>
          <a:prstGeom prst="rect">
            <a:avLst>
              <a:gd name="adj" fmla="val 3077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8" name="shape-798">
            <a:extLst>
              <a:ext uri="{FF2B5EF4-FFF2-40B4-BE49-F238E27FC236}">
                <ns2:creationId id="{4583CF5F-7439-475C-B649-91E04F05FEB7}"/>
              </a:ext>
            </a:extLst>
          </p:cNvPr>
          <p:cNvSpPr>
            <a:spLocks noGrp="1"/>
          </p:cNvSpPr>
          <p:nvPr/>
        </p:nvSpPr>
        <p:spPr>
          <a:xfrm>
            <a:off x="6190013" y="3505200"/>
            <a:ext cx="5687786" cy="361950"/>
          </a:xfrm>
          <a:prstGeom prst="rect">
            <a:avLst>
              <a:gd name="adj" fmla="val 21053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9" name="shape-799">
            <a:extLst>
              <a:ext uri="{FF2B5EF4-FFF2-40B4-BE49-F238E27FC236}">
                <ns2:creationId id="{62E7BFA5-0730-4B90-9E5A-A032A486B7EE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30" name="text-800">
            <a:extLst>
              <a:ext uri="{FF2B5EF4-FFF2-40B4-BE49-F238E27FC236}">
                <ns2:creationId id="{D586D7AE-2088-4455-ADC9-B1A8F2AA4EA0}"/>
              </a:ext>
            </a:extLst>
          </p:cNvPr>
          <p:cNvSpPr>
            <a:spLocks noGrp="1"/>
          </p:cNvSpPr>
          <p:nvPr/>
        </p:nvSpPr>
        <p:spPr>
          <a:xfrm>
            <a:off x="6274625" y="3543300"/>
            <a:ext cx="272638" cy="2762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D</a:t>
            </a:r>
          </a:p>
        </p:txBody>
      </p:sp>
      <p:sp>
        <p:nvSpPr>
          <p:cNvPr id="31" name="text-801">
            <a:extLst>
              <a:ext uri="{FF2B5EF4-FFF2-40B4-BE49-F238E27FC236}">
                <ns2:creationId id="{3E4B1D25-FCEC-41E1-9BEC-B2C2A1076C4E}"/>
              </a:ext>
            </a:extLst>
          </p:cNvPr>
          <p:cNvSpPr>
            <a:spLocks noGrp="1"/>
          </p:cNvSpPr>
          <p:nvPr/>
        </p:nvSpPr>
        <p:spPr>
          <a:xfrm>
            <a:off x="6660078" y="3552825"/>
            <a:ext cx="5076701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效应与不确定性</a:t>
            </a:r>
            <a:endParaRPr>
              <a:solidFill>
                <a:srgbClr val="FFFFFF"/>
              </a:solidFill>
            </a:endParaRPr>
          </a:p>
        </p:txBody>
      </p:sp>
      <p:graphicFrame>
        <p:nvGraphicFramePr>
          <p:cNvPr id="32" name="Chart">
            <a:extLst>
              <a:ext uri="{FF2B5EF4-FFF2-40B4-BE49-F238E27FC236}">
                <ns2:creationId id="{C76A89B5-85B0-4F52-808E-076BF3306AA8}"/>
              </a:ext>
            </a:extLst>
          </p:cNvPr>
          <p:cNvGraphicFramePr/>
          <p:nvPr/>
        </p:nvGraphicFramePr>
        <p:xfrm>
          <a:off x="6255822" y="3924300"/>
          <a:ext cx="5546766" cy="1981200"/>
        </p:xfrm>
        <a:graphic>
          <a:graphicData uri="http://schemas.openxmlformats.org/drawingml/2006/chart">
            <c:chart r:id="Rffaaf39a0267400e"/>
          </a:graphicData>
        </a:graphic>
      </p:graphicFrame>
      <p:sp>
        <p:nvSpPr>
          <p:cNvPr id="33" name="text-802">
            <a:extLst>
              <a:ext uri="{FF2B5EF4-FFF2-40B4-BE49-F238E27FC236}">
                <ns2:creationId id="{A0C8B234-E2E9-4D15-BDF3-746365A32BA6}"/>
              </a:ext>
            </a:extLst>
          </p:cNvPr>
          <p:cNvSpPr>
            <a:spLocks noGrp="1"/>
          </p:cNvSpPr>
          <p:nvPr/>
        </p:nvSpPr>
        <p:spPr>
          <a:xfrm>
            <a:off x="6255822" y="4201516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生境面积</a:t>
            </a:r>
            <a:endParaRPr/>
          </a:p>
        </p:txBody>
      </p:sp>
      <p:sp>
        <p:nvSpPr>
          <p:cNvPr id="34" name="text-803">
            <a:extLst>
              <a:ext uri="{FF2B5EF4-FFF2-40B4-BE49-F238E27FC236}">
                <ns2:creationId id="{526EEFD3-E9DB-4FD5-ACFA-CEF106A3C4FD}"/>
              </a:ext>
            </a:extLst>
          </p:cNvPr>
          <p:cNvSpPr>
            <a:spLocks noGrp="1"/>
          </p:cNvSpPr>
          <p:nvPr/>
        </p:nvSpPr>
        <p:spPr>
          <a:xfrm>
            <a:off x="6255822" y="4474921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隔离程度</a:t>
            </a:r>
            <a:endParaRPr/>
          </a:p>
        </p:txBody>
      </p:sp>
      <p:sp>
        <p:nvSpPr>
          <p:cNvPr id="35" name="text-804">
            <a:extLst>
              <a:ext uri="{FF2B5EF4-FFF2-40B4-BE49-F238E27FC236}">
                <ns2:creationId id="{46F62FE8-8F48-4548-A387-C5DFEE87C019}"/>
              </a:ext>
            </a:extLst>
          </p:cNvPr>
          <p:cNvSpPr>
            <a:spLocks noGrp="1"/>
          </p:cNvSpPr>
          <p:nvPr/>
        </p:nvSpPr>
        <p:spPr>
          <a:xfrm>
            <a:off x="6255822" y="4748327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植被覆盖</a:t>
            </a:r>
            <a:endParaRPr/>
          </a:p>
        </p:txBody>
      </p:sp>
      <p:sp>
        <p:nvSpPr>
          <p:cNvPr id="36" name="text-805">
            <a:extLst>
              <a:ext uri="{FF2B5EF4-FFF2-40B4-BE49-F238E27FC236}">
                <ns2:creationId id="{CAA911A2-F636-492E-B874-1CBE6C41426B}"/>
              </a:ext>
            </a:extLst>
          </p:cNvPr>
          <p:cNvSpPr>
            <a:spLocks noGrp="1"/>
          </p:cNvSpPr>
          <p:nvPr/>
        </p:nvSpPr>
        <p:spPr>
          <a:xfrm>
            <a:off x="6255822" y="5021732"/>
            <a:ext cx="138669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人为干扰</a:t>
            </a:r>
            <a:endParaRPr/>
          </a:p>
        </p:txBody>
      </p:sp>
      <p:sp>
        <p:nvSpPr>
          <p:cNvPr id="37" name="text-806">
            <a:extLst>
              <a:ext uri="{FF2B5EF4-FFF2-40B4-BE49-F238E27FC236}">
                <ns2:creationId id="{7A5BDBF0-3C36-41B2-BF5D-AA4A48C59BB3}"/>
              </a:ext>
            </a:extLst>
          </p:cNvPr>
          <p:cNvSpPr>
            <a:spLocks noGrp="1"/>
          </p:cNvSpPr>
          <p:nvPr/>
        </p:nvSpPr>
        <p:spPr>
          <a:xfrm>
            <a:off x="8030787" y="5715000"/>
            <a:ext cx="2773383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标准化效应值</a:t>
            </a:r>
            <a:endParaRPr/>
          </a:p>
        </p:txBody>
      </p:sp>
      <p:sp>
        <p:nvSpPr>
          <p:cNvPr id="38" name="shape-807">
            <a:extLst>
              <a:ext uri="{FF2B5EF4-FFF2-40B4-BE49-F238E27FC236}">
                <ns2:creationId id="{B5D12D88-A4B1-4758-A177-9F7FF6A82C9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39" name="text-808">
            <a:extLst>
              <a:ext uri="{FF2B5EF4-FFF2-40B4-BE49-F238E27FC236}">
                <ns2:creationId id="{1DED5E77-6EB0-4AE7-B0A4-2D6AF34EC779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读图顺序：趋势 → 组间差异 → 动态 → 不确定性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" name="text-809">
            <a:extLst>
              <a:ext uri="{FF2B5EF4-FFF2-40B4-BE49-F238E27FC236}">
                <ns2:creationId id="{1DA97AB6-8004-4A38-A338-5803F862D2D7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41" name="text-810">
            <a:extLst>
              <a:ext uri="{FF2B5EF4-FFF2-40B4-BE49-F238E27FC236}">
                <ns2:creationId id="{DA94209C-B64C-43A7-849E-88E3A32FD531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11</a:t>
            </a:r>
            <a:endParaRPr/>
          </a:p>
        </p:txBody>
      </p:sp>
    </p:spTree>
    <p:extLst>
      <p:ext uri="{BB962C8B-B14F-4D97-AF65-F5344CB8AC3E}">
        <ns5:creationId val="563918454"/>
      </p:ext>
    </p:extLst>
  </p:cSld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125" name="text-811">
            <a:extLst>
              <a:ext uri="{FF2B5EF4-FFF2-40B4-BE49-F238E27FC236}">
                <ns2:creationId id="{26E2E258-35E6-4061-AED8-6EC2A1FFD01C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研究局限｜</a:t>
            </a:r>
            <a:r>
              <a:rPr sz="3150" b="1">
                <a:latin typeface="Noto Sans CJK SC"/>
                <a:ea typeface="Noto Sans CJK SC"/>
                <a:cs typeface="Noto Sans CJK SC"/>
                <a:solidFill>
                  <a:srgbClr val="B82D32"/>
                </a:solidFill>
              </a:rPr>
              <a:t>证据缺口</a:t>
            </a: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与改进路径</a:t>
            </a:r>
            <a:endParaRPr/>
          </a:p>
        </p:txBody>
      </p:sp>
      <p:sp>
        <p:nvSpPr>
          <p:cNvPr id="2" name="line-812">
            <a:extLst>
              <a:ext uri="{FF2B5EF4-FFF2-40B4-BE49-F238E27FC236}">
                <ns2:creationId id="{88D38F1B-D40B-4253-9BA7-BEEDA700C556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panel-813">
            <a:extLst>
              <a:ext uri="{FF2B5EF4-FFF2-40B4-BE49-F238E27FC236}">
                <ns2:creationId id="{43B8C440-77DC-4C0A-8EA0-8301D8CF8088}"/>
              </a:ext>
            </a:extLst>
          </p:cNvPr>
          <p:cNvSpPr>
            <a:spLocks noGrp="1"/>
          </p:cNvSpPr>
          <p:nvPr/>
        </p:nvSpPr>
        <p:spPr>
          <a:xfrm>
            <a:off x="304800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" name="shape-814">
            <a:extLst>
              <a:ext uri="{FF2B5EF4-FFF2-40B4-BE49-F238E27FC236}">
                <ns2:creationId id="{3D540C5B-FCF5-480E-AEE2-330627CE4D96}"/>
              </a:ext>
            </a:extLst>
          </p:cNvPr>
          <p:cNvSpPr>
            <a:spLocks noGrp="1"/>
          </p:cNvSpPr>
          <p:nvPr/>
        </p:nvSpPr>
        <p:spPr>
          <a:xfrm>
            <a:off x="314201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" name="vector-815">
            <a:extLst>
              <a:ext uri="{FF2B5EF4-FFF2-40B4-BE49-F238E27FC236}">
                <ns2:creationId id="{6225D1E6-AA80-4C60-B88B-61C843E8936F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" name="vector-816">
            <a:extLst>
              <a:ext uri="{FF2B5EF4-FFF2-40B4-BE49-F238E27FC236}">
                <ns2:creationId id="{DC1FEA32-FDFA-481D-91EE-892EAC8AE4AD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" name="vector-817">
            <a:extLst>
              <a:ext uri="{FF2B5EF4-FFF2-40B4-BE49-F238E27FC236}">
                <ns2:creationId id="{F914DED3-A5B8-4F37-B3E4-87755B0DB0B3}"/>
              </a:ext>
            </a:extLst>
          </p:cNvPr>
          <p:cNvSpPr>
            <a:spLocks noGrp="1"/>
          </p:cNvSpPr>
          <p:nvPr/>
        </p:nvSpPr>
        <p:spPr>
          <a:xfrm>
            <a:off x="417616" y="971550"/>
            <a:ext cx="253835" cy="257175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8" name="icon-map-818">
            <a:extLst>
              <a:ext uri="{FF2B5EF4-FFF2-40B4-BE49-F238E27FC236}">
                <ns2:creationId id="{3D7B2F38-63DA-4666-90E9-3624410B6A28}"/>
              </a:ext>
            </a:extLst>
          </p:cNvPr>
          <p:cNvSpPr>
            <a:spLocks noGrp="1"/>
          </p:cNvSpPr>
          <p:nvPr/>
        </p:nvSpPr>
        <p:spPr>
          <a:xfrm>
            <a:off x="519150" y="1033272"/>
            <a:ext cx="55844" cy="56579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9" name="text-819">
            <a:extLst>
              <a:ext uri="{FF2B5EF4-FFF2-40B4-BE49-F238E27FC236}">
                <ns2:creationId id="{859A2694-A3FC-4DFF-86E5-8783E7C6B036}"/>
              </a:ext>
            </a:extLst>
          </p:cNvPr>
          <p:cNvSpPr>
            <a:spLocks noGrp="1"/>
          </p:cNvSpPr>
          <p:nvPr/>
        </p:nvSpPr>
        <p:spPr>
          <a:xfrm>
            <a:off x="756062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样本覆盖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0" name="vector-820">
            <a:extLst>
              <a:ext uri="{FF2B5EF4-FFF2-40B4-BE49-F238E27FC236}">
                <ns2:creationId id="{C090C5D8-6E3D-44E5-8BEC-230CA0C498D8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1" name="vector-821">
            <a:extLst>
              <a:ext uri="{FF2B5EF4-FFF2-40B4-BE49-F238E27FC236}">
                <ns2:creationId id="{D83C9C1D-955B-4BDC-8BAB-B6E0331ED36A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vector-822">
            <a:extLst>
              <a:ext uri="{FF2B5EF4-FFF2-40B4-BE49-F238E27FC236}">
                <ns2:creationId id="{80B16474-202C-4F16-A89F-8D661E68B50D}"/>
              </a:ext>
            </a:extLst>
          </p:cNvPr>
          <p:cNvSpPr>
            <a:spLocks noGrp="1"/>
          </p:cNvSpPr>
          <p:nvPr/>
        </p:nvSpPr>
        <p:spPr>
          <a:xfrm>
            <a:off x="474023" y="1733550"/>
            <a:ext cx="940130" cy="9525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3" name="icon-map-823">
            <a:extLst>
              <a:ext uri="{FF2B5EF4-FFF2-40B4-BE49-F238E27FC236}">
                <ns2:creationId id="{07073644-9319-48E7-A815-51D3FCF83753}"/>
              </a:ext>
            </a:extLst>
          </p:cNvPr>
          <p:cNvSpPr>
            <a:spLocks noGrp="1"/>
          </p:cNvSpPr>
          <p:nvPr/>
        </p:nvSpPr>
        <p:spPr>
          <a:xfrm>
            <a:off x="850075" y="1962150"/>
            <a:ext cx="206829" cy="20955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4" name="text-824">
            <a:extLst>
              <a:ext uri="{FF2B5EF4-FFF2-40B4-BE49-F238E27FC236}">
                <ns2:creationId id="{59373472-96F1-425A-9014-E97AD7F6226C}"/>
              </a:ext>
            </a:extLst>
          </p:cNvPr>
          <p:cNvSpPr>
            <a:spLocks noGrp="1"/>
          </p:cNvSpPr>
          <p:nvPr/>
        </p:nvSpPr>
        <p:spPr>
          <a:xfrm>
            <a:off x="1583377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5" name="text-825">
            <a:extLst>
              <a:ext uri="{FF2B5EF4-FFF2-40B4-BE49-F238E27FC236}">
                <ns2:creationId id="{F2E4ED94-DED4-4E85-A3FC-6EE02B269E1C}"/>
              </a:ext>
            </a:extLst>
          </p:cNvPr>
          <p:cNvSpPr>
            <a:spLocks noGrp="1"/>
          </p:cNvSpPr>
          <p:nvPr/>
        </p:nvSpPr>
        <p:spPr>
          <a:xfrm>
            <a:off x="1583377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样点空间分布不均</a:t>
            </a:r>
            <a:endParaRPr/>
          </a:p>
        </p:txBody>
      </p:sp>
      <p:sp>
        <p:nvSpPr>
          <p:cNvPr id="16" name="line-826">
            <a:extLst>
              <a:ext uri="{FF2B5EF4-FFF2-40B4-BE49-F238E27FC236}">
                <ns2:creationId id="{64A78E1B-40E1-4BCB-ADC6-45A2FAA7352D}"/>
              </a:ext>
            </a:extLst>
          </p:cNvPr>
          <p:cNvSpPr>
            <a:spLocks noGrp="1"/>
          </p:cNvSpPr>
          <p:nvPr/>
        </p:nvSpPr>
        <p:spPr>
          <a:xfrm>
            <a:off x="1583377" y="2390775"/>
            <a:ext cx="224691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17" name="text-827">
            <a:extLst>
              <a:ext uri="{FF2B5EF4-FFF2-40B4-BE49-F238E27FC236}">
                <ns2:creationId id="{054957C0-B00E-4FA1-91F3-80408519E02F}"/>
              </a:ext>
            </a:extLst>
          </p:cNvPr>
          <p:cNvSpPr>
            <a:spLocks noGrp="1"/>
          </p:cNvSpPr>
          <p:nvPr/>
        </p:nvSpPr>
        <p:spPr>
          <a:xfrm>
            <a:off x="1583377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8" name="text-828">
            <a:extLst>
              <a:ext uri="{FF2B5EF4-FFF2-40B4-BE49-F238E27FC236}">
                <ns2:creationId id="{C3E16F33-6CCE-4B2D-BA8D-08E4ECBC933E}"/>
              </a:ext>
            </a:extLst>
          </p:cNvPr>
          <p:cNvSpPr>
            <a:spLocks noGrp="1"/>
          </p:cNvSpPr>
          <p:nvPr/>
        </p:nvSpPr>
        <p:spPr>
          <a:xfrm>
            <a:off x="1583377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分层补充样点</a:t>
            </a:r>
            <a:endParaRPr/>
          </a:p>
        </p:txBody>
      </p:sp>
      <p:sp>
        <p:nvSpPr>
          <p:cNvPr id="19" name="panel-829">
            <a:extLst>
              <a:ext uri="{FF2B5EF4-FFF2-40B4-BE49-F238E27FC236}">
                <ns2:creationId id="{B9050D2B-E969-40E7-8814-E06463138D82}"/>
              </a:ext>
            </a:extLst>
          </p:cNvPr>
          <p:cNvSpPr>
            <a:spLocks noGrp="1"/>
          </p:cNvSpPr>
          <p:nvPr/>
        </p:nvSpPr>
        <p:spPr>
          <a:xfrm>
            <a:off x="4225142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20" name="shape-830">
            <a:extLst>
              <a:ext uri="{FF2B5EF4-FFF2-40B4-BE49-F238E27FC236}">
                <ns2:creationId id="{B686954F-8B04-4451-8040-483F68F55D29}"/>
              </a:ext>
            </a:extLst>
          </p:cNvPr>
          <p:cNvSpPr>
            <a:spLocks noGrp="1"/>
          </p:cNvSpPr>
          <p:nvPr/>
        </p:nvSpPr>
        <p:spPr>
          <a:xfrm>
            <a:off x="4234543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1" name="icon-grid-831">
            <a:extLst>
              <a:ext uri="{FF2B5EF4-FFF2-40B4-BE49-F238E27FC236}">
                <ns2:creationId id="{01C61DE0-F573-43E4-A247-FF934C239349}"/>
              </a:ext>
            </a:extLst>
          </p:cNvPr>
          <p:cNvSpPr>
            <a:spLocks noGrp="1"/>
          </p:cNvSpPr>
          <p:nvPr/>
        </p:nvSpPr>
        <p:spPr>
          <a:xfrm>
            <a:off x="4358264" y="992124"/>
            <a:ext cx="213221" cy="216027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22" name="vector-832">
            <a:extLst>
              <a:ext uri="{FF2B5EF4-FFF2-40B4-BE49-F238E27FC236}">
                <ns2:creationId id="{198E055E-8FA3-4A1B-83E2-882C90E0A21E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3" name="vector-833">
            <a:extLst>
              <a:ext uri="{FF2B5EF4-FFF2-40B4-BE49-F238E27FC236}">
                <ns2:creationId id="{68B381BC-D897-4A6A-803A-FF9DA4F191F8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4" name="vector-834">
            <a:extLst>
              <a:ext uri="{FF2B5EF4-FFF2-40B4-BE49-F238E27FC236}">
                <ns2:creationId id="{474E1845-F872-4448-A4BA-7BE19847FE1F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5" name="vector-835">
            <a:extLst>
              <a:ext uri="{FF2B5EF4-FFF2-40B4-BE49-F238E27FC236}">
                <ns2:creationId id="{3F2C5E25-1C38-46B2-BAAC-6697A2108930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6" name="vector-836">
            <a:extLst>
              <a:ext uri="{FF2B5EF4-FFF2-40B4-BE49-F238E27FC236}">
                <ns2:creationId id="{FFDF2836-0FCF-414D-BCD6-34F66E3468BA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7" name="vector-837">
            <a:extLst>
              <a:ext uri="{FF2B5EF4-FFF2-40B4-BE49-F238E27FC236}">
                <ns2:creationId id="{C009E4BB-E684-457F-891E-DD5426FBC964}"/>
              </a:ext>
            </a:extLst>
          </p:cNvPr>
          <p:cNvSpPr>
            <a:spLocks noGrp="1"/>
          </p:cNvSpPr>
          <p:nvPr/>
        </p:nvSpPr>
        <p:spPr>
          <a:xfrm>
            <a:off x="4337957" y="971550"/>
            <a:ext cx="253835" cy="257175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8" name="text-838">
            <a:extLst>
              <a:ext uri="{FF2B5EF4-FFF2-40B4-BE49-F238E27FC236}">
                <ns2:creationId id="{2B6A8FA3-E758-41DC-8303-0F8CF5D8106C}"/>
              </a:ext>
            </a:extLst>
          </p:cNvPr>
          <p:cNvSpPr>
            <a:spLocks noGrp="1"/>
          </p:cNvSpPr>
          <p:nvPr/>
        </p:nvSpPr>
        <p:spPr>
          <a:xfrm>
            <a:off x="4676404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尺度匹配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9" name="icon-grid-839">
            <a:extLst>
              <a:ext uri="{FF2B5EF4-FFF2-40B4-BE49-F238E27FC236}">
                <ns2:creationId id="{7D57C7AB-7347-432B-9CB4-B091418BFA49}"/>
              </a:ext>
            </a:extLst>
          </p:cNvPr>
          <p:cNvSpPr>
            <a:spLocks noGrp="1"/>
          </p:cNvSpPr>
          <p:nvPr/>
        </p:nvSpPr>
        <p:spPr>
          <a:xfrm>
            <a:off x="4469575" y="1809750"/>
            <a:ext cx="789709" cy="800100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0" name="vector-840">
            <a:extLst>
              <a:ext uri="{FF2B5EF4-FFF2-40B4-BE49-F238E27FC236}">
                <ns2:creationId id="{AE8CEF05-078C-454C-B943-EAE9BC3059DA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276225" y="76200"/>
                </a:moveTo>
                <a:lnTo>
                  <a:pt x="276225" y="876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vector-841">
            <a:extLst>
              <a:ext uri="{FF2B5EF4-FFF2-40B4-BE49-F238E27FC236}">
                <ns2:creationId id="{F7CCDB68-D60A-4DD4-8051-1E4F13DF8966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276225"/>
                </a:moveTo>
                <a:lnTo>
                  <a:pt x="876300" y="2762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vector-842">
            <a:extLst>
              <a:ext uri="{FF2B5EF4-FFF2-40B4-BE49-F238E27FC236}">
                <ns2:creationId id="{6A03EC00-46C5-46DA-A50B-B32055398F69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476250" y="76200"/>
                </a:moveTo>
                <a:lnTo>
                  <a:pt x="476250" y="876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3" name="vector-843">
            <a:extLst>
              <a:ext uri="{FF2B5EF4-FFF2-40B4-BE49-F238E27FC236}">
                <ns2:creationId id="{0EB5089A-F8A7-4CAF-B690-E5CD343DFE5D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476250"/>
                </a:moveTo>
                <a:lnTo>
                  <a:pt x="876300" y="476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4" name="vector-844">
            <a:extLst>
              <a:ext uri="{FF2B5EF4-FFF2-40B4-BE49-F238E27FC236}">
                <ns2:creationId id="{A1D78E79-4D95-45D0-99C2-8356C17058B2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676275" y="76200"/>
                </a:moveTo>
                <a:lnTo>
                  <a:pt x="676275" y="876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5" name="vector-845">
            <a:extLst>
              <a:ext uri="{FF2B5EF4-FFF2-40B4-BE49-F238E27FC236}">
                <ns2:creationId id="{AADB899B-C4E0-44EB-BCEA-A93B1AF91B38}"/>
              </a:ext>
            </a:extLst>
          </p:cNvPr>
          <p:cNvSpPr>
            <a:spLocks noGrp="1"/>
          </p:cNvSpPr>
          <p:nvPr/>
        </p:nvSpPr>
        <p:spPr>
          <a:xfrm>
            <a:off x="4394365" y="1733550"/>
            <a:ext cx="940130" cy="952500"/>
          </a:xfrm>
          <a:custGeom>
            <a:pathLst>
              <a:path w="952500" h="952500">
                <a:moveTo>
                  <a:pt x="76200" y="676275"/>
                </a:moveTo>
                <a:lnTo>
                  <a:pt x="876300" y="6762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6" name="text-846">
            <a:extLst>
              <a:ext uri="{FF2B5EF4-FFF2-40B4-BE49-F238E27FC236}">
                <ns2:creationId id="{EF2AE18D-AB9D-4E56-9AD8-B00B5EAB563B}"/>
              </a:ext>
            </a:extLst>
          </p:cNvPr>
          <p:cNvSpPr>
            <a:spLocks noGrp="1"/>
          </p:cNvSpPr>
          <p:nvPr/>
        </p:nvSpPr>
        <p:spPr>
          <a:xfrm>
            <a:off x="5503718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37" name="text-847">
            <a:extLst>
              <a:ext uri="{FF2B5EF4-FFF2-40B4-BE49-F238E27FC236}">
                <ns2:creationId id="{51CAA1BC-A7FD-4563-B13D-96506B595D21}"/>
              </a:ext>
            </a:extLst>
          </p:cNvPr>
          <p:cNvSpPr>
            <a:spLocks noGrp="1"/>
          </p:cNvSpPr>
          <p:nvPr/>
        </p:nvSpPr>
        <p:spPr>
          <a:xfrm>
            <a:off x="5503718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数据空间粒度存在差异</a:t>
            </a:r>
            <a:endParaRPr/>
          </a:p>
        </p:txBody>
      </p:sp>
      <p:sp>
        <p:nvSpPr>
          <p:cNvPr id="38" name="line-848">
            <a:extLst>
              <a:ext uri="{FF2B5EF4-FFF2-40B4-BE49-F238E27FC236}">
                <ns2:creationId id="{49F66471-59B7-40B8-BB1C-8B5A8ECF65FA}"/>
              </a:ext>
            </a:extLst>
          </p:cNvPr>
          <p:cNvSpPr>
            <a:spLocks noGrp="1"/>
          </p:cNvSpPr>
          <p:nvPr/>
        </p:nvSpPr>
        <p:spPr>
          <a:xfrm>
            <a:off x="5503718" y="2390775"/>
            <a:ext cx="224691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39" name="text-849">
            <a:extLst>
              <a:ext uri="{FF2B5EF4-FFF2-40B4-BE49-F238E27FC236}">
                <ns2:creationId id="{09315D1A-D69A-4D94-B1BF-EEF4729924ED}"/>
              </a:ext>
            </a:extLst>
          </p:cNvPr>
          <p:cNvSpPr>
            <a:spLocks noGrp="1"/>
          </p:cNvSpPr>
          <p:nvPr/>
        </p:nvSpPr>
        <p:spPr>
          <a:xfrm>
            <a:off x="5503718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40" name="text-850">
            <a:extLst>
              <a:ext uri="{FF2B5EF4-FFF2-40B4-BE49-F238E27FC236}">
                <ns2:creationId id="{444AFA24-39B6-472A-BE3A-B47412947017}"/>
              </a:ext>
            </a:extLst>
          </p:cNvPr>
          <p:cNvSpPr>
            <a:spLocks noGrp="1"/>
          </p:cNvSpPr>
          <p:nvPr/>
        </p:nvSpPr>
        <p:spPr>
          <a:xfrm>
            <a:off x="5503718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开展多尺度比较</a:t>
            </a:r>
            <a:endParaRPr/>
          </a:p>
        </p:txBody>
      </p:sp>
      <p:sp>
        <p:nvSpPr>
          <p:cNvPr id="41" name="panel-851">
            <a:extLst>
              <a:ext uri="{FF2B5EF4-FFF2-40B4-BE49-F238E27FC236}">
                <ns2:creationId id="{E7215D9E-87CF-4B52-A8F9-CD80EBAD908B}"/>
              </a:ext>
            </a:extLst>
          </p:cNvPr>
          <p:cNvSpPr>
            <a:spLocks noGrp="1"/>
          </p:cNvSpPr>
          <p:nvPr/>
        </p:nvSpPr>
        <p:spPr>
          <a:xfrm>
            <a:off x="8145483" y="89535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42" name="shape-852">
            <a:extLst>
              <a:ext uri="{FF2B5EF4-FFF2-40B4-BE49-F238E27FC236}">
                <ns2:creationId id="{D27890B0-2BF1-4CC1-98D3-AB8C8438F811}"/>
              </a:ext>
            </a:extLst>
          </p:cNvPr>
          <p:cNvSpPr>
            <a:spLocks noGrp="1"/>
          </p:cNvSpPr>
          <p:nvPr/>
        </p:nvSpPr>
        <p:spPr>
          <a:xfrm>
            <a:off x="8154884" y="90487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3" name="icon-camera-853">
            <a:extLst>
              <a:ext uri="{FF2B5EF4-FFF2-40B4-BE49-F238E27FC236}">
                <ns2:creationId id="{C3C8EB94-958D-4666-B2C7-5FEE7C0BD701}"/>
              </a:ext>
            </a:extLst>
          </p:cNvPr>
          <p:cNvSpPr>
            <a:spLocks noGrp="1"/>
          </p:cNvSpPr>
          <p:nvPr/>
        </p:nvSpPr>
        <p:spPr>
          <a:xfrm>
            <a:off x="8276067" y="1030700"/>
            <a:ext cx="218299" cy="156877"/>
          </a:xfrm>
          <a:prstGeom prst="roundRect">
            <a:avLst>
              <a:gd name="adj" fmla="val 48573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4" name="icon-camera-854">
            <a:extLst>
              <a:ext uri="{FF2B5EF4-FFF2-40B4-BE49-F238E27FC236}">
                <ns2:creationId id="{AD9E08EC-5A18-406E-A104-1CE7D28C23CD}"/>
              </a:ext>
            </a:extLst>
          </p:cNvPr>
          <p:cNvSpPr>
            <a:spLocks noGrp="1"/>
          </p:cNvSpPr>
          <p:nvPr/>
        </p:nvSpPr>
        <p:spPr>
          <a:xfrm>
            <a:off x="8342065" y="997268"/>
            <a:ext cx="83766" cy="437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45" name="icon-camera-855">
            <a:extLst>
              <a:ext uri="{FF2B5EF4-FFF2-40B4-BE49-F238E27FC236}">
                <ns2:creationId id="{7DC68AEA-E484-49C1-A0B8-21FC6107D3C5}"/>
              </a:ext>
            </a:extLst>
          </p:cNvPr>
          <p:cNvSpPr>
            <a:spLocks noGrp="1"/>
          </p:cNvSpPr>
          <p:nvPr/>
        </p:nvSpPr>
        <p:spPr>
          <a:xfrm>
            <a:off x="8339526" y="1064133"/>
            <a:ext cx="91381" cy="925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6" name="icon-camera-856">
            <a:extLst>
              <a:ext uri="{FF2B5EF4-FFF2-40B4-BE49-F238E27FC236}">
                <ns2:creationId id="{3412559E-9F65-4A94-BAC9-84538C329824}"/>
              </a:ext>
            </a:extLst>
          </p:cNvPr>
          <p:cNvSpPr>
            <a:spLocks noGrp="1"/>
          </p:cNvSpPr>
          <p:nvPr/>
        </p:nvSpPr>
        <p:spPr>
          <a:xfrm>
            <a:off x="8446137" y="1051274"/>
            <a:ext cx="20307" cy="20574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7" name="text-857">
            <a:extLst>
              <a:ext uri="{FF2B5EF4-FFF2-40B4-BE49-F238E27FC236}">
                <ns2:creationId id="{F56D1759-064E-43B4-B474-7A3A474B9C5B}"/>
              </a:ext>
            </a:extLst>
          </p:cNvPr>
          <p:cNvSpPr>
            <a:spLocks noGrp="1"/>
          </p:cNvSpPr>
          <p:nvPr/>
        </p:nvSpPr>
        <p:spPr>
          <a:xfrm>
            <a:off x="8596745" y="96202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检测偏差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8" name="icon-camera-858">
            <a:extLst>
              <a:ext uri="{FF2B5EF4-FFF2-40B4-BE49-F238E27FC236}">
                <ns2:creationId id="{1DBB85F9-5EA4-4878-BFDB-4AACC03C3687}"/>
              </a:ext>
            </a:extLst>
          </p:cNvPr>
          <p:cNvSpPr>
            <a:spLocks noGrp="1"/>
          </p:cNvSpPr>
          <p:nvPr/>
        </p:nvSpPr>
        <p:spPr>
          <a:xfrm>
            <a:off x="8380516" y="1952625"/>
            <a:ext cx="808512" cy="581025"/>
          </a:xfrm>
          <a:prstGeom prst="roundRect">
            <a:avLst>
              <a:gd name="adj" fmla="val 13115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9" name="icon-camera-859">
            <a:extLst>
              <a:ext uri="{FF2B5EF4-FFF2-40B4-BE49-F238E27FC236}">
                <ns2:creationId id="{FA10A094-135C-4601-A08C-7F406435B4F1}"/>
              </a:ext>
            </a:extLst>
          </p:cNvPr>
          <p:cNvSpPr>
            <a:spLocks noGrp="1"/>
          </p:cNvSpPr>
          <p:nvPr/>
        </p:nvSpPr>
        <p:spPr>
          <a:xfrm>
            <a:off x="8624949" y="1828800"/>
            <a:ext cx="310243" cy="161925"/>
          </a:xfrm>
          <a:prstGeom prst="roundRect">
            <a:avLst>
              <a:gd name="adj" fmla="val 47059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0" name="icon-camera-860">
            <a:extLst>
              <a:ext uri="{FF2B5EF4-FFF2-40B4-BE49-F238E27FC236}">
                <ns2:creationId id="{F975F45B-1B5C-40AD-952F-FC97C09073FA}"/>
              </a:ext>
            </a:extLst>
          </p:cNvPr>
          <p:cNvSpPr>
            <a:spLocks noGrp="1"/>
          </p:cNvSpPr>
          <p:nvPr/>
        </p:nvSpPr>
        <p:spPr>
          <a:xfrm>
            <a:off x="8615548" y="2076450"/>
            <a:ext cx="338447" cy="3429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1" name="icon-camera-861">
            <a:extLst>
              <a:ext uri="{FF2B5EF4-FFF2-40B4-BE49-F238E27FC236}">
                <ns2:creationId id="{23F118D0-DA5D-41CE-A6BD-F98A786FB439}"/>
              </a:ext>
            </a:extLst>
          </p:cNvPr>
          <p:cNvSpPr>
            <a:spLocks noGrp="1"/>
          </p:cNvSpPr>
          <p:nvPr/>
        </p:nvSpPr>
        <p:spPr>
          <a:xfrm>
            <a:off x="9010403" y="2028825"/>
            <a:ext cx="75210" cy="76200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2" name="text-862">
            <a:extLst>
              <a:ext uri="{FF2B5EF4-FFF2-40B4-BE49-F238E27FC236}">
                <ns2:creationId id="{15BD2C19-93C4-47CD-8273-AA2FA6F3A779}"/>
              </a:ext>
            </a:extLst>
          </p:cNvPr>
          <p:cNvSpPr>
            <a:spLocks noGrp="1"/>
          </p:cNvSpPr>
          <p:nvPr/>
        </p:nvSpPr>
        <p:spPr>
          <a:xfrm>
            <a:off x="9424060" y="14859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53" name="text-863">
            <a:extLst>
              <a:ext uri="{FF2B5EF4-FFF2-40B4-BE49-F238E27FC236}">
                <ns2:creationId id="{22A23CDA-E8A5-47F4-BED3-1CEB320735B1}"/>
              </a:ext>
            </a:extLst>
          </p:cNvPr>
          <p:cNvSpPr>
            <a:spLocks noGrp="1"/>
          </p:cNvSpPr>
          <p:nvPr/>
        </p:nvSpPr>
        <p:spPr>
          <a:xfrm>
            <a:off x="9424060" y="178117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未检出不等于不存在</a:t>
            </a:r>
            <a:endParaRPr/>
          </a:p>
        </p:txBody>
      </p:sp>
      <p:sp>
        <p:nvSpPr>
          <p:cNvPr id="54" name="line-864">
            <a:extLst>
              <a:ext uri="{FF2B5EF4-FFF2-40B4-BE49-F238E27FC236}">
                <ns2:creationId id="{47089BEF-D5D3-49D6-9857-DB62A6F8ECAF}"/>
              </a:ext>
            </a:extLst>
          </p:cNvPr>
          <p:cNvSpPr>
            <a:spLocks noGrp="1"/>
          </p:cNvSpPr>
          <p:nvPr/>
        </p:nvSpPr>
        <p:spPr>
          <a:xfrm>
            <a:off x="9424060" y="2390775"/>
            <a:ext cx="224691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55" name="text-865">
            <a:extLst>
              <a:ext uri="{FF2B5EF4-FFF2-40B4-BE49-F238E27FC236}">
                <ns2:creationId id="{223EE566-BB80-4EF6-B4A1-51E769850657}"/>
              </a:ext>
            </a:extLst>
          </p:cNvPr>
          <p:cNvSpPr>
            <a:spLocks noGrp="1"/>
          </p:cNvSpPr>
          <p:nvPr/>
        </p:nvSpPr>
        <p:spPr>
          <a:xfrm>
            <a:off x="9424060" y="24955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56" name="text-866">
            <a:extLst>
              <a:ext uri="{FF2B5EF4-FFF2-40B4-BE49-F238E27FC236}">
                <ns2:creationId id="{1D3B7DB3-E9E4-4BB1-B1C9-6BB85B28E795}"/>
              </a:ext>
            </a:extLst>
          </p:cNvPr>
          <p:cNvSpPr>
            <a:spLocks noGrp="1"/>
          </p:cNvSpPr>
          <p:nvPr/>
        </p:nvSpPr>
        <p:spPr>
          <a:xfrm>
            <a:off x="9424060" y="279082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重复调查与检测模型</a:t>
            </a:r>
            <a:endParaRPr/>
          </a:p>
        </p:txBody>
      </p:sp>
      <p:sp>
        <p:nvSpPr>
          <p:cNvPr id="57" name="panel-867">
            <a:extLst>
              <a:ext uri="{FF2B5EF4-FFF2-40B4-BE49-F238E27FC236}">
                <ns2:creationId id="{84DC462F-BE86-4589-9621-F06F971454E4}"/>
              </a:ext>
            </a:extLst>
          </p:cNvPr>
          <p:cNvSpPr>
            <a:spLocks noGrp="1"/>
          </p:cNvSpPr>
          <p:nvPr/>
        </p:nvSpPr>
        <p:spPr>
          <a:xfrm>
            <a:off x="304800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58" name="shape-868">
            <a:extLst>
              <a:ext uri="{FF2B5EF4-FFF2-40B4-BE49-F238E27FC236}">
                <ns2:creationId id="{9BC45A80-BBA5-48FF-86DB-FBB5DC3D92CC}"/>
              </a:ext>
            </a:extLst>
          </p:cNvPr>
          <p:cNvSpPr>
            <a:spLocks noGrp="1"/>
          </p:cNvSpPr>
          <p:nvPr/>
        </p:nvSpPr>
        <p:spPr>
          <a:xfrm>
            <a:off x="314201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59" name="vector-869">
            <a:extLst>
              <a:ext uri="{FF2B5EF4-FFF2-40B4-BE49-F238E27FC236}">
                <ns2:creationId id="{288C6935-20AE-4206-97D9-0EAC4B15686B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0" name="vector-870">
            <a:extLst>
              <a:ext uri="{FF2B5EF4-FFF2-40B4-BE49-F238E27FC236}">
                <ns2:creationId id="{BA2C426A-4620-4997-A71D-5FA9A6BFA7E6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1" name="vector-871">
            <a:extLst>
              <a:ext uri="{FF2B5EF4-FFF2-40B4-BE49-F238E27FC236}">
                <ns2:creationId id="{D073A4A2-909D-4F96-B987-565183FB7DA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2" name="vector-872">
            <a:extLst>
              <a:ext uri="{FF2B5EF4-FFF2-40B4-BE49-F238E27FC236}">
                <ns2:creationId id="{A958E7CB-0B6D-4CA1-AAFF-7B2387ACABA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3" name="vector-873">
            <a:extLst>
              <a:ext uri="{FF2B5EF4-FFF2-40B4-BE49-F238E27FC236}">
                <ns2:creationId id="{906BDB2D-C409-49CE-A7FE-A762972C1969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vector-874">
            <a:extLst>
              <a:ext uri="{FF2B5EF4-FFF2-40B4-BE49-F238E27FC236}">
                <ns2:creationId id="{A447156A-077A-4646-A6EB-DF7A04001F4D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875">
            <a:extLst>
              <a:ext uri="{FF2B5EF4-FFF2-40B4-BE49-F238E27FC236}">
                <ns2:creationId id="{3A069FB0-8C85-455A-BE43-9F5DB6C0405B}"/>
              </a:ext>
            </a:extLst>
          </p:cNvPr>
          <p:cNvSpPr>
            <a:spLocks noGrp="1"/>
          </p:cNvSpPr>
          <p:nvPr/>
        </p:nvSpPr>
        <p:spPr>
          <a:xfrm>
            <a:off x="417616" y="3581400"/>
            <a:ext cx="253835" cy="257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icon-network-876">
            <a:extLst>
              <a:ext uri="{FF2B5EF4-FFF2-40B4-BE49-F238E27FC236}">
                <ns2:creationId id="{DDE8B522-F563-4C56-880F-57C09D916E48}"/>
              </a:ext>
            </a:extLst>
          </p:cNvPr>
          <p:cNvSpPr>
            <a:spLocks noGrp="1"/>
          </p:cNvSpPr>
          <p:nvPr/>
        </p:nvSpPr>
        <p:spPr>
          <a:xfrm>
            <a:off x="432846" y="3658553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icon-network-877">
            <a:extLst>
              <a:ext uri="{FF2B5EF4-FFF2-40B4-BE49-F238E27FC236}">
                <ns2:creationId id="{3175FDCB-067D-4E36-8611-1533D9BBB932}"/>
              </a:ext>
            </a:extLst>
          </p:cNvPr>
          <p:cNvSpPr>
            <a:spLocks noGrp="1"/>
          </p:cNvSpPr>
          <p:nvPr/>
        </p:nvSpPr>
        <p:spPr>
          <a:xfrm>
            <a:off x="514073" y="3594259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8" name="icon-network-878">
            <a:extLst>
              <a:ext uri="{FF2B5EF4-FFF2-40B4-BE49-F238E27FC236}">
                <ns2:creationId id="{024605D2-C321-4CB6-8BD4-3022230CE059}"/>
              </a:ext>
            </a:extLst>
          </p:cNvPr>
          <p:cNvSpPr>
            <a:spLocks noGrp="1"/>
          </p:cNvSpPr>
          <p:nvPr/>
        </p:nvSpPr>
        <p:spPr>
          <a:xfrm>
            <a:off x="613069" y="3640550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9" name="icon-network-879">
            <a:extLst>
              <a:ext uri="{FF2B5EF4-FFF2-40B4-BE49-F238E27FC236}">
                <ns2:creationId id="{AA0F662D-1375-40EC-9FFE-A774F5E43BC7}"/>
              </a:ext>
            </a:extLst>
          </p:cNvPr>
          <p:cNvSpPr>
            <a:spLocks noGrp="1"/>
          </p:cNvSpPr>
          <p:nvPr/>
        </p:nvSpPr>
        <p:spPr>
          <a:xfrm>
            <a:off x="574993" y="3776853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0" name="icon-network-880">
            <a:extLst>
              <a:ext uri="{FF2B5EF4-FFF2-40B4-BE49-F238E27FC236}">
                <ns2:creationId id="{78F43E62-5F4A-4F34-8798-5E696CC158FC}"/>
              </a:ext>
            </a:extLst>
          </p:cNvPr>
          <p:cNvSpPr>
            <a:spLocks noGrp="1"/>
          </p:cNvSpPr>
          <p:nvPr/>
        </p:nvSpPr>
        <p:spPr>
          <a:xfrm>
            <a:off x="460768" y="3774281"/>
            <a:ext cx="35537" cy="36005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71" name="text-881">
            <a:extLst>
              <a:ext uri="{FF2B5EF4-FFF2-40B4-BE49-F238E27FC236}">
                <ns2:creationId id="{402F6C0D-00B8-4CFF-8024-525895A0DDE3}"/>
              </a:ext>
            </a:extLst>
          </p:cNvPr>
          <p:cNvSpPr>
            <a:spLocks noGrp="1"/>
          </p:cNvSpPr>
          <p:nvPr/>
        </p:nvSpPr>
        <p:spPr>
          <a:xfrm>
            <a:off x="756062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机制识别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2" name="vector-882">
            <a:extLst>
              <a:ext uri="{FF2B5EF4-FFF2-40B4-BE49-F238E27FC236}">
                <ns2:creationId id="{75B04C26-D9DF-4034-B372-A664631F6AC9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3" name="vector-883">
            <a:extLst>
              <a:ext uri="{FF2B5EF4-FFF2-40B4-BE49-F238E27FC236}">
                <ns2:creationId id="{D0D465E4-509D-4B66-A9AE-6EFA16A42141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4" name="vector-884">
            <a:extLst>
              <a:ext uri="{FF2B5EF4-FFF2-40B4-BE49-F238E27FC236}">
                <ns2:creationId id="{D5A4C432-B506-4B20-906C-20DE9CE5D99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5" name="vector-885">
            <a:extLst>
              <a:ext uri="{FF2B5EF4-FFF2-40B4-BE49-F238E27FC236}">
                <ns2:creationId id="{8F7E792E-1859-4C42-9F5D-65E90FBD0969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6" name="vector-886">
            <a:extLst>
              <a:ext uri="{FF2B5EF4-FFF2-40B4-BE49-F238E27FC236}">
                <ns2:creationId id="{96436859-3B92-48DB-B2EF-652F65F6A558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7" name="vector-887">
            <a:extLst>
              <a:ext uri="{FF2B5EF4-FFF2-40B4-BE49-F238E27FC236}">
                <ns2:creationId id="{E0EA5027-9E04-4AEF-9968-864DABA2BF7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8" name="vector-888">
            <a:extLst>
              <a:ext uri="{FF2B5EF4-FFF2-40B4-BE49-F238E27FC236}">
                <ns2:creationId id="{2900469B-F8EE-4DF8-9370-F371774C91B3}"/>
              </a:ext>
            </a:extLst>
          </p:cNvPr>
          <p:cNvSpPr>
            <a:spLocks noGrp="1"/>
          </p:cNvSpPr>
          <p:nvPr/>
        </p:nvSpPr>
        <p:spPr>
          <a:xfrm>
            <a:off x="474023" y="4343400"/>
            <a:ext cx="940130" cy="95250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9" name="icon-network-889">
            <a:extLst>
              <a:ext uri="{FF2B5EF4-FFF2-40B4-BE49-F238E27FC236}">
                <ns2:creationId id="{1FCD7DFC-C60B-42E2-B9F4-A267B8C61A4F}"/>
              </a:ext>
            </a:extLst>
          </p:cNvPr>
          <p:cNvSpPr>
            <a:spLocks noGrp="1"/>
          </p:cNvSpPr>
          <p:nvPr/>
        </p:nvSpPr>
        <p:spPr>
          <a:xfrm>
            <a:off x="530431" y="4629150"/>
            <a:ext cx="131618" cy="13335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0" name="icon-network-890">
            <a:extLst>
              <a:ext uri="{FF2B5EF4-FFF2-40B4-BE49-F238E27FC236}">
                <ns2:creationId id="{ADA1329D-7973-4775-BD3B-93E0D0441332}"/>
              </a:ext>
            </a:extLst>
          </p:cNvPr>
          <p:cNvSpPr>
            <a:spLocks noGrp="1"/>
          </p:cNvSpPr>
          <p:nvPr/>
        </p:nvSpPr>
        <p:spPr>
          <a:xfrm>
            <a:off x="831273" y="4391025"/>
            <a:ext cx="131618" cy="13335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1" name="icon-network-891">
            <a:extLst>
              <a:ext uri="{FF2B5EF4-FFF2-40B4-BE49-F238E27FC236}">
                <ns2:creationId id="{BDE5D1DF-6F90-4ADE-880D-7027D8A81B5B}"/>
              </a:ext>
            </a:extLst>
          </p:cNvPr>
          <p:cNvSpPr>
            <a:spLocks noGrp="1"/>
          </p:cNvSpPr>
          <p:nvPr/>
        </p:nvSpPr>
        <p:spPr>
          <a:xfrm>
            <a:off x="1197923" y="4562475"/>
            <a:ext cx="131618" cy="13335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2" name="icon-network-892">
            <a:extLst>
              <a:ext uri="{FF2B5EF4-FFF2-40B4-BE49-F238E27FC236}">
                <ns2:creationId id="{AAD1AB06-16C7-4336-B9F9-EF4CA93EFEE0}"/>
              </a:ext>
            </a:extLst>
          </p:cNvPr>
          <p:cNvSpPr>
            <a:spLocks noGrp="1"/>
          </p:cNvSpPr>
          <p:nvPr/>
        </p:nvSpPr>
        <p:spPr>
          <a:xfrm>
            <a:off x="1056904" y="5067300"/>
            <a:ext cx="131618" cy="13335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3" name="icon-network-893">
            <a:extLst>
              <a:ext uri="{FF2B5EF4-FFF2-40B4-BE49-F238E27FC236}">
                <ns2:creationId id="{BA4D73E9-9C4D-47C9-BD73-9A833CFBDE6C}"/>
              </a:ext>
            </a:extLst>
          </p:cNvPr>
          <p:cNvSpPr>
            <a:spLocks noGrp="1"/>
          </p:cNvSpPr>
          <p:nvPr/>
        </p:nvSpPr>
        <p:spPr>
          <a:xfrm>
            <a:off x="633845" y="5057775"/>
            <a:ext cx="131618" cy="13335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4" name="text-894">
            <a:extLst>
              <a:ext uri="{FF2B5EF4-FFF2-40B4-BE49-F238E27FC236}">
                <ns2:creationId id="{761E1876-2B1A-46D6-8715-E07E33F71D54}"/>
              </a:ext>
            </a:extLst>
          </p:cNvPr>
          <p:cNvSpPr>
            <a:spLocks noGrp="1"/>
          </p:cNvSpPr>
          <p:nvPr/>
        </p:nvSpPr>
        <p:spPr>
          <a:xfrm>
            <a:off x="1583377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85" name="text-895">
            <a:extLst>
              <a:ext uri="{FF2B5EF4-FFF2-40B4-BE49-F238E27FC236}">
                <ns2:creationId id="{DA1F54A6-A4DE-4F05-BBC4-81A2A257AF04}"/>
              </a:ext>
            </a:extLst>
          </p:cNvPr>
          <p:cNvSpPr>
            <a:spLocks noGrp="1"/>
          </p:cNvSpPr>
          <p:nvPr/>
        </p:nvSpPr>
        <p:spPr>
          <a:xfrm>
            <a:off x="1583377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相关关系难以区分解释</a:t>
            </a:r>
            <a:endParaRPr/>
          </a:p>
        </p:txBody>
      </p:sp>
      <p:sp>
        <p:nvSpPr>
          <p:cNvPr id="86" name="line-896">
            <a:extLst>
              <a:ext uri="{FF2B5EF4-FFF2-40B4-BE49-F238E27FC236}">
                <ns2:creationId id="{B2C8AABA-F857-4DDE-B2F7-D4231F023BA3}"/>
              </a:ext>
            </a:extLst>
          </p:cNvPr>
          <p:cNvSpPr>
            <a:spLocks noGrp="1"/>
          </p:cNvSpPr>
          <p:nvPr/>
        </p:nvSpPr>
        <p:spPr>
          <a:xfrm>
            <a:off x="1583377" y="5000625"/>
            <a:ext cx="224691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87" name="text-897">
            <a:extLst>
              <a:ext uri="{FF2B5EF4-FFF2-40B4-BE49-F238E27FC236}">
                <ns2:creationId id="{823D2A94-1B77-4030-AA19-F20B2476126C}"/>
              </a:ext>
            </a:extLst>
          </p:cNvPr>
          <p:cNvSpPr>
            <a:spLocks noGrp="1"/>
          </p:cNvSpPr>
          <p:nvPr/>
        </p:nvSpPr>
        <p:spPr>
          <a:xfrm>
            <a:off x="1583377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88" name="text-898">
            <a:extLst>
              <a:ext uri="{FF2B5EF4-FFF2-40B4-BE49-F238E27FC236}">
                <ns2:creationId id="{31A67130-76BB-419F-8DCB-63E14AD5228E}"/>
              </a:ext>
            </a:extLst>
          </p:cNvPr>
          <p:cNvSpPr>
            <a:spLocks noGrp="1"/>
          </p:cNvSpPr>
          <p:nvPr/>
        </p:nvSpPr>
        <p:spPr>
          <a:xfrm>
            <a:off x="1583377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完善对照与干预</a:t>
            </a:r>
            <a:endParaRPr/>
          </a:p>
        </p:txBody>
      </p:sp>
      <p:sp>
        <p:nvSpPr>
          <p:cNvPr id="89" name="panel-899">
            <a:extLst>
              <a:ext uri="{FF2B5EF4-FFF2-40B4-BE49-F238E27FC236}">
                <ns2:creationId id="{51527BE0-625E-4AFA-BECE-9E87A194CB91}"/>
              </a:ext>
            </a:extLst>
          </p:cNvPr>
          <p:cNvSpPr>
            <a:spLocks noGrp="1"/>
          </p:cNvSpPr>
          <p:nvPr/>
        </p:nvSpPr>
        <p:spPr>
          <a:xfrm>
            <a:off x="4225142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90" name="shape-900">
            <a:extLst>
              <a:ext uri="{FF2B5EF4-FFF2-40B4-BE49-F238E27FC236}">
                <ns2:creationId id="{1D410AF0-0F7C-461C-B523-F4B7E3CB11E6}"/>
              </a:ext>
            </a:extLst>
          </p:cNvPr>
          <p:cNvSpPr>
            <a:spLocks noGrp="1"/>
          </p:cNvSpPr>
          <p:nvPr/>
        </p:nvSpPr>
        <p:spPr>
          <a:xfrm>
            <a:off x="4234543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91" name="vector-901">
            <a:extLst>
              <a:ext uri="{FF2B5EF4-FFF2-40B4-BE49-F238E27FC236}">
                <ns2:creationId id="{FEB66B01-D24D-4209-8FAA-590621179702}"/>
              </a:ext>
            </a:extLst>
          </p:cNvPr>
          <p:cNvSpPr>
            <a:spLocks noGrp="1"/>
          </p:cNvSpPr>
          <p:nvPr/>
        </p:nvSpPr>
        <p:spPr>
          <a:xfrm>
            <a:off x="4337957" y="3581400"/>
            <a:ext cx="253835" cy="257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2" name="vector-902">
            <a:extLst>
              <a:ext uri="{FF2B5EF4-FFF2-40B4-BE49-F238E27FC236}">
                <ns2:creationId id="{F34AE9BA-A2F4-4541-8994-F373EF37F4DD}"/>
              </a:ext>
            </a:extLst>
          </p:cNvPr>
          <p:cNvSpPr>
            <a:spLocks noGrp="1"/>
          </p:cNvSpPr>
          <p:nvPr/>
        </p:nvSpPr>
        <p:spPr>
          <a:xfrm>
            <a:off x="4337957" y="3581400"/>
            <a:ext cx="253835" cy="257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93" name="icon-chart-903">
            <a:extLst>
              <a:ext uri="{FF2B5EF4-FFF2-40B4-BE49-F238E27FC236}">
                <ns2:creationId id="{3EDB9760-079B-46C4-9025-DB7AC2576258}"/>
              </a:ext>
            </a:extLst>
          </p:cNvPr>
          <p:cNvSpPr>
            <a:spLocks noGrp="1"/>
          </p:cNvSpPr>
          <p:nvPr/>
        </p:nvSpPr>
        <p:spPr>
          <a:xfrm>
            <a:off x="4401416" y="3720275"/>
            <a:ext cx="32999" cy="84868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94" name="icon-chart-904">
            <a:extLst>
              <a:ext uri="{FF2B5EF4-FFF2-40B4-BE49-F238E27FC236}">
                <ns2:creationId id="{27A7FBDA-48DC-4642-8911-D551B778D590}"/>
              </a:ext>
            </a:extLst>
          </p:cNvPr>
          <p:cNvSpPr>
            <a:spLocks noGrp="1"/>
          </p:cNvSpPr>
          <p:nvPr/>
        </p:nvSpPr>
        <p:spPr>
          <a:xfrm>
            <a:off x="4457259" y="3673983"/>
            <a:ext cx="32999" cy="131159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95" name="icon-chart-905">
            <a:extLst>
              <a:ext uri="{FF2B5EF4-FFF2-40B4-BE49-F238E27FC236}">
                <ns2:creationId id="{1E8C57C7-CE08-4D7B-837F-C8CA7E7CA8E0}"/>
              </a:ext>
            </a:extLst>
          </p:cNvPr>
          <p:cNvSpPr>
            <a:spLocks noGrp="1"/>
          </p:cNvSpPr>
          <p:nvPr/>
        </p:nvSpPr>
        <p:spPr>
          <a:xfrm>
            <a:off x="4513104" y="3622548"/>
            <a:ext cx="32999" cy="182594"/>
          </a:xfrm>
          <a:prstGeom prst="rect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96" name="text-906">
            <a:extLst>
              <a:ext uri="{FF2B5EF4-FFF2-40B4-BE49-F238E27FC236}">
                <ns2:creationId id="{317D44D0-906B-4470-8924-780B483ECB79}"/>
              </a:ext>
            </a:extLst>
          </p:cNvPr>
          <p:cNvSpPr>
            <a:spLocks noGrp="1"/>
          </p:cNvSpPr>
          <p:nvPr/>
        </p:nvSpPr>
        <p:spPr>
          <a:xfrm>
            <a:off x="4676404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模型稳健性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97" name="vector-907">
            <a:extLst>
              <a:ext uri="{FF2B5EF4-FFF2-40B4-BE49-F238E27FC236}">
                <ns2:creationId id="{05F8BC68-A27C-4438-81B4-5572A64BDBFA}"/>
              </a:ext>
            </a:extLst>
          </p:cNvPr>
          <p:cNvSpPr>
            <a:spLocks noGrp="1"/>
          </p:cNvSpPr>
          <p:nvPr/>
        </p:nvSpPr>
        <p:spPr>
          <a:xfrm>
            <a:off x="4394365" y="4343400"/>
            <a:ext cx="940130" cy="9525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98" name="vector-908">
            <a:extLst>
              <a:ext uri="{FF2B5EF4-FFF2-40B4-BE49-F238E27FC236}">
                <ns2:creationId id="{30017A32-C19E-42D3-8E96-AF6713FDC448}"/>
              </a:ext>
            </a:extLst>
          </p:cNvPr>
          <p:cNvSpPr>
            <a:spLocks noGrp="1"/>
          </p:cNvSpPr>
          <p:nvPr/>
        </p:nvSpPr>
        <p:spPr>
          <a:xfrm>
            <a:off x="4394365" y="4343400"/>
            <a:ext cx="940130" cy="9525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99" name="icon-chart-909">
            <a:extLst>
              <a:ext uri="{FF2B5EF4-FFF2-40B4-BE49-F238E27FC236}">
                <ns2:creationId id="{572AC1AA-11D5-43E9-A787-A0E99582B677}"/>
              </a:ext>
            </a:extLst>
          </p:cNvPr>
          <p:cNvSpPr>
            <a:spLocks noGrp="1"/>
          </p:cNvSpPr>
          <p:nvPr/>
        </p:nvSpPr>
        <p:spPr>
          <a:xfrm>
            <a:off x="4629397" y="4857750"/>
            <a:ext cx="122217" cy="314325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00" name="icon-chart-910">
            <a:extLst>
              <a:ext uri="{FF2B5EF4-FFF2-40B4-BE49-F238E27FC236}">
                <ns2:creationId id="{D01C0150-4320-416F-BB69-C54B2A72C365}"/>
              </a:ext>
            </a:extLst>
          </p:cNvPr>
          <p:cNvSpPr>
            <a:spLocks noGrp="1"/>
          </p:cNvSpPr>
          <p:nvPr/>
        </p:nvSpPr>
        <p:spPr>
          <a:xfrm>
            <a:off x="4836226" y="4686300"/>
            <a:ext cx="122217" cy="485775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01" name="icon-chart-911">
            <a:extLst>
              <a:ext uri="{FF2B5EF4-FFF2-40B4-BE49-F238E27FC236}">
                <ns2:creationId id="{AC8A9254-6A24-411E-B014-38D90133FB6E}"/>
              </a:ext>
            </a:extLst>
          </p:cNvPr>
          <p:cNvSpPr>
            <a:spLocks noGrp="1"/>
          </p:cNvSpPr>
          <p:nvPr/>
        </p:nvSpPr>
        <p:spPr>
          <a:xfrm>
            <a:off x="5043055" y="4495800"/>
            <a:ext cx="122217" cy="676275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02" name="text-912">
            <a:extLst>
              <a:ext uri="{FF2B5EF4-FFF2-40B4-BE49-F238E27FC236}">
                <ns2:creationId id="{4500D67F-C238-40B1-8CF2-20C667854D19}"/>
              </a:ext>
            </a:extLst>
          </p:cNvPr>
          <p:cNvSpPr>
            <a:spLocks noGrp="1"/>
          </p:cNvSpPr>
          <p:nvPr/>
        </p:nvSpPr>
        <p:spPr>
          <a:xfrm>
            <a:off x="5503718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03" name="text-913">
            <a:extLst>
              <a:ext uri="{FF2B5EF4-FFF2-40B4-BE49-F238E27FC236}">
                <ns2:creationId id="{7CCF5B2E-7E44-4310-8C4C-CDB4B0242C8E}"/>
              </a:ext>
            </a:extLst>
          </p:cNvPr>
          <p:cNvSpPr>
            <a:spLocks noGrp="1"/>
          </p:cNvSpPr>
          <p:nvPr/>
        </p:nvSpPr>
        <p:spPr>
          <a:xfrm>
            <a:off x="5503718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结果可能依赖模型设定</a:t>
            </a:r>
            <a:endParaRPr/>
          </a:p>
        </p:txBody>
      </p:sp>
      <p:sp>
        <p:nvSpPr>
          <p:cNvPr id="104" name="line-914">
            <a:extLst>
              <a:ext uri="{FF2B5EF4-FFF2-40B4-BE49-F238E27FC236}">
                <ns2:creationId id="{4AA07BC6-1775-4B3F-AA5C-9781887185C5}"/>
              </a:ext>
            </a:extLst>
          </p:cNvPr>
          <p:cNvSpPr>
            <a:spLocks noGrp="1"/>
          </p:cNvSpPr>
          <p:nvPr/>
        </p:nvSpPr>
        <p:spPr>
          <a:xfrm>
            <a:off x="5503718" y="5000625"/>
            <a:ext cx="224691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105" name="text-915">
            <a:extLst>
              <a:ext uri="{FF2B5EF4-FFF2-40B4-BE49-F238E27FC236}">
                <ns2:creationId id="{37BC30D9-705D-4346-ABF3-41E90C0CD76D}"/>
              </a:ext>
            </a:extLst>
          </p:cNvPr>
          <p:cNvSpPr>
            <a:spLocks noGrp="1"/>
          </p:cNvSpPr>
          <p:nvPr/>
        </p:nvSpPr>
        <p:spPr>
          <a:xfrm>
            <a:off x="5503718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06" name="text-916">
            <a:extLst>
              <a:ext uri="{FF2B5EF4-FFF2-40B4-BE49-F238E27FC236}">
                <ns2:creationId id="{4B00BAA6-DD14-4931-B605-CA2BE0E2ECF3}"/>
              </a:ext>
            </a:extLst>
          </p:cNvPr>
          <p:cNvSpPr>
            <a:spLocks noGrp="1"/>
          </p:cNvSpPr>
          <p:nvPr/>
        </p:nvSpPr>
        <p:spPr>
          <a:xfrm>
            <a:off x="5503718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比较替代模型</a:t>
            </a:r>
            <a:endParaRPr/>
          </a:p>
        </p:txBody>
      </p:sp>
      <p:sp>
        <p:nvSpPr>
          <p:cNvPr id="107" name="panel-917">
            <a:extLst>
              <a:ext uri="{FF2B5EF4-FFF2-40B4-BE49-F238E27FC236}">
                <ns2:creationId id="{F686F0AD-D5AF-4533-9A0C-FAD5BD1DAD1C}"/>
              </a:ext>
            </a:extLst>
          </p:cNvPr>
          <p:cNvSpPr>
            <a:spLocks noGrp="1"/>
          </p:cNvSpPr>
          <p:nvPr/>
        </p:nvSpPr>
        <p:spPr>
          <a:xfrm>
            <a:off x="8145483" y="3505200"/>
            <a:ext cx="3751118" cy="2447925"/>
          </a:xfrm>
          <a:prstGeom prst="rect">
            <a:avLst>
              <a:gd name="adj" fmla="val 3113"/>
            </a:avLst>
          </a:prstGeom>
          <a:solidFill>
            <a:srgbClr val="FFFFFF"/>
          </a:solidFill>
          <a:ln w="11430" cap="rnd">
            <a:solidFill>
              <a:srgbClr val="1359A0"/>
            </a:solidFill>
            <a:prstDash val="solid"/>
          </a:ln>
        </p:spPr>
      </p:sp>
      <p:sp>
        <p:nvSpPr>
          <p:cNvPr id="108" name="shape-918">
            <a:extLst>
              <a:ext uri="{FF2B5EF4-FFF2-40B4-BE49-F238E27FC236}">
                <ns2:creationId id="{72702B08-C2E8-4DE8-8648-EF5FDC5E58B4}"/>
              </a:ext>
            </a:extLst>
          </p:cNvPr>
          <p:cNvSpPr>
            <a:spLocks noGrp="1"/>
          </p:cNvSpPr>
          <p:nvPr/>
        </p:nvSpPr>
        <p:spPr>
          <a:xfrm>
            <a:off x="8154884" y="3514725"/>
            <a:ext cx="3732316" cy="400050"/>
          </a:xfrm>
          <a:prstGeom prst="rect">
            <a:avLst>
              <a:gd name="adj" fmla="val 19048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09" name="icon-compass-919">
            <a:extLst>
              <a:ext uri="{FF2B5EF4-FFF2-40B4-BE49-F238E27FC236}">
                <ns2:creationId id="{7229B405-FFE4-405B-9CE6-7843E61AFDCF}"/>
              </a:ext>
            </a:extLst>
          </p:cNvPr>
          <p:cNvSpPr>
            <a:spLocks noGrp="1"/>
          </p:cNvSpPr>
          <p:nvPr/>
        </p:nvSpPr>
        <p:spPr>
          <a:xfrm>
            <a:off x="8273529" y="3596831"/>
            <a:ext cx="223375" cy="22631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0" name="vector-920">
            <a:extLst>
              <a:ext uri="{FF2B5EF4-FFF2-40B4-BE49-F238E27FC236}">
                <ns2:creationId id="{82C24DB9-CA4A-4CF4-AC61-81A3F544C90A}"/>
              </a:ext>
            </a:extLst>
          </p:cNvPr>
          <p:cNvSpPr>
            <a:spLocks noGrp="1"/>
          </p:cNvSpPr>
          <p:nvPr/>
        </p:nvSpPr>
        <p:spPr>
          <a:xfrm>
            <a:off x="8258299" y="3581400"/>
            <a:ext cx="253835" cy="257175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11" name="vector-921">
            <a:extLst>
              <a:ext uri="{FF2B5EF4-FFF2-40B4-BE49-F238E27FC236}">
                <ns2:creationId id="{BD1954BF-E09C-49E7-991A-21C1CAB6B5D8}"/>
              </a:ext>
            </a:extLst>
          </p:cNvPr>
          <p:cNvSpPr>
            <a:spLocks noGrp="1"/>
          </p:cNvSpPr>
          <p:nvPr/>
        </p:nvSpPr>
        <p:spPr>
          <a:xfrm>
            <a:off x="8258299" y="3581400"/>
            <a:ext cx="253835" cy="257175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12" name="text-922">
            <a:extLst>
              <a:ext uri="{FF2B5EF4-FFF2-40B4-BE49-F238E27FC236}">
                <ns2:creationId id="{C0D0D8BC-7CC3-405A-BD64-FB30A4EA2468}"/>
              </a:ext>
            </a:extLst>
          </p:cNvPr>
          <p:cNvSpPr>
            <a:spLocks noGrp="1"/>
          </p:cNvSpPr>
          <p:nvPr/>
        </p:nvSpPr>
        <p:spPr>
          <a:xfrm>
            <a:off x="8596745" y="3571875"/>
            <a:ext cx="318704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外推边界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13" name="icon-compass-923">
            <a:extLst>
              <a:ext uri="{FF2B5EF4-FFF2-40B4-BE49-F238E27FC236}">
                <ns2:creationId id="{AAC18344-19FA-43FA-88C4-420BB0366736}"/>
              </a:ext>
            </a:extLst>
          </p:cNvPr>
          <p:cNvSpPr>
            <a:spLocks noGrp="1"/>
          </p:cNvSpPr>
          <p:nvPr/>
        </p:nvSpPr>
        <p:spPr>
          <a:xfrm>
            <a:off x="8371114" y="4400550"/>
            <a:ext cx="827314" cy="838200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14" name="vector-924">
            <a:extLst>
              <a:ext uri="{FF2B5EF4-FFF2-40B4-BE49-F238E27FC236}">
                <ns2:creationId id="{22DEAC6A-22C7-4806-8EFB-67FE770D9F91}"/>
              </a:ext>
            </a:extLst>
          </p:cNvPr>
          <p:cNvSpPr>
            <a:spLocks noGrp="1"/>
          </p:cNvSpPr>
          <p:nvPr/>
        </p:nvSpPr>
        <p:spPr>
          <a:xfrm>
            <a:off x="8314706" y="4343400"/>
            <a:ext cx="940130" cy="95250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5" name="vector-925">
            <a:extLst>
              <a:ext uri="{FF2B5EF4-FFF2-40B4-BE49-F238E27FC236}">
                <ns2:creationId id="{5439BED5-EEB8-407D-A256-CDBFFEFA2951}"/>
              </a:ext>
            </a:extLst>
          </p:cNvPr>
          <p:cNvSpPr>
            <a:spLocks noGrp="1"/>
          </p:cNvSpPr>
          <p:nvPr/>
        </p:nvSpPr>
        <p:spPr>
          <a:xfrm>
            <a:off x="8314706" y="4343400"/>
            <a:ext cx="940130" cy="95250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16" name="text-926">
            <a:extLst>
              <a:ext uri="{FF2B5EF4-FFF2-40B4-BE49-F238E27FC236}">
                <ns2:creationId id="{00316DE5-6D9E-401A-9F72-5085BC8A8633}"/>
              </a:ext>
            </a:extLst>
          </p:cNvPr>
          <p:cNvSpPr>
            <a:spLocks noGrp="1"/>
          </p:cNvSpPr>
          <p:nvPr/>
        </p:nvSpPr>
        <p:spPr>
          <a:xfrm>
            <a:off x="9424060" y="409575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问题</a:t>
            </a:r>
          </a:p>
        </p:txBody>
      </p:sp>
      <p:sp>
        <p:nvSpPr>
          <p:cNvPr id="117" name="text-927">
            <a:extLst>
              <a:ext uri="{FF2B5EF4-FFF2-40B4-BE49-F238E27FC236}">
                <ns2:creationId id="{19BDF6EC-D81A-47A1-B268-AF019CCC8FB9}"/>
              </a:ext>
            </a:extLst>
          </p:cNvPr>
          <p:cNvSpPr>
            <a:spLocks noGrp="1"/>
          </p:cNvSpPr>
          <p:nvPr/>
        </p:nvSpPr>
        <p:spPr>
          <a:xfrm>
            <a:off x="9424060" y="4391025"/>
            <a:ext cx="2293917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情景条件可能改变</a:t>
            </a:r>
            <a:endParaRPr/>
          </a:p>
        </p:txBody>
      </p:sp>
      <p:sp>
        <p:nvSpPr>
          <p:cNvPr id="118" name="line-928">
            <a:extLst>
              <a:ext uri="{FF2B5EF4-FFF2-40B4-BE49-F238E27FC236}">
                <ns2:creationId id="{F7F65DE1-557F-4365-BAE7-A4971B1D844A}"/>
              </a:ext>
            </a:extLst>
          </p:cNvPr>
          <p:cNvSpPr>
            <a:spLocks noGrp="1"/>
          </p:cNvSpPr>
          <p:nvPr/>
        </p:nvSpPr>
        <p:spPr>
          <a:xfrm>
            <a:off x="9424060" y="5000625"/>
            <a:ext cx="224691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119" name="text-929">
            <a:extLst>
              <a:ext uri="{FF2B5EF4-FFF2-40B4-BE49-F238E27FC236}">
                <ns2:creationId id="{6368B308-95EA-47E7-959F-9637854D3244}"/>
              </a:ext>
            </a:extLst>
          </p:cNvPr>
          <p:cNvSpPr>
            <a:spLocks noGrp="1"/>
          </p:cNvSpPr>
          <p:nvPr/>
        </p:nvSpPr>
        <p:spPr>
          <a:xfrm>
            <a:off x="9424060" y="5105400"/>
            <a:ext cx="2256312" cy="257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应对</a:t>
            </a:r>
          </a:p>
        </p:txBody>
      </p:sp>
      <p:sp>
        <p:nvSpPr>
          <p:cNvPr id="120" name="text-930">
            <a:extLst>
              <a:ext uri="{FF2B5EF4-FFF2-40B4-BE49-F238E27FC236}">
                <ns2:creationId id="{644D21A1-AEA6-4944-879A-00D34C139367}"/>
              </a:ext>
            </a:extLst>
          </p:cNvPr>
          <p:cNvSpPr>
            <a:spLocks noGrp="1"/>
          </p:cNvSpPr>
          <p:nvPr/>
        </p:nvSpPr>
        <p:spPr>
          <a:xfrm>
            <a:off x="9424060" y="5400675"/>
            <a:ext cx="2293917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明确适用范围</a:t>
            </a:r>
            <a:endParaRPr/>
          </a:p>
        </p:txBody>
      </p:sp>
      <p:sp>
        <p:nvSpPr>
          <p:cNvPr id="121" name="shape-931">
            <a:extLst>
              <a:ext uri="{FF2B5EF4-FFF2-40B4-BE49-F238E27FC236}">
                <ns2:creationId id="{C8213CC0-1B34-4D54-A182-5EAB81ABF212}"/>
              </a:ext>
            </a:extLst>
          </p:cNvPr>
          <p:cNvSpPr>
            <a:spLocks noGrp="1"/>
          </p:cNvSpPr>
          <p:nvPr/>
        </p:nvSpPr>
        <p:spPr>
          <a:xfrm>
            <a:off x="304800" y="6219825"/>
            <a:ext cx="11582400" cy="323850"/>
          </a:xfrm>
          <a:prstGeom prst="rect">
            <a:avLst>
              <a:gd name="adj" fmla="val 23529"/>
            </a:avLst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122" name="text-932">
            <a:extLst>
              <a:ext uri="{FF2B5EF4-FFF2-40B4-BE49-F238E27FC236}">
                <ns2:creationId id="{C9BF64A0-E60E-4543-AA4C-773F5ED47063}"/>
              </a:ext>
            </a:extLst>
          </p:cNvPr>
          <p:cNvSpPr>
            <a:spLocks noGrp="1"/>
          </p:cNvSpPr>
          <p:nvPr/>
        </p:nvSpPr>
        <p:spPr>
          <a:xfrm>
            <a:off x="436418" y="6257925"/>
            <a:ext cx="11319164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下一步工作围绕可识别的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证据缺口</a:t>
            </a:r>
            <a:r>
              <a:rPr sz="18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展开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23" name="text-933">
            <a:extLst>
              <a:ext uri="{FF2B5EF4-FFF2-40B4-BE49-F238E27FC236}">
                <ns2:creationId id="{D3D20350-7165-44E3-9DFD-FB9E0CDD0972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124" name="text-934">
            <a:extLst>
              <a:ext uri="{FF2B5EF4-FFF2-40B4-BE49-F238E27FC236}">
                <ns2:creationId id="{1B518F5D-5E79-413C-AE7C-CFB44DE15D2E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12</a:t>
            </a:r>
            <a:endParaRPr/>
          </a:p>
        </p:txBody>
      </p:sp>
    </p:spTree>
    <p:extLst>
      <p:ext uri="{BB962C8B-B14F-4D97-AF65-F5344CB8AC3E}">
        <ns3:creationId val="1684708780"/>
      </p:ext>
    </p:extLst>
  </p:cSld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91" name="text-935">
            <a:extLst>
              <a:ext uri="{FF2B5EF4-FFF2-40B4-BE49-F238E27FC236}">
                <ns2:creationId id="{3AF47E1C-A3E5-4F58-84B3-C54D42EF45B8}"/>
              </a:ext>
            </a:extLst>
          </p:cNvPr>
          <p:cNvSpPr>
            <a:spLocks noGrp="1"/>
          </p:cNvSpPr>
          <p:nvPr/>
        </p:nvSpPr>
        <p:spPr>
          <a:xfrm>
            <a:off x="304800" y="95250"/>
            <a:ext cx="115824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1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研究展望｜格局描述与机制检验</a:t>
            </a:r>
            <a:endParaRPr/>
          </a:p>
        </p:txBody>
      </p:sp>
      <p:sp>
        <p:nvSpPr>
          <p:cNvPr id="2" name="line-936">
            <a:extLst>
              <a:ext uri="{FF2B5EF4-FFF2-40B4-BE49-F238E27FC236}">
                <ns2:creationId id="{EA2E9FD2-DAE1-4096-AF3C-A9469BDDCECE}"/>
              </a:ext>
            </a:extLst>
          </p:cNvPr>
          <p:cNvSpPr>
            <a:spLocks noGrp="1"/>
          </p:cNvSpPr>
          <p:nvPr/>
        </p:nvSpPr>
        <p:spPr>
          <a:xfrm>
            <a:off x="304800" y="695325"/>
            <a:ext cx="11582400" cy="95"/>
          </a:xfrm>
          <a:prstGeom prst="line">
            <a:avLst/>
          </a:prstGeom>
          <a:noFill/>
          <a:ln w="16193">
            <a:solidFill>
              <a:srgbClr val="1359A0"/>
            </a:solidFill>
            <a:prstDash val="solid"/>
          </a:ln>
        </p:spPr>
      </p:sp>
      <p:sp>
        <p:nvSpPr>
          <p:cNvPr id="3" name="shape-937">
            <a:extLst>
              <a:ext uri="{FF2B5EF4-FFF2-40B4-BE49-F238E27FC236}">
                <ns2:creationId id="{07E1F067-AE02-49AA-AF62-77EA20BEE230}"/>
              </a:ext>
            </a:extLst>
          </p:cNvPr>
          <p:cNvSpPr>
            <a:spLocks noGrp="1"/>
          </p:cNvSpPr>
          <p:nvPr/>
        </p:nvSpPr>
        <p:spPr>
          <a:xfrm>
            <a:off x="304800" y="952500"/>
            <a:ext cx="1438399" cy="147637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4" name="icon-search-938">
            <a:extLst>
              <a:ext uri="{FF2B5EF4-FFF2-40B4-BE49-F238E27FC236}">
                <ns2:creationId id="{CC4D31F5-4DCE-4A5B-B0F3-135EAFC9AAC9}"/>
              </a:ext>
            </a:extLst>
          </p:cNvPr>
          <p:cNvSpPr>
            <a:spLocks noGrp="1"/>
          </p:cNvSpPr>
          <p:nvPr/>
        </p:nvSpPr>
        <p:spPr>
          <a:xfrm>
            <a:off x="783327" y="1122998"/>
            <a:ext cx="267185" cy="270701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" name="vector-939">
            <a:extLst>
              <a:ext uri="{FF2B5EF4-FFF2-40B4-BE49-F238E27FC236}">
                <ns2:creationId id="{0803A262-CF0E-40B2-A236-A04579E3FA48}"/>
              </a:ext>
            </a:extLst>
          </p:cNvPr>
          <p:cNvSpPr>
            <a:spLocks noGrp="1"/>
          </p:cNvSpPr>
          <p:nvPr/>
        </p:nvSpPr>
        <p:spPr>
          <a:xfrm>
            <a:off x="737260" y="1076325"/>
            <a:ext cx="460664" cy="466725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" name="text-940">
            <a:extLst>
              <a:ext uri="{FF2B5EF4-FFF2-40B4-BE49-F238E27FC236}">
                <ns2:creationId id="{64250BAB-4BD9-4AFC-8C11-63DC11D8BCDD}"/>
              </a:ext>
            </a:extLst>
          </p:cNvPr>
          <p:cNvSpPr>
            <a:spLocks noGrp="1"/>
          </p:cNvSpPr>
          <p:nvPr/>
        </p:nvSpPr>
        <p:spPr>
          <a:xfrm>
            <a:off x="427017" y="1619250"/>
            <a:ext cx="120336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观察层面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7" name="text-941">
            <a:extLst>
              <a:ext uri="{FF2B5EF4-FFF2-40B4-BE49-F238E27FC236}">
                <ns2:creationId id="{B67C43D4-3F01-4AA4-8B5A-875B608582BD}"/>
              </a:ext>
            </a:extLst>
          </p:cNvPr>
          <p:cNvSpPr>
            <a:spLocks noGrp="1"/>
          </p:cNvSpPr>
          <p:nvPr/>
        </p:nvSpPr>
        <p:spPr>
          <a:xfrm>
            <a:off x="351806" y="1971675"/>
            <a:ext cx="1344386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“是什么”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8" name="vector-942">
            <a:extLst>
              <a:ext uri="{FF2B5EF4-FFF2-40B4-BE49-F238E27FC236}">
                <ns2:creationId id="{6CE26792-D546-4758-80ED-5ABBCCB151C3}"/>
              </a:ext>
            </a:extLst>
          </p:cNvPr>
          <p:cNvSpPr>
            <a:spLocks noGrp="1"/>
          </p:cNvSpPr>
          <p:nvPr/>
        </p:nvSpPr>
        <p:spPr>
          <a:xfrm>
            <a:off x="1978231" y="1190625"/>
            <a:ext cx="676894" cy="685800"/>
          </a:xfrm>
          <a:custGeom>
            <a:pathLst>
              <a:path w="952500" h="952500">
                <a:moveTo>
                  <a:pt x="66675" y="190500"/>
                </a:moveTo>
                <a:lnTo>
                  <a:pt x="314325" y="95250"/>
                </a:lnTo>
                <a:lnTo>
                  <a:pt x="628650" y="190500"/>
                </a:lnTo>
                <a:lnTo>
                  <a:pt x="885825" y="95250"/>
                </a:lnTo>
                <a:lnTo>
                  <a:pt x="885825" y="762000"/>
                </a:lnTo>
                <a:lnTo>
                  <a:pt x="628650" y="857250"/>
                </a:lnTo>
                <a:lnTo>
                  <a:pt x="314325" y="762000"/>
                </a:lnTo>
                <a:lnTo>
                  <a:pt x="66675" y="8572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9" name="vector-943">
            <a:extLst>
              <a:ext uri="{FF2B5EF4-FFF2-40B4-BE49-F238E27FC236}">
                <ns2:creationId id="{2E2A0E8E-33E4-4AFA-8F52-EC3B09DC1397}"/>
              </a:ext>
            </a:extLst>
          </p:cNvPr>
          <p:cNvSpPr>
            <a:spLocks noGrp="1"/>
          </p:cNvSpPr>
          <p:nvPr/>
        </p:nvSpPr>
        <p:spPr>
          <a:xfrm>
            <a:off x="1978231" y="1190625"/>
            <a:ext cx="676894" cy="685800"/>
          </a:xfrm>
          <a:custGeom>
            <a:pathLst>
              <a:path w="952500" h="952500">
                <a:moveTo>
                  <a:pt x="314325" y="95250"/>
                </a:moveTo>
                <a:lnTo>
                  <a:pt x="314325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0" name="vector-944">
            <a:extLst>
              <a:ext uri="{FF2B5EF4-FFF2-40B4-BE49-F238E27FC236}">
                <ns2:creationId id="{E05650E2-0797-43E9-B0CD-C86796D637FB}"/>
              </a:ext>
            </a:extLst>
          </p:cNvPr>
          <p:cNvSpPr>
            <a:spLocks noGrp="1"/>
          </p:cNvSpPr>
          <p:nvPr/>
        </p:nvSpPr>
        <p:spPr>
          <a:xfrm>
            <a:off x="1978231" y="1190625"/>
            <a:ext cx="676894" cy="685800"/>
          </a:xfrm>
          <a:custGeom>
            <a:pathLst>
              <a:path w="952500" h="952500">
                <a:moveTo>
                  <a:pt x="628650" y="190500"/>
                </a:moveTo>
                <a:lnTo>
                  <a:pt x="628650" y="8572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11" name="icon-map-945">
            <a:extLst>
              <a:ext uri="{FF2B5EF4-FFF2-40B4-BE49-F238E27FC236}">
                <ns2:creationId id="{7B967702-2E53-4940-8781-6922ACE241CC}"/>
              </a:ext>
            </a:extLst>
          </p:cNvPr>
          <p:cNvSpPr>
            <a:spLocks noGrp="1"/>
          </p:cNvSpPr>
          <p:nvPr/>
        </p:nvSpPr>
        <p:spPr>
          <a:xfrm>
            <a:off x="2248989" y="1355217"/>
            <a:ext cx="148917" cy="15087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2" name="text-946">
            <a:extLst>
              <a:ext uri="{FF2B5EF4-FFF2-40B4-BE49-F238E27FC236}">
                <ns2:creationId id="{7537188A-1D96-43B8-A83F-10C2CBFFD9AC}"/>
              </a:ext>
            </a:extLst>
          </p:cNvPr>
          <p:cNvSpPr>
            <a:spLocks noGrp="1"/>
          </p:cNvSpPr>
          <p:nvPr/>
        </p:nvSpPr>
        <p:spPr>
          <a:xfrm>
            <a:off x="1893619" y="1981200"/>
            <a:ext cx="2049483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格局描述</a:t>
            </a:r>
            <a:endParaRPr/>
          </a:p>
        </p:txBody>
      </p:sp>
      <p:sp>
        <p:nvSpPr>
          <p:cNvPr id="13" name="arrow-947">
            <a:extLst>
              <a:ext uri="{FF2B5EF4-FFF2-40B4-BE49-F238E27FC236}">
                <ns2:creationId id="{C671E254-1C49-43EF-9FF3-82BF35BDACAE}"/>
              </a:ext>
            </a:extLst>
          </p:cNvPr>
          <p:cNvSpPr>
            <a:spLocks noGrp="1"/>
          </p:cNvSpPr>
          <p:nvPr/>
        </p:nvSpPr>
        <p:spPr>
          <a:xfrm>
            <a:off x="4149931" y="1181100"/>
            <a:ext cx="4004953" cy="962025"/>
          </a:xfrm>
          <a:prstGeom prst="rightArrow">
            <a:avLst/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14" name="text-948">
            <a:extLst>
              <a:ext uri="{FF2B5EF4-FFF2-40B4-BE49-F238E27FC236}">
                <ns2:creationId id="{09C5818E-F59B-4D5F-893C-69E65F388FB4}"/>
              </a:ext>
            </a:extLst>
          </p:cNvPr>
          <p:cNvSpPr>
            <a:spLocks noGrp="1"/>
          </p:cNvSpPr>
          <p:nvPr/>
        </p:nvSpPr>
        <p:spPr>
          <a:xfrm>
            <a:off x="4394365" y="1323975"/>
            <a:ext cx="3243448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增加梯度与重复观测</a:t>
            </a:r>
            <a:endParaRPr/>
          </a:p>
        </p:txBody>
      </p:sp>
      <p:sp>
        <p:nvSpPr>
          <p:cNvPr id="15" name="text-949">
            <a:extLst>
              <a:ext uri="{FF2B5EF4-FFF2-40B4-BE49-F238E27FC236}">
                <ns2:creationId id="{D4E65885-4BF8-4C9E-92DA-A4E7C68631A4}"/>
              </a:ext>
            </a:extLst>
          </p:cNvPr>
          <p:cNvSpPr>
            <a:spLocks noGrp="1"/>
          </p:cNvSpPr>
          <p:nvPr/>
        </p:nvSpPr>
        <p:spPr>
          <a:xfrm>
            <a:off x="4394365" y="1743075"/>
            <a:ext cx="3177639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扩展空间范围与观测时间</a:t>
            </a:r>
            <a:endParaRPr/>
          </a:p>
        </p:txBody>
      </p:sp>
      <p:sp>
        <p:nvSpPr>
          <p:cNvPr id="16" name="vector-950">
            <a:extLst>
              <a:ext uri="{FF2B5EF4-FFF2-40B4-BE49-F238E27FC236}">
                <ns2:creationId id="{254DBD64-B723-4E27-8933-275FB70D6A3C}"/>
              </a:ext>
            </a:extLst>
          </p:cNvPr>
          <p:cNvSpPr>
            <a:spLocks noGrp="1"/>
          </p:cNvSpPr>
          <p:nvPr/>
        </p:nvSpPr>
        <p:spPr>
          <a:xfrm>
            <a:off x="8982199" y="1104900"/>
            <a:ext cx="733301" cy="74295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7" name="vector-951">
            <a:extLst>
              <a:ext uri="{FF2B5EF4-FFF2-40B4-BE49-F238E27FC236}">
                <ns2:creationId id="{D2DCBE5A-9448-4E59-977A-6F49C9FC4637}"/>
              </a:ext>
            </a:extLst>
          </p:cNvPr>
          <p:cNvSpPr>
            <a:spLocks noGrp="1"/>
          </p:cNvSpPr>
          <p:nvPr/>
        </p:nvSpPr>
        <p:spPr>
          <a:xfrm>
            <a:off x="8982199" y="1104900"/>
            <a:ext cx="733301" cy="74295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8" name="icon-chart-952">
            <a:extLst>
              <a:ext uri="{FF2B5EF4-FFF2-40B4-BE49-F238E27FC236}">
                <ns2:creationId id="{A0724D74-407E-4148-A643-6CE8E44223CF}"/>
              </a:ext>
            </a:extLst>
          </p:cNvPr>
          <p:cNvSpPr>
            <a:spLocks noGrp="1"/>
          </p:cNvSpPr>
          <p:nvPr/>
        </p:nvSpPr>
        <p:spPr>
          <a:xfrm>
            <a:off x="9165525" y="1506093"/>
            <a:ext cx="95330" cy="245173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9" name="icon-chart-953">
            <a:extLst>
              <a:ext uri="{FF2B5EF4-FFF2-40B4-BE49-F238E27FC236}">
                <ns2:creationId id="{FEF4284F-1601-43CF-9BE8-42D45A540AD2}"/>
              </a:ext>
            </a:extLst>
          </p:cNvPr>
          <p:cNvSpPr>
            <a:spLocks noGrp="1"/>
          </p:cNvSpPr>
          <p:nvPr/>
        </p:nvSpPr>
        <p:spPr>
          <a:xfrm>
            <a:off x="9326851" y="1372362"/>
            <a:ext cx="95330" cy="378905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0" name="icon-chart-954">
            <a:extLst>
              <a:ext uri="{FF2B5EF4-FFF2-40B4-BE49-F238E27FC236}">
                <ns2:creationId id="{EAA8A69C-666B-46AB-A374-B51305504CFB}"/>
              </a:ext>
            </a:extLst>
          </p:cNvPr>
          <p:cNvSpPr>
            <a:spLocks noGrp="1"/>
          </p:cNvSpPr>
          <p:nvPr/>
        </p:nvSpPr>
        <p:spPr>
          <a:xfrm>
            <a:off x="9488177" y="1223772"/>
            <a:ext cx="95330" cy="527495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1" name="text-955">
            <a:extLst>
              <a:ext uri="{FF2B5EF4-FFF2-40B4-BE49-F238E27FC236}">
                <ns2:creationId id="{F46D1F4F-BCF8-4712-AF2E-D0047E45F061}"/>
              </a:ext>
            </a:extLst>
          </p:cNvPr>
          <p:cNvSpPr>
            <a:spLocks noGrp="1"/>
          </p:cNvSpPr>
          <p:nvPr/>
        </p:nvSpPr>
        <p:spPr>
          <a:xfrm>
            <a:off x="8474529" y="1962150"/>
            <a:ext cx="319644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过程变化</a:t>
            </a:r>
            <a:endParaRPr/>
          </a:p>
        </p:txBody>
      </p:sp>
      <p:sp>
        <p:nvSpPr>
          <p:cNvPr id="22" name="line-956">
            <a:extLst>
              <a:ext uri="{FF2B5EF4-FFF2-40B4-BE49-F238E27FC236}">
                <ns2:creationId id="{1DC55161-BEDE-4EB9-887B-2C8574E92BB7}"/>
              </a:ext>
            </a:extLst>
          </p:cNvPr>
          <p:cNvSpPr>
            <a:spLocks noGrp="1"/>
          </p:cNvSpPr>
          <p:nvPr/>
        </p:nvSpPr>
        <p:spPr>
          <a:xfrm>
            <a:off x="304800" y="2476500"/>
            <a:ext cx="1158240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23" name="shape-957">
            <a:extLst>
              <a:ext uri="{FF2B5EF4-FFF2-40B4-BE49-F238E27FC236}">
                <ns2:creationId id="{334D07F8-6DCF-4CD1-8673-64E35F753C2C}"/>
              </a:ext>
            </a:extLst>
          </p:cNvPr>
          <p:cNvSpPr>
            <a:spLocks noGrp="1"/>
          </p:cNvSpPr>
          <p:nvPr/>
        </p:nvSpPr>
        <p:spPr>
          <a:xfrm>
            <a:off x="304800" y="2562225"/>
            <a:ext cx="1438399" cy="147637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24" name="vector-958">
            <a:extLst>
              <a:ext uri="{FF2B5EF4-FFF2-40B4-BE49-F238E27FC236}">
                <ns2:creationId id="{FB76C65A-F92B-41BB-9FFA-47C2A0BAA9EA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5" name="vector-959">
            <a:extLst>
              <a:ext uri="{FF2B5EF4-FFF2-40B4-BE49-F238E27FC236}">
                <ns2:creationId id="{5F048AC2-95B9-4672-B89C-D4344D478E98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6" name="vector-960">
            <a:extLst>
              <a:ext uri="{FF2B5EF4-FFF2-40B4-BE49-F238E27FC236}">
                <ns2:creationId id="{85ED0A9A-BDB9-4C83-9EAD-BDF9FCC65CB8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7" name="vector-961">
            <a:extLst>
              <a:ext uri="{FF2B5EF4-FFF2-40B4-BE49-F238E27FC236}">
                <ns2:creationId id="{C7D9F323-AF43-4176-A8FA-2544B6182C16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8" name="vector-962">
            <a:extLst>
              <a:ext uri="{FF2B5EF4-FFF2-40B4-BE49-F238E27FC236}">
                <ns2:creationId id="{05965491-51F1-4ECA-BD07-44E244EF3415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9" name="vector-963">
            <a:extLst>
              <a:ext uri="{FF2B5EF4-FFF2-40B4-BE49-F238E27FC236}">
                <ns2:creationId id="{52F89D1C-D76B-4D64-A5F3-61AF611CDF48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0" name="vector-964">
            <a:extLst>
              <a:ext uri="{FF2B5EF4-FFF2-40B4-BE49-F238E27FC236}">
                <ns2:creationId id="{D9CF4BB0-DC92-4173-9673-2F9C18357E06}"/>
              </a:ext>
            </a:extLst>
          </p:cNvPr>
          <p:cNvSpPr>
            <a:spLocks noGrp="1"/>
          </p:cNvSpPr>
          <p:nvPr/>
        </p:nvSpPr>
        <p:spPr>
          <a:xfrm>
            <a:off x="737260" y="2686050"/>
            <a:ext cx="460664" cy="46672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1" name="icon-network-965">
            <a:extLst>
              <a:ext uri="{FF2B5EF4-FFF2-40B4-BE49-F238E27FC236}">
                <ns2:creationId id="{ABB5165E-DCFF-42BC-8A6F-BD9A02AF5B29}"/>
              </a:ext>
            </a:extLst>
          </p:cNvPr>
          <p:cNvSpPr>
            <a:spLocks noGrp="1"/>
          </p:cNvSpPr>
          <p:nvPr/>
        </p:nvSpPr>
        <p:spPr>
          <a:xfrm>
            <a:off x="764900" y="2826068"/>
            <a:ext cx="64493" cy="65342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2" name="icon-network-966">
            <a:extLst>
              <a:ext uri="{FF2B5EF4-FFF2-40B4-BE49-F238E27FC236}">
                <ns2:creationId id="{1010E9BB-7FF1-4F3D-9444-CC03592266E8}"/>
              </a:ext>
            </a:extLst>
          </p:cNvPr>
          <p:cNvSpPr>
            <a:spLocks noGrp="1"/>
          </p:cNvSpPr>
          <p:nvPr/>
        </p:nvSpPr>
        <p:spPr>
          <a:xfrm>
            <a:off x="912312" y="2709386"/>
            <a:ext cx="64493" cy="65342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3" name="icon-network-967">
            <a:extLst>
              <a:ext uri="{FF2B5EF4-FFF2-40B4-BE49-F238E27FC236}">
                <ns2:creationId id="{2D096CA0-2AD7-448A-819E-BA336AEAAED5}"/>
              </a:ext>
            </a:extLst>
          </p:cNvPr>
          <p:cNvSpPr>
            <a:spLocks noGrp="1"/>
          </p:cNvSpPr>
          <p:nvPr/>
        </p:nvSpPr>
        <p:spPr>
          <a:xfrm>
            <a:off x="1091970" y="2793397"/>
            <a:ext cx="64493" cy="65342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4" name="icon-network-968">
            <a:extLst>
              <a:ext uri="{FF2B5EF4-FFF2-40B4-BE49-F238E27FC236}">
                <ns2:creationId id="{3E60C336-7BED-4F84-A851-9D670ABF55CA}"/>
              </a:ext>
            </a:extLst>
          </p:cNvPr>
          <p:cNvSpPr>
            <a:spLocks noGrp="1"/>
          </p:cNvSpPr>
          <p:nvPr/>
        </p:nvSpPr>
        <p:spPr>
          <a:xfrm>
            <a:off x="1022872" y="3040761"/>
            <a:ext cx="64493" cy="65342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5" name="icon-network-969">
            <a:extLst>
              <a:ext uri="{FF2B5EF4-FFF2-40B4-BE49-F238E27FC236}">
                <ns2:creationId id="{327DFD07-BEDE-433E-9FAD-0220318A43F2}"/>
              </a:ext>
            </a:extLst>
          </p:cNvPr>
          <p:cNvSpPr>
            <a:spLocks noGrp="1"/>
          </p:cNvSpPr>
          <p:nvPr/>
        </p:nvSpPr>
        <p:spPr>
          <a:xfrm>
            <a:off x="815572" y="3036094"/>
            <a:ext cx="64493" cy="65342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36" name="text-970">
            <a:extLst>
              <a:ext uri="{FF2B5EF4-FFF2-40B4-BE49-F238E27FC236}">
                <ns2:creationId id="{1A716FAC-CB48-4409-9214-221F8197547F}"/>
              </a:ext>
            </a:extLst>
          </p:cNvPr>
          <p:cNvSpPr>
            <a:spLocks noGrp="1"/>
          </p:cNvSpPr>
          <p:nvPr/>
        </p:nvSpPr>
        <p:spPr>
          <a:xfrm>
            <a:off x="427017" y="3228975"/>
            <a:ext cx="120336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解释层面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" name="text-971">
            <a:extLst>
              <a:ext uri="{FF2B5EF4-FFF2-40B4-BE49-F238E27FC236}">
                <ns2:creationId id="{7724C9E5-1049-47EB-B3A5-AE267F97A416}"/>
              </a:ext>
            </a:extLst>
          </p:cNvPr>
          <p:cNvSpPr>
            <a:spLocks noGrp="1"/>
          </p:cNvSpPr>
          <p:nvPr/>
        </p:nvSpPr>
        <p:spPr>
          <a:xfrm>
            <a:off x="351806" y="3581400"/>
            <a:ext cx="1344386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“为什么”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" name="vector-972">
            <a:extLst>
              <a:ext uri="{FF2B5EF4-FFF2-40B4-BE49-F238E27FC236}">
                <ns2:creationId id="{E42918A6-F4DC-40BC-BB49-8CDBF6F34868}"/>
              </a:ext>
            </a:extLst>
          </p:cNvPr>
          <p:cNvSpPr>
            <a:spLocks noGrp="1"/>
          </p:cNvSpPr>
          <p:nvPr/>
        </p:nvSpPr>
        <p:spPr>
          <a:xfrm>
            <a:off x="1978231" y="2800350"/>
            <a:ext cx="676894" cy="685800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39" name="vector-973">
            <a:extLst>
              <a:ext uri="{FF2B5EF4-FFF2-40B4-BE49-F238E27FC236}">
                <ns2:creationId id="{33AB31C0-74BC-426D-88F0-B5E0B014C03C}"/>
              </a:ext>
            </a:extLst>
          </p:cNvPr>
          <p:cNvSpPr>
            <a:spLocks noGrp="1"/>
          </p:cNvSpPr>
          <p:nvPr/>
        </p:nvSpPr>
        <p:spPr>
          <a:xfrm>
            <a:off x="1978231" y="2800350"/>
            <a:ext cx="676894" cy="685800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0" name="icon-chart-974">
            <a:extLst>
              <a:ext uri="{FF2B5EF4-FFF2-40B4-BE49-F238E27FC236}">
                <ns2:creationId id="{33A0C8B6-6ECA-45D8-B24E-AA02E9683BE6}"/>
              </a:ext>
            </a:extLst>
          </p:cNvPr>
          <p:cNvSpPr>
            <a:spLocks noGrp="1"/>
          </p:cNvSpPr>
          <p:nvPr/>
        </p:nvSpPr>
        <p:spPr>
          <a:xfrm>
            <a:off x="2147455" y="3170682"/>
            <a:ext cx="87996" cy="226314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1" name="icon-chart-975">
            <a:extLst>
              <a:ext uri="{FF2B5EF4-FFF2-40B4-BE49-F238E27FC236}">
                <ns2:creationId id="{A6E642A3-C57C-4FC2-AEB1-A94A79C298B5}"/>
              </a:ext>
            </a:extLst>
          </p:cNvPr>
          <p:cNvSpPr>
            <a:spLocks noGrp="1"/>
          </p:cNvSpPr>
          <p:nvPr/>
        </p:nvSpPr>
        <p:spPr>
          <a:xfrm>
            <a:off x="2296371" y="3047238"/>
            <a:ext cx="87996" cy="349758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2" name="icon-chart-976">
            <a:extLst>
              <a:ext uri="{FF2B5EF4-FFF2-40B4-BE49-F238E27FC236}">
                <ns2:creationId id="{697166EA-1E55-48F0-AEB8-ABA267EE1F25}"/>
              </a:ext>
            </a:extLst>
          </p:cNvPr>
          <p:cNvSpPr>
            <a:spLocks noGrp="1"/>
          </p:cNvSpPr>
          <p:nvPr/>
        </p:nvSpPr>
        <p:spPr>
          <a:xfrm>
            <a:off x="2445288" y="2910078"/>
            <a:ext cx="87996" cy="486918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3" name="text-977">
            <a:extLst>
              <a:ext uri="{FF2B5EF4-FFF2-40B4-BE49-F238E27FC236}">
                <ns2:creationId id="{46C9AA54-C8DD-4803-B463-1FDBB68091C6}"/>
              </a:ext>
            </a:extLst>
          </p:cNvPr>
          <p:cNvSpPr>
            <a:spLocks noGrp="1"/>
          </p:cNvSpPr>
          <p:nvPr/>
        </p:nvSpPr>
        <p:spPr>
          <a:xfrm>
            <a:off x="1893619" y="3590925"/>
            <a:ext cx="2049483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相关关系</a:t>
            </a:r>
            <a:endParaRPr/>
          </a:p>
        </p:txBody>
      </p:sp>
      <p:sp>
        <p:nvSpPr>
          <p:cNvPr id="44" name="arrow-978">
            <a:extLst>
              <a:ext uri="{FF2B5EF4-FFF2-40B4-BE49-F238E27FC236}">
                <ns2:creationId id="{EA216D0F-7421-4855-BA63-6B58F65C262E}"/>
              </a:ext>
            </a:extLst>
          </p:cNvPr>
          <p:cNvSpPr>
            <a:spLocks noGrp="1"/>
          </p:cNvSpPr>
          <p:nvPr/>
        </p:nvSpPr>
        <p:spPr>
          <a:xfrm>
            <a:off x="4149931" y="2790825"/>
            <a:ext cx="4004953" cy="962025"/>
          </a:xfrm>
          <a:prstGeom prst="rightArrow">
            <a:avLst/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45" name="text-979">
            <a:extLst>
              <a:ext uri="{FF2B5EF4-FFF2-40B4-BE49-F238E27FC236}">
                <ns2:creationId id="{566EAB58-6A40-406F-957F-BB90A4BA091A}"/>
              </a:ext>
            </a:extLst>
          </p:cNvPr>
          <p:cNvSpPr>
            <a:spLocks noGrp="1"/>
          </p:cNvSpPr>
          <p:nvPr/>
        </p:nvSpPr>
        <p:spPr>
          <a:xfrm>
            <a:off x="4394365" y="2933700"/>
            <a:ext cx="3243448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比较竞争假说与对照情景</a:t>
            </a:r>
            <a:endParaRPr/>
          </a:p>
        </p:txBody>
      </p:sp>
      <p:sp>
        <p:nvSpPr>
          <p:cNvPr id="46" name="text-980">
            <a:extLst>
              <a:ext uri="{FF2B5EF4-FFF2-40B4-BE49-F238E27FC236}">
                <ns2:creationId id="{B894DF09-EA82-4189-A1ED-CEBDD4B03CC9}"/>
              </a:ext>
            </a:extLst>
          </p:cNvPr>
          <p:cNvSpPr>
            <a:spLocks noGrp="1"/>
          </p:cNvSpPr>
          <p:nvPr/>
        </p:nvSpPr>
        <p:spPr>
          <a:xfrm>
            <a:off x="4394365" y="3352800"/>
            <a:ext cx="3177639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区分多个可能解释</a:t>
            </a:r>
            <a:endParaRPr/>
          </a:p>
        </p:txBody>
      </p:sp>
      <p:sp>
        <p:nvSpPr>
          <p:cNvPr id="47" name="vector-981">
            <a:extLst>
              <a:ext uri="{FF2B5EF4-FFF2-40B4-BE49-F238E27FC236}">
                <ns2:creationId id="{84F173EC-1701-451B-A3DF-E2C6FFDE02E0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8" name="vector-982">
            <a:extLst>
              <a:ext uri="{FF2B5EF4-FFF2-40B4-BE49-F238E27FC236}">
                <ns2:creationId id="{F83D9E24-8984-44C8-AFCF-784E58C98D01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9" name="vector-983">
            <a:extLst>
              <a:ext uri="{FF2B5EF4-FFF2-40B4-BE49-F238E27FC236}">
                <ns2:creationId id="{C6CDBDD0-CA7E-467D-87B8-376F9288B04E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0" name="vector-984">
            <a:extLst>
              <a:ext uri="{FF2B5EF4-FFF2-40B4-BE49-F238E27FC236}">
                <ns2:creationId id="{2676887E-B5CB-4B8B-B415-4B97AD4B8433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1" name="vector-985">
            <a:extLst>
              <a:ext uri="{FF2B5EF4-FFF2-40B4-BE49-F238E27FC236}">
                <ns2:creationId id="{D99E21C0-4502-49FD-AD7C-934EDF4CB4A2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2" name="vector-986">
            <a:extLst>
              <a:ext uri="{FF2B5EF4-FFF2-40B4-BE49-F238E27FC236}">
                <ns2:creationId id="{8CC346E8-A82B-4B43-AD32-DBB43D3E795F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3" name="vector-987">
            <a:extLst>
              <a:ext uri="{FF2B5EF4-FFF2-40B4-BE49-F238E27FC236}">
                <ns2:creationId id="{94EC1D67-7E50-4AF2-BC0D-3EF811082683}"/>
              </a:ext>
            </a:extLst>
          </p:cNvPr>
          <p:cNvSpPr>
            <a:spLocks noGrp="1"/>
          </p:cNvSpPr>
          <p:nvPr/>
        </p:nvSpPr>
        <p:spPr>
          <a:xfrm>
            <a:off x="8982199" y="2714625"/>
            <a:ext cx="733301" cy="742950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54" name="icon-network-988">
            <a:extLst>
              <a:ext uri="{FF2B5EF4-FFF2-40B4-BE49-F238E27FC236}">
                <ns2:creationId id="{11C6EA6C-4720-40EC-831C-9BD4B215202D}"/>
              </a:ext>
            </a:extLst>
          </p:cNvPr>
          <p:cNvSpPr>
            <a:spLocks noGrp="1"/>
          </p:cNvSpPr>
          <p:nvPr/>
        </p:nvSpPr>
        <p:spPr>
          <a:xfrm>
            <a:off x="9026197" y="2937510"/>
            <a:ext cx="102662" cy="104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5" name="icon-network-989">
            <a:extLst>
              <a:ext uri="{FF2B5EF4-FFF2-40B4-BE49-F238E27FC236}">
                <ns2:creationId id="{451C298D-CA9E-4E8D-991F-39912373CD67}"/>
              </a:ext>
            </a:extLst>
          </p:cNvPr>
          <p:cNvSpPr>
            <a:spLocks noGrp="1"/>
          </p:cNvSpPr>
          <p:nvPr/>
        </p:nvSpPr>
        <p:spPr>
          <a:xfrm>
            <a:off x="9260853" y="2751773"/>
            <a:ext cx="102662" cy="104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6" name="icon-network-990">
            <a:extLst>
              <a:ext uri="{FF2B5EF4-FFF2-40B4-BE49-F238E27FC236}">
                <ns2:creationId id="{15C6EA8F-9707-4FCA-8443-42D896805140}"/>
              </a:ext>
            </a:extLst>
          </p:cNvPr>
          <p:cNvSpPr>
            <a:spLocks noGrp="1"/>
          </p:cNvSpPr>
          <p:nvPr/>
        </p:nvSpPr>
        <p:spPr>
          <a:xfrm>
            <a:off x="9546841" y="2885504"/>
            <a:ext cx="102662" cy="104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7" name="icon-network-991">
            <a:extLst>
              <a:ext uri="{FF2B5EF4-FFF2-40B4-BE49-F238E27FC236}">
                <ns2:creationId id="{31D43CC5-45B7-42D1-B5D0-E66A53080A76}"/>
              </a:ext>
            </a:extLst>
          </p:cNvPr>
          <p:cNvSpPr>
            <a:spLocks noGrp="1"/>
          </p:cNvSpPr>
          <p:nvPr/>
        </p:nvSpPr>
        <p:spPr>
          <a:xfrm>
            <a:off x="9436846" y="3279267"/>
            <a:ext cx="102662" cy="104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8" name="icon-network-992">
            <a:extLst>
              <a:ext uri="{FF2B5EF4-FFF2-40B4-BE49-F238E27FC236}">
                <ns2:creationId id="{756633ED-6050-4C9E-842A-51585E3E3DA1}"/>
              </a:ext>
            </a:extLst>
          </p:cNvPr>
          <p:cNvSpPr>
            <a:spLocks noGrp="1"/>
          </p:cNvSpPr>
          <p:nvPr/>
        </p:nvSpPr>
        <p:spPr>
          <a:xfrm>
            <a:off x="9106860" y="3271838"/>
            <a:ext cx="102662" cy="10401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59" name="text-993">
            <a:extLst>
              <a:ext uri="{FF2B5EF4-FFF2-40B4-BE49-F238E27FC236}">
                <ns2:creationId id="{F0193E16-4F3E-455B-8288-7766928E84C6}"/>
              </a:ext>
            </a:extLst>
          </p:cNvPr>
          <p:cNvSpPr>
            <a:spLocks noGrp="1"/>
          </p:cNvSpPr>
          <p:nvPr/>
        </p:nvSpPr>
        <p:spPr>
          <a:xfrm>
            <a:off x="8474529" y="3571875"/>
            <a:ext cx="319644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机制检验</a:t>
            </a:r>
            <a:endParaRPr/>
          </a:p>
        </p:txBody>
      </p:sp>
      <p:sp>
        <p:nvSpPr>
          <p:cNvPr id="60" name="line-994">
            <a:extLst>
              <a:ext uri="{FF2B5EF4-FFF2-40B4-BE49-F238E27FC236}">
                <ns2:creationId id="{044CB4D3-9188-4074-889F-AFE532E642D4}"/>
              </a:ext>
            </a:extLst>
          </p:cNvPr>
          <p:cNvSpPr>
            <a:spLocks noGrp="1"/>
          </p:cNvSpPr>
          <p:nvPr/>
        </p:nvSpPr>
        <p:spPr>
          <a:xfrm>
            <a:off x="304800" y="4086225"/>
            <a:ext cx="1158240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61" name="shape-995">
            <a:extLst>
              <a:ext uri="{FF2B5EF4-FFF2-40B4-BE49-F238E27FC236}">
                <ns2:creationId id="{3C794576-C2E6-4E56-82D1-57F5A4587D82}"/>
              </a:ext>
            </a:extLst>
          </p:cNvPr>
          <p:cNvSpPr>
            <a:spLocks noGrp="1"/>
          </p:cNvSpPr>
          <p:nvPr/>
        </p:nvSpPr>
        <p:spPr>
          <a:xfrm>
            <a:off x="304800" y="4171950"/>
            <a:ext cx="1438399" cy="1476375"/>
          </a:xfrm>
          <a:prstGeom prst="rect">
            <a:avLst/>
          </a:prstGeom>
          <a:solidFill>
            <a:srgbClr val="1359A0"/>
          </a:solidFill>
          <a:ln w="14288" cap="rnd">
            <a:solidFill>
              <a:srgbClr val="1359A0"/>
            </a:solidFill>
            <a:prstDash val="solid"/>
          </a:ln>
        </p:spPr>
      </p:sp>
      <p:sp>
        <p:nvSpPr>
          <p:cNvPr id="62" name="vector-996">
            <a:extLst>
              <a:ext uri="{FF2B5EF4-FFF2-40B4-BE49-F238E27FC236}">
                <ns2:creationId id="{A8B7082B-98A7-47E0-8637-0C98FECB5A25}"/>
              </a:ext>
            </a:extLst>
          </p:cNvPr>
          <p:cNvSpPr>
            <a:spLocks noGrp="1"/>
          </p:cNvSpPr>
          <p:nvPr/>
        </p:nvSpPr>
        <p:spPr>
          <a:xfrm>
            <a:off x="737260" y="4295775"/>
            <a:ext cx="460664" cy="466725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3" name="icon-leaf-997">
            <a:extLst>
              <a:ext uri="{FF2B5EF4-FFF2-40B4-BE49-F238E27FC236}">
                <ns2:creationId id="{9D76C90F-7B21-4E5C-9974-00153B53D072}"/>
              </a:ext>
            </a:extLst>
          </p:cNvPr>
          <p:cNvSpPr>
            <a:spLocks noGrp="1"/>
          </p:cNvSpPr>
          <p:nvPr/>
        </p:nvSpPr>
        <p:spPr>
          <a:xfrm>
            <a:off x="843213" y="4333113"/>
            <a:ext cx="124379" cy="21002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4" name="icon-leaf-998">
            <a:extLst>
              <a:ext uri="{FF2B5EF4-FFF2-40B4-BE49-F238E27FC236}">
                <ns2:creationId id="{AA9F3DA6-1490-4DF3-9DF8-5A8743F49A56}"/>
              </a:ext>
            </a:extLst>
          </p:cNvPr>
          <p:cNvSpPr>
            <a:spLocks noGrp="1"/>
          </p:cNvSpPr>
          <p:nvPr/>
        </p:nvSpPr>
        <p:spPr>
          <a:xfrm>
            <a:off x="972198" y="4435793"/>
            <a:ext cx="138200" cy="210026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65" name="vector-999">
            <a:extLst>
              <a:ext uri="{FF2B5EF4-FFF2-40B4-BE49-F238E27FC236}">
                <ns2:creationId id="{1A1E415E-793F-4F6A-BB3C-E8CC907C1607}"/>
              </a:ext>
            </a:extLst>
          </p:cNvPr>
          <p:cNvSpPr>
            <a:spLocks noGrp="1"/>
          </p:cNvSpPr>
          <p:nvPr/>
        </p:nvSpPr>
        <p:spPr>
          <a:xfrm>
            <a:off x="737260" y="4295775"/>
            <a:ext cx="460664" cy="466725"/>
          </a:xfrm>
          <a:custGeom>
            <a:pathLst>
              <a:path w="952500" h="952500">
                <a:moveTo>
                  <a:pt x="285750" y="285750"/>
                </a:moveTo>
                <a:lnTo>
                  <a:pt x="476250" y="6286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6" name="vector-1000">
            <a:extLst>
              <a:ext uri="{FF2B5EF4-FFF2-40B4-BE49-F238E27FC236}">
                <ns2:creationId id="{AF6B1BA4-9B0D-40FC-BF59-8D5B29C325A8}"/>
              </a:ext>
            </a:extLst>
          </p:cNvPr>
          <p:cNvSpPr>
            <a:spLocks noGrp="1"/>
          </p:cNvSpPr>
          <p:nvPr/>
        </p:nvSpPr>
        <p:spPr>
          <a:xfrm>
            <a:off x="737260" y="4295775"/>
            <a:ext cx="460664" cy="466725"/>
          </a:xfrm>
          <a:custGeom>
            <a:pathLst>
              <a:path w="952500" h="952500">
                <a:moveTo>
                  <a:pt x="619125" y="457200"/>
                </a:moveTo>
                <a:lnTo>
                  <a:pt x="47625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67" name="text-1001">
            <a:extLst>
              <a:ext uri="{FF2B5EF4-FFF2-40B4-BE49-F238E27FC236}">
                <ns2:creationId id="{9CB890D3-9023-4262-BD27-F3884F5E49C0}"/>
              </a:ext>
            </a:extLst>
          </p:cNvPr>
          <p:cNvSpPr>
            <a:spLocks noGrp="1"/>
          </p:cNvSpPr>
          <p:nvPr/>
        </p:nvSpPr>
        <p:spPr>
          <a:xfrm>
            <a:off x="427017" y="4838700"/>
            <a:ext cx="1203366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应用层面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8" name="text-1002">
            <a:extLst>
              <a:ext uri="{FF2B5EF4-FFF2-40B4-BE49-F238E27FC236}">
                <ns2:creationId id="{7693D262-E892-48D1-B172-B6679E65B926}"/>
              </a:ext>
            </a:extLst>
          </p:cNvPr>
          <p:cNvSpPr>
            <a:spLocks noGrp="1"/>
          </p:cNvSpPr>
          <p:nvPr/>
        </p:nvSpPr>
        <p:spPr>
          <a:xfrm>
            <a:off x="351806" y="5191125"/>
            <a:ext cx="1344386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回答</a:t>
            </a:r>
            <a:br/>
            <a:r>
              <a:rPr sz="14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“哪里适用”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69" name="vector-1003">
            <a:extLst>
              <a:ext uri="{FF2B5EF4-FFF2-40B4-BE49-F238E27FC236}">
                <ns2:creationId id="{D935BE1C-23D6-4623-965E-C5F6660D4E5B}"/>
              </a:ext>
            </a:extLst>
          </p:cNvPr>
          <p:cNvSpPr>
            <a:spLocks noGrp="1"/>
          </p:cNvSpPr>
          <p:nvPr/>
        </p:nvSpPr>
        <p:spPr>
          <a:xfrm>
            <a:off x="1978231" y="4410075"/>
            <a:ext cx="676894" cy="685800"/>
          </a:xfrm>
          <a:custGeom>
            <a:pathLst>
              <a:path w="952500" h="952500">
                <a:moveTo>
                  <a:pt x="476250" y="323850"/>
                </a:moveTo>
                <a:lnTo>
                  <a:pt x="476250" y="8953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70" name="icon-tree-1004">
            <a:extLst>
              <a:ext uri="{FF2B5EF4-FFF2-40B4-BE49-F238E27FC236}">
                <ns2:creationId id="{4AB36950-8910-48BA-910C-9E30C1336500}"/>
              </a:ext>
            </a:extLst>
          </p:cNvPr>
          <p:cNvSpPr>
            <a:spLocks noGrp="1"/>
          </p:cNvSpPr>
          <p:nvPr/>
        </p:nvSpPr>
        <p:spPr>
          <a:xfrm>
            <a:off x="2086534" y="4444365"/>
            <a:ext cx="467057" cy="425196"/>
          </a:xfrm>
          <a:prstGeom prst="cloud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71" name="text-1005">
            <a:extLst>
              <a:ext uri="{FF2B5EF4-FFF2-40B4-BE49-F238E27FC236}">
                <ns2:creationId id="{C31D571D-3426-4FF0-9C68-B59326968D31}"/>
              </a:ext>
            </a:extLst>
          </p:cNvPr>
          <p:cNvSpPr>
            <a:spLocks noGrp="1"/>
          </p:cNvSpPr>
          <p:nvPr/>
        </p:nvSpPr>
        <p:spPr>
          <a:xfrm>
            <a:off x="1893619" y="5200650"/>
            <a:ext cx="2049483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局部结论</a:t>
            </a:r>
            <a:endParaRPr/>
          </a:p>
        </p:txBody>
      </p:sp>
      <p:sp>
        <p:nvSpPr>
          <p:cNvPr id="72" name="arrow-1006">
            <a:extLst>
              <a:ext uri="{FF2B5EF4-FFF2-40B4-BE49-F238E27FC236}">
                <ns2:creationId id="{018701CF-26D7-42DB-ADF3-C9FE2FEB719D}"/>
              </a:ext>
            </a:extLst>
          </p:cNvPr>
          <p:cNvSpPr>
            <a:spLocks noGrp="1"/>
          </p:cNvSpPr>
          <p:nvPr/>
        </p:nvSpPr>
        <p:spPr>
          <a:xfrm>
            <a:off x="4149931" y="4400550"/>
            <a:ext cx="4004953" cy="962025"/>
          </a:xfrm>
          <a:prstGeom prst="rightArrow">
            <a:avLst/>
          </a:prstGeom>
          <a:solidFill>
            <a:srgbClr val="EDF5FF"/>
          </a:solidFill>
          <a:ln w="0">
            <a:noFill/>
            <a:prstDash val="solid"/>
          </a:ln>
        </p:spPr>
      </p:sp>
      <p:sp>
        <p:nvSpPr>
          <p:cNvPr id="73" name="text-1007">
            <a:extLst>
              <a:ext uri="{FF2B5EF4-FFF2-40B4-BE49-F238E27FC236}">
                <ns2:creationId id="{59931B5F-46D3-45B7-A154-166A967DE2C8}"/>
              </a:ext>
            </a:extLst>
          </p:cNvPr>
          <p:cNvSpPr>
            <a:spLocks noGrp="1"/>
          </p:cNvSpPr>
          <p:nvPr/>
        </p:nvSpPr>
        <p:spPr>
          <a:xfrm>
            <a:off x="4394365" y="4543425"/>
            <a:ext cx="3243448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B82D32"/>
                </a:solidFill>
                <a:latin typeface="Noto Sans CJK SC"/>
                <a:ea typeface="Noto Sans CJK SC"/>
                <a:cs typeface="Noto Sans CJK SC"/>
              </a:rPr>
              <a:t>跨地点验证与情景评估</a:t>
            </a:r>
            <a:endParaRPr/>
          </a:p>
        </p:txBody>
      </p:sp>
      <p:sp>
        <p:nvSpPr>
          <p:cNvPr id="74" name="text-1008">
            <a:extLst>
              <a:ext uri="{FF2B5EF4-FFF2-40B4-BE49-F238E27FC236}">
                <ns2:creationId id="{487BB9CD-BC46-4620-AA78-36EB2068094C}"/>
              </a:ext>
            </a:extLst>
          </p:cNvPr>
          <p:cNvSpPr>
            <a:spLocks noGrp="1"/>
          </p:cNvSpPr>
          <p:nvPr/>
        </p:nvSpPr>
        <p:spPr>
          <a:xfrm>
            <a:off x="4394365" y="4962525"/>
            <a:ext cx="3177639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17232D"/>
                </a:solidFill>
                <a:latin typeface="Noto Sans CJK SC"/>
                <a:ea typeface="Noto Sans CJK SC"/>
                <a:cs typeface="Noto Sans CJK SC"/>
              </a:rPr>
              <a:t>识别适用条件与外推边界</a:t>
            </a:r>
            <a:endParaRPr/>
          </a:p>
        </p:txBody>
      </p:sp>
      <p:sp>
        <p:nvSpPr>
          <p:cNvPr id="75" name="vector-1009">
            <a:extLst>
              <a:ext uri="{FF2B5EF4-FFF2-40B4-BE49-F238E27FC236}">
                <ns2:creationId id="{9D25DE64-FA93-4DF6-AD7B-18664879C0FF}"/>
              </a:ext>
            </a:extLst>
          </p:cNvPr>
          <p:cNvSpPr>
            <a:spLocks noGrp="1"/>
          </p:cNvSpPr>
          <p:nvPr/>
        </p:nvSpPr>
        <p:spPr>
          <a:xfrm>
            <a:off x="8982199" y="4591812"/>
            <a:ext cx="733301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76" name="vector-1010">
            <a:extLst>
              <a:ext uri="{FF2B5EF4-FFF2-40B4-BE49-F238E27FC236}">
                <ns2:creationId id="{46F1668B-D85D-47FB-B0E3-913D61CFB5ED}"/>
              </a:ext>
            </a:extLst>
          </p:cNvPr>
          <p:cNvSpPr>
            <a:spLocks noGrp="1"/>
          </p:cNvSpPr>
          <p:nvPr/>
        </p:nvSpPr>
        <p:spPr>
          <a:xfrm>
            <a:off x="8982199" y="4458081"/>
            <a:ext cx="733301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77" name="vector-1011">
            <a:extLst>
              <a:ext uri="{FF2B5EF4-FFF2-40B4-BE49-F238E27FC236}">
                <ns2:creationId id="{A726804A-551C-492A-8E39-722BE4841249}"/>
              </a:ext>
            </a:extLst>
          </p:cNvPr>
          <p:cNvSpPr>
            <a:spLocks noGrp="1"/>
          </p:cNvSpPr>
          <p:nvPr/>
        </p:nvSpPr>
        <p:spPr>
          <a:xfrm>
            <a:off x="8982199" y="4324350"/>
            <a:ext cx="733301" cy="371475"/>
          </a:xfrm>
          <a:custGeom>
            <a:pathLst>
              <a:path w="952500" h="952500">
                <a:moveTo>
                  <a:pt x="0" y="476250"/>
                </a:moveTo>
                <a:lnTo>
                  <a:pt x="476250" y="0"/>
                </a:lnTo>
                <a:lnTo>
                  <a:pt x="952500" y="476250"/>
                </a:lnTo>
                <a:lnTo>
                  <a:pt x="476250" y="952500"/>
                </a:lnTo>
                <a:close/>
              </a:path>
            </a:pathLst>
          </a:custGeom>
          <a:solidFill>
            <a:srgbClr val="1359A0"/>
          </a:solidFill>
          <a:ln w="12382" cap="rnd">
            <a:solidFill>
              <a:srgbClr val="FFFFFF"/>
            </a:solidFill>
            <a:prstDash val="solid"/>
          </a:ln>
        </p:spPr>
      </p:sp>
      <p:sp>
        <p:nvSpPr>
          <p:cNvPr id="78" name="text-1012">
            <a:extLst>
              <a:ext uri="{FF2B5EF4-FFF2-40B4-BE49-F238E27FC236}">
                <ns2:creationId id="{5FE64DC6-2EBF-4304-88CA-1C1A57B375BF}"/>
              </a:ext>
            </a:extLst>
          </p:cNvPr>
          <p:cNvSpPr>
            <a:spLocks noGrp="1"/>
          </p:cNvSpPr>
          <p:nvPr/>
        </p:nvSpPr>
        <p:spPr>
          <a:xfrm>
            <a:off x="8474529" y="5181600"/>
            <a:ext cx="3196442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适用范围</a:t>
            </a:r>
            <a:endParaRPr/>
          </a:p>
        </p:txBody>
      </p:sp>
      <p:sp>
        <p:nvSpPr>
          <p:cNvPr id="79" name="line-1013">
            <a:extLst>
              <a:ext uri="{FF2B5EF4-FFF2-40B4-BE49-F238E27FC236}">
                <ns2:creationId id="{9AA3E0ED-3CE2-4F84-BD6B-A3A6473FC0B2}"/>
              </a:ext>
            </a:extLst>
          </p:cNvPr>
          <p:cNvSpPr>
            <a:spLocks noGrp="1"/>
          </p:cNvSpPr>
          <p:nvPr/>
        </p:nvSpPr>
        <p:spPr>
          <a:xfrm>
            <a:off x="304800" y="5695950"/>
            <a:ext cx="11582400" cy="95"/>
          </a:xfrm>
          <a:prstGeom prst="line">
            <a:avLst/>
          </a:prstGeom>
          <a:noFill/>
          <a:ln w="14288">
            <a:solidFill>
              <a:srgbClr val="D7E3EF"/>
            </a:solidFill>
            <a:prstDash val="solid"/>
          </a:ln>
        </p:spPr>
      </p:sp>
      <p:sp>
        <p:nvSpPr>
          <p:cNvPr id="80" name="shape-1014">
            <a:extLst>
              <a:ext uri="{FF2B5EF4-FFF2-40B4-BE49-F238E27FC236}">
                <ns2:creationId id="{85D4BD6D-F916-4964-B254-71C1F505F448}"/>
              </a:ext>
            </a:extLst>
          </p:cNvPr>
          <p:cNvSpPr>
            <a:spLocks noGrp="1"/>
          </p:cNvSpPr>
          <p:nvPr/>
        </p:nvSpPr>
        <p:spPr>
          <a:xfrm>
            <a:off x="455221" y="5943600"/>
            <a:ext cx="291440" cy="29527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1" name="text-1015">
            <a:extLst>
              <a:ext uri="{FF2B5EF4-FFF2-40B4-BE49-F238E27FC236}">
                <ns2:creationId id="{6F26EC58-6A4E-44C7-B394-2E2343706272}"/>
              </a:ext>
            </a:extLst>
          </p:cNvPr>
          <p:cNvSpPr>
            <a:spLocks noGrp="1"/>
          </p:cNvSpPr>
          <p:nvPr/>
        </p:nvSpPr>
        <p:spPr>
          <a:xfrm>
            <a:off x="455221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1</a:t>
            </a:r>
          </a:p>
        </p:txBody>
      </p:sp>
      <p:sp>
        <p:nvSpPr>
          <p:cNvPr id="82" name="text-1016">
            <a:extLst>
              <a:ext uri="{FF2B5EF4-FFF2-40B4-BE49-F238E27FC236}">
                <ns2:creationId id="{FCBED44E-57F0-40D1-AC03-E7381F75B39F}"/>
              </a:ext>
            </a:extLst>
          </p:cNvPr>
          <p:cNvSpPr>
            <a:spLocks noGrp="1"/>
          </p:cNvSpPr>
          <p:nvPr/>
        </p:nvSpPr>
        <p:spPr>
          <a:xfrm>
            <a:off x="868878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补充观测</a:t>
            </a:r>
            <a:endParaRPr/>
          </a:p>
        </p:txBody>
      </p:sp>
      <p:sp>
        <p:nvSpPr>
          <p:cNvPr id="83" name="shape-1017">
            <a:extLst>
              <a:ext uri="{FF2B5EF4-FFF2-40B4-BE49-F238E27FC236}">
                <ns2:creationId id="{0CC10D96-A3F0-4D5E-95C8-E9DE4460C665}"/>
              </a:ext>
            </a:extLst>
          </p:cNvPr>
          <p:cNvSpPr>
            <a:spLocks noGrp="1"/>
          </p:cNvSpPr>
          <p:nvPr/>
        </p:nvSpPr>
        <p:spPr>
          <a:xfrm>
            <a:off x="4328556" y="5943600"/>
            <a:ext cx="291440" cy="29527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4" name="text-1018">
            <a:extLst>
              <a:ext uri="{FF2B5EF4-FFF2-40B4-BE49-F238E27FC236}">
                <ns2:creationId id="{7CF7B846-827C-472C-BE1E-5DCBA9F9C001}"/>
              </a:ext>
            </a:extLst>
          </p:cNvPr>
          <p:cNvSpPr>
            <a:spLocks noGrp="1"/>
          </p:cNvSpPr>
          <p:nvPr/>
        </p:nvSpPr>
        <p:spPr>
          <a:xfrm>
            <a:off x="4328556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2</a:t>
            </a:r>
          </a:p>
        </p:txBody>
      </p:sp>
      <p:sp>
        <p:nvSpPr>
          <p:cNvPr id="85" name="text-1019">
            <a:extLst>
              <a:ext uri="{FF2B5EF4-FFF2-40B4-BE49-F238E27FC236}">
                <ns2:creationId id="{1C9D1CAB-299B-46A0-8E34-458DA2834C5F}"/>
              </a:ext>
            </a:extLst>
          </p:cNvPr>
          <p:cNvSpPr>
            <a:spLocks noGrp="1"/>
          </p:cNvSpPr>
          <p:nvPr/>
        </p:nvSpPr>
        <p:spPr>
          <a:xfrm>
            <a:off x="4742213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优化设计</a:t>
            </a:r>
            <a:endParaRPr/>
          </a:p>
        </p:txBody>
      </p:sp>
      <p:sp>
        <p:nvSpPr>
          <p:cNvPr id="86" name="shape-1020">
            <a:extLst>
              <a:ext uri="{FF2B5EF4-FFF2-40B4-BE49-F238E27FC236}">
                <ns2:creationId id="{BCA859F3-8E5D-4DFA-A4C2-C3004C898A19}"/>
              </a:ext>
            </a:extLst>
          </p:cNvPr>
          <p:cNvSpPr>
            <a:spLocks noGrp="1"/>
          </p:cNvSpPr>
          <p:nvPr/>
        </p:nvSpPr>
        <p:spPr>
          <a:xfrm>
            <a:off x="8201891" y="5943600"/>
            <a:ext cx="291440" cy="295275"/>
          </a:xfrm>
          <a:prstGeom prst="ellipse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87" name="text-1021">
            <a:extLst>
              <a:ext uri="{FF2B5EF4-FFF2-40B4-BE49-F238E27FC236}">
                <ns2:creationId id="{267C523B-7DDD-45E6-BAA3-280A117A6360}"/>
              </a:ext>
            </a:extLst>
          </p:cNvPr>
          <p:cNvSpPr>
            <a:spLocks noGrp="1"/>
          </p:cNvSpPr>
          <p:nvPr/>
        </p:nvSpPr>
        <p:spPr>
          <a:xfrm>
            <a:off x="8201891" y="5943600"/>
            <a:ext cx="29144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ctr"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3</a:t>
            </a:r>
          </a:p>
        </p:txBody>
      </p:sp>
      <p:sp>
        <p:nvSpPr>
          <p:cNvPr id="88" name="text-1022">
            <a:extLst>
              <a:ext uri="{FF2B5EF4-FFF2-40B4-BE49-F238E27FC236}">
                <ns2:creationId id="{D91D0CAE-9A97-4579-B81C-A3AA214696FA}"/>
              </a:ext>
            </a:extLst>
          </p:cNvPr>
          <p:cNvSpPr>
            <a:spLocks noGrp="1"/>
          </p:cNvSpPr>
          <p:nvPr/>
        </p:nvSpPr>
        <p:spPr>
          <a:xfrm>
            <a:off x="8615548" y="5934075"/>
            <a:ext cx="2961409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外部验证</a:t>
            </a:r>
            <a:endParaRPr/>
          </a:p>
        </p:txBody>
      </p:sp>
      <p:sp>
        <p:nvSpPr>
          <p:cNvPr id="89" name="text-1023">
            <a:extLst>
              <a:ext uri="{FF2B5EF4-FFF2-40B4-BE49-F238E27FC236}">
                <ns2:creationId id="{7C136F2A-1BCC-47A4-8344-6EB5FC31C731}"/>
              </a:ext>
            </a:extLst>
          </p:cNvPr>
          <p:cNvSpPr>
            <a:spLocks noGrp="1"/>
          </p:cNvSpPr>
          <p:nvPr/>
        </p:nvSpPr>
        <p:spPr>
          <a:xfrm>
            <a:off x="304800" y="6619875"/>
            <a:ext cx="10435442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90" name="text-1024">
            <a:extLst>
              <a:ext uri="{FF2B5EF4-FFF2-40B4-BE49-F238E27FC236}">
                <ns2:creationId id="{E8C62B39-A03E-4BE5-8C89-344570767C58}"/>
              </a:ext>
            </a:extLst>
          </p:cNvPr>
          <p:cNvSpPr>
            <a:spLocks noGrp="1"/>
          </p:cNvSpPr>
          <p:nvPr/>
        </p:nvSpPr>
        <p:spPr>
          <a:xfrm>
            <a:off x="11454740" y="6591300"/>
            <a:ext cx="43246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13</a:t>
            </a:r>
            <a:endParaRPr/>
          </a:p>
        </p:txBody>
      </p:sp>
    </p:spTree>
    <p:extLst>
      <p:ext uri="{BB962C8B-B14F-4D97-AF65-F5344CB8AC3E}">
        <ns3:creationId val="1577920055"/>
      </p:ext>
    </p:extLst>
  </p:cSld>
</p:sld>
</file>

<file path=ppt/slides/slide14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/>
      </p:grpSpPr>
      <p:sp>
        <p:nvSpPr>
          <p:cNvPr id="54" name="shape-1025">
            <a:extLst>
              <a:ext uri="{FF2B5EF4-FFF2-40B4-BE49-F238E27FC236}">
                <ns2:creationId id="{77CB5FF7-3E69-4D78-BDB8-9818AFF04A2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6362700" cy="5372100"/>
          </a:xfrm>
          <a:prstGeom prst="rect">
            <a:avLst/>
          </a:prstGeom>
          <a:solidFill>
            <a:srgbClr val="1359A0"/>
          </a:solidFill>
          <a:ln w="0">
            <a:noFill/>
            <a:prstDash val="solid"/>
          </a:ln>
        </p:spPr>
      </p:sp>
      <p:sp>
        <p:nvSpPr>
          <p:cNvPr id="2" name="text-1026">
            <a:extLst>
              <a:ext uri="{FF2B5EF4-FFF2-40B4-BE49-F238E27FC236}">
                <ns2:creationId id="{0B2D4289-CAB8-408C-A494-D84B4F13F6CA}"/>
              </a:ext>
            </a:extLst>
          </p:cNvPr>
          <p:cNvSpPr>
            <a:spLocks noGrp="1"/>
          </p:cNvSpPr>
          <p:nvPr/>
        </p:nvSpPr>
        <p:spPr>
          <a:xfrm>
            <a:off x="457200" y="1114425"/>
            <a:ext cx="5334000" cy="2219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汇报完毕</a:t>
            </a:r>
            <a:endParaRPr>
              <a:solidFill>
                <a:srgbClr val="FFFFFF"/>
              </a:solidFill>
            </a:endParaRPr>
          </a:p>
          <a:p>
            <a:pPr algn="l"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敬请讨论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" name="shape-1027">
            <a:extLst>
              <a:ext uri="{FF2B5EF4-FFF2-40B4-BE49-F238E27FC236}">
                <ns2:creationId id="{69B80962-B16B-4D7F-AB73-2BB7B3FC2E00}"/>
              </a:ext>
            </a:extLst>
          </p:cNvPr>
          <p:cNvSpPr>
            <a:spLocks noGrp="1"/>
          </p:cNvSpPr>
          <p:nvPr/>
        </p:nvSpPr>
        <p:spPr>
          <a:xfrm>
            <a:off x="485775" y="3705225"/>
            <a:ext cx="857250" cy="47625"/>
          </a:xfrm>
          <a:prstGeom prst="rect">
            <a:avLst/>
          </a:prstGeom>
          <a:solidFill>
            <a:srgbClr val="B82D32"/>
          </a:solidFill>
          <a:ln w="0">
            <a:noFill/>
            <a:prstDash val="solid"/>
          </a:ln>
        </p:spPr>
      </p:sp>
      <p:sp>
        <p:nvSpPr>
          <p:cNvPr id="4" name="text-1028">
            <a:extLst>
              <a:ext uri="{FF2B5EF4-FFF2-40B4-BE49-F238E27FC236}">
                <ns2:creationId id="{05DB9C03-3EE5-4518-840D-6D13D80E69C1}"/>
              </a:ext>
            </a:extLst>
          </p:cNvPr>
          <p:cNvSpPr>
            <a:spLocks noGrp="1"/>
          </p:cNvSpPr>
          <p:nvPr/>
        </p:nvSpPr>
        <p:spPr>
          <a:xfrm>
            <a:off x="457200" y="4114800"/>
            <a:ext cx="5410200" cy="676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哪些解释仍需进一步检验？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5" name="">
            <a:extLst>
              <a:ext uri="{FF2B5EF4-FFF2-40B4-BE49-F238E27FC236}">
                <ns2:creationId id="{8B786B51-977C-493C-91C3-8801239F2907}"/>
              </a:ext>
            </a:extLst>
          </p:cNvPr>
          <p:cNvPicPr>
            <a:picLocks noChangeAspect="1"/>
          </p:cNvPicPr>
          <p:nvPr/>
        </p:nvPicPr>
        <p:blipFill>
          <a:blip r:embed="R3b9dd86b0bd84db3">
            <a:duotone>
              <a:srgbClr val="1359A0"/>
              <a:srgbClr val="FFFFFF"/>
            </a:duotone>
          </a:blip>
          <a:stretch/>
        </p:blipFill>
        <p:spPr>
          <a:xfrm>
            <a:off x="6919913" y="419100"/>
            <a:ext cx="4581525" cy="4581525"/>
          </a:xfrm>
          <a:prstGeom prst="rect">
            <a:avLst/>
          </a:prstGeom>
        </p:spPr>
      </p:pic>
      <p:sp>
        <p:nvSpPr>
          <p:cNvPr id="6" name="icon-camera-1029">
            <a:extLst>
              <a:ext uri="{FF2B5EF4-FFF2-40B4-BE49-F238E27FC236}">
                <ns2:creationId id="{58E52C56-00A9-4B85-8378-263597D0CB5A}"/>
              </a:ext>
            </a:extLst>
          </p:cNvPr>
          <p:cNvSpPr>
            <a:spLocks noGrp="1"/>
          </p:cNvSpPr>
          <p:nvPr/>
        </p:nvSpPr>
        <p:spPr>
          <a:xfrm>
            <a:off x="6855047" y="632555"/>
            <a:ext cx="548831" cy="389287"/>
          </a:xfrm>
          <a:prstGeom prst="roundRect">
            <a:avLst>
              <a:gd name="adj" fmla="val 19574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7" name="icon-camera-1030">
            <a:extLst>
              <a:ext uri="{FF2B5EF4-FFF2-40B4-BE49-F238E27FC236}">
                <ns2:creationId id="{0CD595AD-F27C-4960-834F-F6C4F75C1F48}"/>
              </a:ext>
            </a:extLst>
          </p:cNvPr>
          <p:cNvSpPr>
            <a:spLocks noGrp="1"/>
          </p:cNvSpPr>
          <p:nvPr/>
        </p:nvSpPr>
        <p:spPr>
          <a:xfrm>
            <a:off x="7020973" y="549593"/>
            <a:ext cx="210598" cy="108490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8" name="icon-camera-1031">
            <a:extLst>
              <a:ext uri="{FF2B5EF4-FFF2-40B4-BE49-F238E27FC236}">
                <ns2:creationId id="{38FD796F-DB6C-4551-97C0-B697EC179407}"/>
              </a:ext>
            </a:extLst>
          </p:cNvPr>
          <p:cNvSpPr>
            <a:spLocks noGrp="1"/>
          </p:cNvSpPr>
          <p:nvPr/>
        </p:nvSpPr>
        <p:spPr>
          <a:xfrm>
            <a:off x="7014591" y="715518"/>
            <a:ext cx="229743" cy="229743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9" name="icon-camera-1032">
            <a:extLst>
              <a:ext uri="{FF2B5EF4-FFF2-40B4-BE49-F238E27FC236}">
                <ns2:creationId id="{E68D5007-5EA2-4FA7-9E91-DA529C269FF3}"/>
              </a:ext>
            </a:extLst>
          </p:cNvPr>
          <p:cNvSpPr>
            <a:spLocks noGrp="1"/>
          </p:cNvSpPr>
          <p:nvPr/>
        </p:nvSpPr>
        <p:spPr>
          <a:xfrm>
            <a:off x="7282625" y="683609"/>
            <a:ext cx="51054" cy="51054"/>
          </a:xfrm>
          <a:prstGeom prst="ellipse">
            <a:avLst/>
          </a:pr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10" name="vector-1033">
            <a:extLst>
              <a:ext uri="{FF2B5EF4-FFF2-40B4-BE49-F238E27FC236}">
                <ns2:creationId id="{207CA9D4-CCCD-4156-A9C8-7AD30C3EC7BC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428625" y="11430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1" name="vector-1034">
            <a:extLst>
              <a:ext uri="{FF2B5EF4-FFF2-40B4-BE49-F238E27FC236}">
                <ns2:creationId id="{2B20E361-DC6A-45FB-A7D3-4E63A1D03563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800100" y="2857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2" name="vector-1035">
            <a:extLst>
              <a:ext uri="{FF2B5EF4-FFF2-40B4-BE49-F238E27FC236}">
                <ns2:creationId id="{FCB4BE22-641C-40B2-92EF-FD3BCE9A0FA5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800100" y="28575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3" name="vector-1036">
            <a:extLst>
              <a:ext uri="{FF2B5EF4-FFF2-40B4-BE49-F238E27FC236}">
                <ns2:creationId id="{A180FDAB-2EEF-402A-B78E-20DB8C7B5F7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657225" y="790575"/>
                </a:moveTo>
                <a:lnTo>
                  <a:pt x="228600" y="781050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4" name="vector-1037">
            <a:extLst>
              <a:ext uri="{FF2B5EF4-FFF2-40B4-BE49-F238E27FC236}">
                <ns2:creationId id="{FC988FD6-C3D7-4085-BD17-37A53DBF3E5B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228600" y="781050"/>
                </a:moveTo>
                <a:lnTo>
                  <a:pt x="123825" y="35242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5" name="vector-1038">
            <a:extLst>
              <a:ext uri="{FF2B5EF4-FFF2-40B4-BE49-F238E27FC236}">
                <ns2:creationId id="{23DDC71A-E1AD-4EB6-8F6C-0830B772DD00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123825" y="352425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6" name="vector-1039">
            <a:extLst>
              <a:ext uri="{FF2B5EF4-FFF2-40B4-BE49-F238E27FC236}">
                <ns2:creationId id="{305F648B-AB2E-4DE4-B223-F4EBAE2696A7}"/>
              </a:ext>
            </a:extLst>
          </p:cNvPr>
          <p:cNvSpPr>
            <a:spLocks noGrp="1"/>
          </p:cNvSpPr>
          <p:nvPr/>
        </p:nvSpPr>
        <p:spPr>
          <a:xfrm>
            <a:off x="10668000" y="495300"/>
            <a:ext cx="638175" cy="638175"/>
          </a:xfrm>
          <a:custGeom>
            <a:pathLst>
              <a:path w="952500" h="952500">
                <a:moveTo>
                  <a:pt x="428625" y="114300"/>
                </a:moveTo>
                <a:lnTo>
                  <a:pt x="657225" y="7905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17" name="icon-network-1040">
            <a:extLst>
              <a:ext uri="{FF2B5EF4-FFF2-40B4-BE49-F238E27FC236}">
                <ns2:creationId id="{2B037542-39E9-461C-8EBA-E9BE14091390}"/>
              </a:ext>
            </a:extLst>
          </p:cNvPr>
          <p:cNvSpPr>
            <a:spLocks noGrp="1"/>
          </p:cNvSpPr>
          <p:nvPr/>
        </p:nvSpPr>
        <p:spPr>
          <a:xfrm>
            <a:off x="10706291" y="686753"/>
            <a:ext cx="89345" cy="8934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8" name="icon-network-1041">
            <a:extLst>
              <a:ext uri="{FF2B5EF4-FFF2-40B4-BE49-F238E27FC236}">
                <ns2:creationId id="{46F498EF-4D41-4609-B35F-56F037CAE256}"/>
              </a:ext>
            </a:extLst>
          </p:cNvPr>
          <p:cNvSpPr>
            <a:spLocks noGrp="1"/>
          </p:cNvSpPr>
          <p:nvPr/>
        </p:nvSpPr>
        <p:spPr>
          <a:xfrm>
            <a:off x="10910507" y="527209"/>
            <a:ext cx="89345" cy="8934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19" name="icon-network-1042">
            <a:extLst>
              <a:ext uri="{FF2B5EF4-FFF2-40B4-BE49-F238E27FC236}">
                <ns2:creationId id="{D9BB65F7-D9DF-491B-949A-5D5D7A5F0E73}"/>
              </a:ext>
            </a:extLst>
          </p:cNvPr>
          <p:cNvSpPr>
            <a:spLocks noGrp="1"/>
          </p:cNvSpPr>
          <p:nvPr/>
        </p:nvSpPr>
        <p:spPr>
          <a:xfrm>
            <a:off x="11159395" y="642080"/>
            <a:ext cx="89345" cy="8934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0" name="icon-network-1043">
            <a:extLst>
              <a:ext uri="{FF2B5EF4-FFF2-40B4-BE49-F238E27FC236}">
                <ns2:creationId id="{72B4FE93-B519-42B8-8FF0-3CCC18638EB3}"/>
              </a:ext>
            </a:extLst>
          </p:cNvPr>
          <p:cNvSpPr>
            <a:spLocks noGrp="1"/>
          </p:cNvSpPr>
          <p:nvPr/>
        </p:nvSpPr>
        <p:spPr>
          <a:xfrm>
            <a:off x="11063669" y="980313"/>
            <a:ext cx="89345" cy="8934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1" name="icon-network-1044">
            <a:extLst>
              <a:ext uri="{FF2B5EF4-FFF2-40B4-BE49-F238E27FC236}">
                <ns2:creationId id="{DC373796-B381-46CD-A478-35483FB497E0}"/>
              </a:ext>
            </a:extLst>
          </p:cNvPr>
          <p:cNvSpPr>
            <a:spLocks noGrp="1"/>
          </p:cNvSpPr>
          <p:nvPr/>
        </p:nvSpPr>
        <p:spPr>
          <a:xfrm>
            <a:off x="10776490" y="973931"/>
            <a:ext cx="89345" cy="89345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2" name="vector-1045">
            <a:extLst>
              <a:ext uri="{FF2B5EF4-FFF2-40B4-BE49-F238E27FC236}">
                <ns2:creationId id="{4274ABE2-BEA4-48A6-8DE4-3D132964B052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342900" y="38100"/>
                </a:moveTo>
                <a:lnTo>
                  <a:pt x="609600" y="38100"/>
                </a:lnTo>
                <a:lnTo>
                  <a:pt x="609600" y="400050"/>
                </a:lnTo>
                <a:lnTo>
                  <a:pt x="838200" y="828675"/>
                </a:lnTo>
                <a:lnTo>
                  <a:pt x="752475" y="904875"/>
                </a:lnTo>
                <a:lnTo>
                  <a:pt x="200025" y="904875"/>
                </a:lnTo>
                <a:lnTo>
                  <a:pt x="114300" y="828675"/>
                </a:lnTo>
                <a:lnTo>
                  <a:pt x="342900" y="400050"/>
                </a:lnTo>
                <a:close/>
              </a:path>
            </a:pathLst>
          </a:cu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3" name="vector-1046">
            <a:extLst>
              <a:ext uri="{FF2B5EF4-FFF2-40B4-BE49-F238E27FC236}">
                <ns2:creationId id="{0D3B369B-1925-4006-A5A4-345647B347E0}"/>
              </a:ext>
            </a:extLst>
          </p:cNvPr>
          <p:cNvSpPr>
            <a:spLocks noGrp="1"/>
          </p:cNvSpPr>
          <p:nvPr/>
        </p:nvSpPr>
        <p:spPr>
          <a:xfrm>
            <a:off x="6762750" y="3590925"/>
            <a:ext cx="638175" cy="638175"/>
          </a:xfrm>
          <a:custGeom>
            <a:pathLst>
              <a:path w="952500" h="952500">
                <a:moveTo>
                  <a:pt x="247650" y="647700"/>
                </a:moveTo>
                <a:lnTo>
                  <a:pt x="714375" y="6477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24" name="vector-1047">
            <a:extLst>
              <a:ext uri="{FF2B5EF4-FFF2-40B4-BE49-F238E27FC236}">
                <ns2:creationId id="{B7295F35-6DD2-45D3-A5E0-66327A403B54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76200"/>
                </a:moveTo>
                <a:lnTo>
                  <a:pt x="114300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5" name="vector-1048">
            <a:extLst>
              <a:ext uri="{FF2B5EF4-FFF2-40B4-BE49-F238E27FC236}">
                <ns2:creationId id="{008B93AD-D0B1-43F1-B0B5-D6C0D10E7B26}"/>
              </a:ext>
            </a:extLst>
          </p:cNvPr>
          <p:cNvSpPr>
            <a:spLocks noGrp="1"/>
          </p:cNvSpPr>
          <p:nvPr/>
        </p:nvSpPr>
        <p:spPr>
          <a:xfrm>
            <a:off x="10763250" y="3524250"/>
            <a:ext cx="638175" cy="638175"/>
          </a:xfrm>
          <a:custGeom>
            <a:pathLst>
              <a:path w="952500" h="952500">
                <a:moveTo>
                  <a:pt x="114300" y="828675"/>
                </a:moveTo>
                <a:lnTo>
                  <a:pt x="885825" y="8286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26" name="icon-chart-1049">
            <a:extLst>
              <a:ext uri="{FF2B5EF4-FFF2-40B4-BE49-F238E27FC236}">
                <ns2:creationId id="{F63B9922-8319-482C-B6CA-9177B1090CC8}"/>
              </a:ext>
            </a:extLst>
          </p:cNvPr>
          <p:cNvSpPr>
            <a:spLocks noGrp="1"/>
          </p:cNvSpPr>
          <p:nvPr/>
        </p:nvSpPr>
        <p:spPr>
          <a:xfrm>
            <a:off x="10922794" y="3868865"/>
            <a:ext cx="82963" cy="210598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7" name="icon-chart-1050">
            <a:extLst>
              <a:ext uri="{FF2B5EF4-FFF2-40B4-BE49-F238E27FC236}">
                <ns2:creationId id="{D0778A82-AFE8-4CFD-8A9B-922F60359E24}"/>
              </a:ext>
            </a:extLst>
          </p:cNvPr>
          <p:cNvSpPr>
            <a:spLocks noGrp="1"/>
          </p:cNvSpPr>
          <p:nvPr/>
        </p:nvSpPr>
        <p:spPr>
          <a:xfrm>
            <a:off x="11063192" y="3753993"/>
            <a:ext cx="82963" cy="325469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8" name="icon-chart-1051">
            <a:extLst>
              <a:ext uri="{FF2B5EF4-FFF2-40B4-BE49-F238E27FC236}">
                <ns2:creationId id="{A3A9F975-EF8F-432B-A1B6-01FC3BE4E50E}"/>
              </a:ext>
            </a:extLst>
          </p:cNvPr>
          <p:cNvSpPr>
            <a:spLocks noGrp="1"/>
          </p:cNvSpPr>
          <p:nvPr/>
        </p:nvSpPr>
        <p:spPr>
          <a:xfrm>
            <a:off x="11203591" y="3626358"/>
            <a:ext cx="82963" cy="453104"/>
          </a:xfrm>
          <a:prstGeom prst="rect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29" name="line-1052">
            <a:extLst>
              <a:ext uri="{FF2B5EF4-FFF2-40B4-BE49-F238E27FC236}">
                <ns2:creationId id="{C916AB14-3151-4998-9A22-08D6D800BBD5}"/>
              </a:ext>
            </a:extLst>
          </p:cNvPr>
          <p:cNvSpPr>
            <a:spLocks noGrp="1"/>
          </p:cNvSpPr>
          <p:nvPr/>
        </p:nvSpPr>
        <p:spPr>
          <a:xfrm>
            <a:off x="0" y="5372100"/>
            <a:ext cx="12192000" cy="95"/>
          </a:xfrm>
          <a:prstGeom prst="line">
            <a:avLst/>
          </a:prstGeom>
          <a:noFill/>
          <a:ln w="19050">
            <a:solidFill>
              <a:srgbClr val="1359A0"/>
            </a:solidFill>
            <a:prstDash val="solid"/>
          </a:ln>
        </p:spPr>
      </p:sp>
      <p:sp>
        <p:nvSpPr>
          <p:cNvPr id="30" name="icon-person-1053">
            <a:extLst>
              <a:ext uri="{FF2B5EF4-FFF2-40B4-BE49-F238E27FC236}">
                <ns2:creationId id="{92625B89-B190-48BA-B604-C2162296F65C}"/>
              </a:ext>
            </a:extLst>
          </p:cNvPr>
          <p:cNvSpPr>
            <a:spLocks noGrp="1"/>
          </p:cNvSpPr>
          <p:nvPr/>
        </p:nvSpPr>
        <p:spPr>
          <a:xfrm>
            <a:off x="465296" y="5875592"/>
            <a:ext cx="88583" cy="88583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1" name="icon-person-1054">
            <a:extLst>
              <a:ext uri="{FF2B5EF4-FFF2-40B4-BE49-F238E27FC236}">
                <ns2:creationId id="{2F70FE3B-E1D7-4054-90A0-E497DF759AEB}"/>
              </a:ext>
            </a:extLst>
          </p:cNvPr>
          <p:cNvSpPr>
            <a:spLocks noGrp="1"/>
          </p:cNvSpPr>
          <p:nvPr/>
        </p:nvSpPr>
        <p:spPr>
          <a:xfrm>
            <a:off x="412147" y="5984843"/>
            <a:ext cx="191929" cy="135827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2" name="text-1055">
            <a:extLst>
              <a:ext uri="{FF2B5EF4-FFF2-40B4-BE49-F238E27FC236}">
                <ns2:creationId id="{2F5F3C28-5451-462C-B48E-ACE750BAC77E}"/>
              </a:ext>
            </a:extLst>
          </p:cNvPr>
          <p:cNvSpPr>
            <a:spLocks noGrp="1"/>
          </p:cNvSpPr>
          <p:nvPr/>
        </p:nvSpPr>
        <p:spPr>
          <a:xfrm>
            <a:off x="781050" y="5829300"/>
            <a:ext cx="3143250" cy="3714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汇报人：待填写</a:t>
            </a:r>
            <a:endParaRPr/>
          </a:p>
        </p:txBody>
      </p:sp>
      <p:sp>
        <p:nvSpPr>
          <p:cNvPr id="33" name="icon-clipboard-1056">
            <a:extLst>
              <a:ext uri="{FF2B5EF4-FFF2-40B4-BE49-F238E27FC236}">
                <ns2:creationId id="{DD9215D2-35D2-4D02-9FA4-CD1E74BDEE98}"/>
              </a:ext>
            </a:extLst>
          </p:cNvPr>
          <p:cNvSpPr>
            <a:spLocks noGrp="1"/>
          </p:cNvSpPr>
          <p:nvPr/>
        </p:nvSpPr>
        <p:spPr>
          <a:xfrm>
            <a:off x="4501134" y="5782056"/>
            <a:ext cx="260033" cy="312039"/>
          </a:xfrm>
          <a:prstGeom prst="roundRect">
            <a:avLst>
              <a:gd name="adj" fmla="val 29304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4" name="icon-clipboard-1057">
            <a:extLst>
              <a:ext uri="{FF2B5EF4-FFF2-40B4-BE49-F238E27FC236}">
                <ns2:creationId id="{BD828FB0-C018-47D2-AA3C-A90D4522B0D4}"/>
              </a:ext>
            </a:extLst>
          </p:cNvPr>
          <p:cNvSpPr>
            <a:spLocks noGrp="1"/>
          </p:cNvSpPr>
          <p:nvPr/>
        </p:nvSpPr>
        <p:spPr>
          <a:xfrm>
            <a:off x="4569143" y="5754053"/>
            <a:ext cx="120015" cy="60008"/>
          </a:xfrm>
          <a:prstGeom prst="roundRect">
            <a:avLst>
              <a:gd name="adj" fmla="val 50000"/>
            </a:avLst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35" name="vector-1058">
            <a:extLst>
              <a:ext uri="{FF2B5EF4-FFF2-40B4-BE49-F238E27FC236}">
                <ns2:creationId id="{B9E0CBB6-31E1-4772-979B-C1F7146AF936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342900"/>
                </a:moveTo>
                <a:lnTo>
                  <a:pt x="342900" y="40005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6" name="vector-1059">
            <a:extLst>
              <a:ext uri="{FF2B5EF4-FFF2-40B4-BE49-F238E27FC236}">
                <ns2:creationId id="{11F633F6-15A8-4DA9-9C5A-0DA38894C877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400050"/>
                </a:moveTo>
                <a:lnTo>
                  <a:pt x="428625" y="2762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7" name="vector-1060">
            <a:extLst>
              <a:ext uri="{FF2B5EF4-FFF2-40B4-BE49-F238E27FC236}">
                <ns2:creationId id="{79831547-281B-4648-890A-2C4080EA1DAD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352425"/>
                </a:moveTo>
                <a:lnTo>
                  <a:pt x="695325" y="3524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8" name="vector-1061">
            <a:extLst>
              <a:ext uri="{FF2B5EF4-FFF2-40B4-BE49-F238E27FC236}">
                <ns2:creationId id="{0AD41106-1B0F-445D-8B21-6925B61DABC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523875"/>
                </a:moveTo>
                <a:lnTo>
                  <a:pt x="342900" y="58102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39" name="vector-1062">
            <a:extLst>
              <a:ext uri="{FF2B5EF4-FFF2-40B4-BE49-F238E27FC236}">
                <ns2:creationId id="{7155229C-5079-45A6-B185-092B37F6C65C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581025"/>
                </a:moveTo>
                <a:lnTo>
                  <a:pt x="428625" y="4572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0" name="vector-1063">
            <a:extLst>
              <a:ext uri="{FF2B5EF4-FFF2-40B4-BE49-F238E27FC236}">
                <ns2:creationId id="{C04D408E-B21F-492B-B469-89698AB79BAF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533400"/>
                </a:moveTo>
                <a:lnTo>
                  <a:pt x="695325" y="5334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1" name="vector-1064">
            <a:extLst>
              <a:ext uri="{FF2B5EF4-FFF2-40B4-BE49-F238E27FC236}">
                <ns2:creationId id="{CD69603F-5B16-4918-9F5A-F8CE4A248F0B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266700" y="704850"/>
                </a:moveTo>
                <a:lnTo>
                  <a:pt x="342900" y="762000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2" name="vector-1065">
            <a:extLst>
              <a:ext uri="{FF2B5EF4-FFF2-40B4-BE49-F238E27FC236}">
                <ns2:creationId id="{D3471EB6-E8BC-427D-BBC9-9AF580B4F912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342900" y="762000"/>
                </a:moveTo>
                <a:lnTo>
                  <a:pt x="428625" y="6381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3" name="vector-1066">
            <a:extLst>
              <a:ext uri="{FF2B5EF4-FFF2-40B4-BE49-F238E27FC236}">
                <ns2:creationId id="{C8737E86-F9B2-4CFC-BE61-4691A6D32CDE}"/>
              </a:ext>
            </a:extLst>
          </p:cNvPr>
          <p:cNvSpPr>
            <a:spLocks noGrp="1"/>
          </p:cNvSpPr>
          <p:nvPr/>
        </p:nvSpPr>
        <p:spPr>
          <a:xfrm>
            <a:off x="4429125" y="5734050"/>
            <a:ext cx="400050" cy="400050"/>
          </a:xfrm>
          <a:custGeom>
            <a:pathLst>
              <a:path w="952500" h="952500">
                <a:moveTo>
                  <a:pt x="495300" y="714375"/>
                </a:moveTo>
                <a:lnTo>
                  <a:pt x="695325" y="714375"/>
                </a:lnTo>
              </a:path>
            </a:pathLst>
          </a:custGeom>
          <a:noFill/>
          <a:ln w="20002" cap="rnd">
            <a:solidFill>
              <a:srgbClr val="FFFFFF"/>
            </a:solidFill>
            <a:prstDash val="solid"/>
          </a:ln>
        </p:spPr>
      </p:sp>
      <p:sp>
        <p:nvSpPr>
          <p:cNvPr id="44" name="text-1067">
            <a:extLst>
              <a:ext uri="{FF2B5EF4-FFF2-40B4-BE49-F238E27FC236}">
                <ns2:creationId id="{F5EB26CC-8E4D-432E-8AC4-9D16C03DE544}"/>
              </a:ext>
            </a:extLst>
          </p:cNvPr>
          <p:cNvSpPr>
            <a:spLocks noGrp="1"/>
          </p:cNvSpPr>
          <p:nvPr/>
        </p:nvSpPr>
        <p:spPr>
          <a:xfrm>
            <a:off x="495300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研究设计</a:t>
            </a:r>
            <a:endParaRPr/>
          </a:p>
        </p:txBody>
      </p:sp>
      <p:sp>
        <p:nvSpPr>
          <p:cNvPr id="45" name="icon-search-1068">
            <a:extLst>
              <a:ext uri="{FF2B5EF4-FFF2-40B4-BE49-F238E27FC236}">
                <ns2:creationId id="{9DCC8505-3220-497A-ACE4-63689413C14B}"/>
              </a:ext>
            </a:extLst>
          </p:cNvPr>
          <p:cNvSpPr>
            <a:spLocks noGrp="1"/>
          </p:cNvSpPr>
          <p:nvPr/>
        </p:nvSpPr>
        <p:spPr>
          <a:xfrm>
            <a:off x="7031355" y="5774055"/>
            <a:ext cx="232029" cy="232029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6" name="vector-1069">
            <a:extLst>
              <a:ext uri="{FF2B5EF4-FFF2-40B4-BE49-F238E27FC236}">
                <ns2:creationId id="{6A00402F-604C-465F-99C6-68D97D0C083D}"/>
              </a:ext>
            </a:extLst>
          </p:cNvPr>
          <p:cNvSpPr>
            <a:spLocks noGrp="1"/>
          </p:cNvSpPr>
          <p:nvPr/>
        </p:nvSpPr>
        <p:spPr>
          <a:xfrm>
            <a:off x="6991350" y="5734050"/>
            <a:ext cx="400050" cy="400050"/>
          </a:xfrm>
          <a:custGeom>
            <a:pathLst>
              <a:path w="952500" h="952500">
                <a:moveTo>
                  <a:pt x="571500" y="571500"/>
                </a:moveTo>
                <a:lnTo>
                  <a:pt x="866775" y="866775"/>
                </a:lnTo>
              </a:path>
            </a:pathLst>
          </a:custGeom>
          <a:noFill/>
          <a:ln w="20002" cap="rnd">
            <a:solidFill>
              <a:srgbClr val="1359A0"/>
            </a:solidFill>
            <a:prstDash val="solid"/>
          </a:ln>
        </p:spPr>
      </p:sp>
      <p:sp>
        <p:nvSpPr>
          <p:cNvPr id="47" name="text-1070">
            <a:extLst>
              <a:ext uri="{FF2B5EF4-FFF2-40B4-BE49-F238E27FC236}">
                <ns2:creationId id="{EE58B76C-DD9F-4C00-9273-84E4F39B858A}"/>
              </a:ext>
            </a:extLst>
          </p:cNvPr>
          <p:cNvSpPr>
            <a:spLocks noGrp="1"/>
          </p:cNvSpPr>
          <p:nvPr/>
        </p:nvSpPr>
        <p:spPr>
          <a:xfrm>
            <a:off x="7515225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  <a:endParaRPr/>
          </a:p>
        </p:txBody>
      </p:sp>
      <p:sp>
        <p:nvSpPr>
          <p:cNvPr id="48" name="icon-compass-1071">
            <a:extLst>
              <a:ext uri="{FF2B5EF4-FFF2-40B4-BE49-F238E27FC236}">
                <ns2:creationId id="{F6EDAD83-45E2-420B-A60E-53D6935B2167}"/>
              </a:ext>
            </a:extLst>
          </p:cNvPr>
          <p:cNvSpPr>
            <a:spLocks noGrp="1"/>
          </p:cNvSpPr>
          <p:nvPr/>
        </p:nvSpPr>
        <p:spPr>
          <a:xfrm>
            <a:off x="9577578" y="5758053"/>
            <a:ext cx="352044" cy="352044"/>
          </a:xfrm>
          <a:prstGeom prst="ellipse">
            <a:avLst/>
          </a:prstGeom>
          <a:solidFill>
            <a:srgbClr val="1359A0"/>
          </a:solidFill>
          <a:ln w="20002" cap="rnd">
            <a:solidFill>
              <a:srgbClr val="1359A0"/>
            </a:solidFill>
            <a:prstDash val="solid"/>
          </a:ln>
        </p:spPr>
      </p:sp>
      <p:sp>
        <p:nvSpPr>
          <p:cNvPr id="49" name="vector-1072">
            <a:extLst>
              <a:ext uri="{FF2B5EF4-FFF2-40B4-BE49-F238E27FC236}">
                <ns2:creationId id="{5197B925-E643-4B61-9680-53CF7DC39BC4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142875"/>
                </a:moveTo>
                <a:lnTo>
                  <a:pt x="600075" y="581025"/>
                </a:lnTo>
                <a:lnTo>
                  <a:pt x="35242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0" name="vector-1073">
            <a:extLst>
              <a:ext uri="{FF2B5EF4-FFF2-40B4-BE49-F238E27FC236}">
                <ns2:creationId id="{E353FA93-8D3D-4748-B80D-B03F6A91A68B}"/>
              </a:ext>
            </a:extLst>
          </p:cNvPr>
          <p:cNvSpPr>
            <a:spLocks noGrp="1"/>
          </p:cNvSpPr>
          <p:nvPr/>
        </p:nvSpPr>
        <p:spPr>
          <a:xfrm>
            <a:off x="9553575" y="5734050"/>
            <a:ext cx="400050" cy="400050"/>
          </a:xfrm>
          <a:custGeom>
            <a:pathLst>
              <a:path w="952500" h="952500">
                <a:moveTo>
                  <a:pt x="476250" y="809625"/>
                </a:moveTo>
                <a:lnTo>
                  <a:pt x="352425" y="581025"/>
                </a:lnTo>
                <a:lnTo>
                  <a:pt x="600075" y="581025"/>
                </a:lnTo>
                <a:close/>
              </a:path>
            </a:pathLst>
          </a:custGeom>
          <a:solidFill>
            <a:srgbClr val="FFFFFF"/>
          </a:solidFill>
          <a:ln w="20002" cap="rnd">
            <a:solidFill>
              <a:srgbClr val="FFFFFF"/>
            </a:solidFill>
            <a:prstDash val="solid"/>
          </a:ln>
        </p:spPr>
      </p:sp>
      <p:sp>
        <p:nvSpPr>
          <p:cNvPr id="51" name="text-1074">
            <a:extLst>
              <a:ext uri="{FF2B5EF4-FFF2-40B4-BE49-F238E27FC236}">
                <ns2:creationId id="{B71D1E75-297B-4368-8ED9-545F621B469C}"/>
              </a:ext>
            </a:extLst>
          </p:cNvPr>
          <p:cNvSpPr>
            <a:spLocks noGrp="1"/>
          </p:cNvSpPr>
          <p:nvPr/>
        </p:nvSpPr>
        <p:spPr>
          <a:xfrm>
            <a:off x="10077450" y="5791200"/>
            <a:ext cx="187642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1359A0"/>
                </a:solidFill>
                <a:latin typeface="Noto Sans CJK SC"/>
                <a:ea typeface="Noto Sans CJK SC"/>
                <a:cs typeface="Noto Sans CJK SC"/>
              </a:rPr>
              <a:t>下一步工作</a:t>
            </a:r>
            <a:endParaRPr/>
          </a:p>
        </p:txBody>
      </p:sp>
      <p:sp>
        <p:nvSpPr>
          <p:cNvPr id="52" name="text-1075">
            <a:extLst>
              <a:ext uri="{FF2B5EF4-FFF2-40B4-BE49-F238E27FC236}">
                <ns2:creationId id="{374F29D9-52C4-4636-AF0E-907AA99230BF}"/>
              </a:ext>
            </a:extLst>
          </p:cNvPr>
          <p:cNvSpPr>
            <a:spLocks noGrp="1"/>
          </p:cNvSpPr>
          <p:nvPr/>
        </p:nvSpPr>
        <p:spPr>
          <a:xfrm>
            <a:off x="228600" y="6619875"/>
            <a:ext cx="10572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l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科研模板 · 内容与数据均为示意</a:t>
            </a:r>
            <a:endParaRPr/>
          </a:p>
        </p:txBody>
      </p:sp>
      <p:sp>
        <p:nvSpPr>
          <p:cNvPr id="53" name="text-1076">
            <a:extLst>
              <a:ext uri="{FF2B5EF4-FFF2-40B4-BE49-F238E27FC236}">
                <ns2:creationId id="{498A1029-233C-4F0B-9D87-3E16AAB23A87}"/>
              </a:ext>
            </a:extLst>
          </p:cNvPr>
          <p:cNvSpPr>
            <a:spLocks noGrp="1"/>
          </p:cNvSpPr>
          <p:nvPr/>
        </p:nvSpPr>
        <p:spPr>
          <a:xfrm>
            <a:off x="11525250" y="659130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/>
          <a:lstStyle>
            <a:def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defPPr>
            <a:lvl1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1pPr>
            <a:lvl2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2pPr>
            <a:lvl3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3pPr>
            <a:lvl4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4pPr>
            <a:lvl5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5pPr>
            <a:lvl6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6pPr>
            <a:lvl7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7pPr>
            <a:lvl8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8pPr>
            <a:lvl9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lvl9pPr>
          </a:lstStyle>
          <a:p>
            <a:pPr algn="r">
              <a:def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2685C9"/>
                </a:solidFill>
                <a:latin typeface="Noto Sans CJK SC"/>
                <a:ea typeface="Noto Sans CJK SC"/>
                <a:cs typeface="Noto Sans CJK SC"/>
              </a:rPr>
              <a:t>14</a:t>
            </a:r>
            <a:endParaRPr/>
          </a:p>
        </p:txBody>
      </p:sp>
    </p:spTree>
    <p:extLst>
      <p:ext uri="{BB962C8B-B14F-4D97-AF65-F5344CB8AC3E}">
        <ns4:creationId val="711463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14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dcterms="http://purl.org/dc/terms/" xmlns:ns0="http://schemas.openxmlformats.org/package/2006/metadata/core-properties" xmlns:xsi="http://www.w3.org/2001/XMLSchema-instance">
  <dc:creator>editable-research-ppt contributors</dc:creator>
  <ns0:lastModifiedBy>editable-research-ppt contributors</ns0:lastModifiedBy>
  <dc:title>Presentation</dc:title>
  <dcterms:created xsi:type="dcterms:W3CDTF">2026-10-19T12:24:09.8680000Z</dcterms:created>
  <dcterms:modified xsi:type="dcterms:W3CDTF">2026-10-19T12:24:09.8680000Z</dcterms:modified>
</ns0:coreProperties>
</file>