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  <p:sldId id="262" r:id="researchSlide7"/>
    <p:sldId id="263" r:id="researchSlide8"/>
    <p:sldId id="264" r:id="researchSlide9"/>
    <p:sldId id="265" r:id="researchSlide10"/>
    <p:sldId id="266" r:id="researchSlide11"/>
    <p:sldId id="267" r:id="researchSlide12"/>
    <p:sldId id="268" r:id="researchSlide13"/>
    <p:sldId id="269" r:id="researchSlide14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Relationship Id="researchSlide7" Type="http://schemas.openxmlformats.org/officeDocument/2006/relationships/slide" Target="/ppt/slides/slide7.xml" /><Relationship Id="researchSlide8" Type="http://schemas.openxmlformats.org/officeDocument/2006/relationships/slide" Target="/ppt/slides/slide8.xml" /><Relationship Id="researchSlide9" Type="http://schemas.openxmlformats.org/officeDocument/2006/relationships/slide" Target="/ppt/slides/slide9.xml" /><Relationship Id="researchSlide10" Type="http://schemas.openxmlformats.org/officeDocument/2006/relationships/slide" Target="/ppt/slides/slide10.xml" /><Relationship Id="researchSlide11" Type="http://schemas.openxmlformats.org/officeDocument/2006/relationships/slide" Target="/ppt/slides/slide11.xml" /><Relationship Id="researchSlide12" Type="http://schemas.openxmlformats.org/officeDocument/2006/relationships/slide" Target="/ppt/slides/slide12.xml" /><Relationship Id="researchSlide13" Type="http://schemas.openxmlformats.org/officeDocument/2006/relationships/slide" Target="/ppt/slides/slide13.xml" /><Relationship Id="researchSlide14" Type="http://schemas.openxmlformats.org/officeDocument/2006/relationships/slide" Target="/ppt/slides/slide14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_rels/chart7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7.xlsx" /></Relationships>
</file>

<file path=ppt/charts/_rels/chart8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8.xlsx" /></Relationships>
</file>

<file path=ppt/charts/_rels/chart9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9.xlsx" /></Relationships>
</file>

<file path=ppt/charts/_rels/chart10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0.xlsx" /></Relationships>
</file>

<file path=ppt/charts/_rels/chart1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1.xlsx" /></Relationships>
</file>

<file path=ppt/charts/_rels/chart1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2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8"/>
          <c:w val="0.81"/>
          <c:h val="0.515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AF3D3D"/>
            </a:solidFill>
            <a:ln w="19050">
              <a:solidFill>
                <a:srgbClr val="AF3D3D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F3D3D"/>
              </a:solidFill>
              <a:ln w="8890">
                <a:solidFill>
                  <a:srgbClr val="AF3D3D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barChart>
        <c:barDir val="col"/>
        <c:grouping val="clustered"/>
        <c:varyColors val="0"/>
        <c:ser>
          <c:idx val="0"/>
          <c:order val="0"/>
          <c:tx>
            <c:v>群落甲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barChart>
        <c:barDir val="col"/>
        <c:grouping val="clustered"/>
        <c:varyColors val="0"/>
        <c:ser>
          <c:idx val="0"/>
          <c:order val="0"/>
          <c:tx>
            <c:v>群落乙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70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2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2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2"/>
          <c:y val="0.06"/>
          <c:w val="0.74"/>
          <c:h val="0.625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观测值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718EAA"/>
            </a:solidFill>
            <a:ln w="11430">
              <a:solidFill>
                <a:srgbClr val="173D67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718EAA"/>
            </a:solidFill>
            <a:ln w="11430">
              <a:solidFill>
                <a:srgbClr val="173D67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EF3F8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AF3D3D"/>
            </a:solidFill>
            <a:ln w="19050">
              <a:solidFill>
                <a:srgbClr val="AF3D3D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F3D3D"/>
              </a:solidFill>
              <a:ln w="8890">
                <a:solidFill>
                  <a:srgbClr val="AF3D3D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2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b8ecb1a0f4c347b8" /><Relationship Type="http://schemas.openxmlformats.org/officeDocument/2006/relationships/notesMaster" Target="/ppt/notesMasters/notesMaster1.xml" Id="R1f9ddf8ce2e948fd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9a7bfe174d0e4ccf" /><Relationship Type="http://schemas.openxmlformats.org/officeDocument/2006/relationships/notesMaster" Target="/ppt/notesMasters/notesMaster1.xml" Id="R0c5b9a79d98d42ed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b70eeec2696d4581" /><Relationship Type="http://schemas.openxmlformats.org/officeDocument/2006/relationships/notesMaster" Target="/ppt/notesMasters/notesMaster1.xml" Id="Rafb4a98151eb46f4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1567c83f4b6a4b74" /><Relationship Type="http://schemas.openxmlformats.org/officeDocument/2006/relationships/notesMaster" Target="/ppt/notesMasters/notesMaster1.xml" Id="R0926ce8f21de4b11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fc6e8ac78c5545a3" /><Relationship Type="http://schemas.openxmlformats.org/officeDocument/2006/relationships/notesMaster" Target="/ppt/notesMasters/notesMaster1.xml" Id="Rf0bb6a3157794807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41799d7d8e3843f1" /><Relationship Type="http://schemas.openxmlformats.org/officeDocument/2006/relationships/notesMaster" Target="/ppt/notesMasters/notesMaster1.xml" Id="R5ce3b7a540304d6b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.xml" Id="R114553076e04493d" /><Relationship Type="http://schemas.openxmlformats.org/officeDocument/2006/relationships/notesMaster" Target="/ppt/notesMasters/notesMaster1.xml" Id="Rca58bf0f836b4098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8.xml" Id="R2e71f6aa53874f33" /><Relationship Type="http://schemas.openxmlformats.org/officeDocument/2006/relationships/notesMaster" Target="/ppt/notesMasters/notesMaster1.xml" Id="Rbc334885f09040c8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/ppt/slides/slide9.xml" Id="Rd0cc5ea8d0c74a67" /><Relationship Type="http://schemas.openxmlformats.org/officeDocument/2006/relationships/notesMaster" Target="/ppt/notesMasters/notesMaster1.xml" Id="Reeaf5a3cd56d4190" /></Relationships>
</file>

<file path=ppt/notesSlides/_rels/notesSlide10.xml.rels><?xml version='1.0' encoding='utf-8'?>
<Relationships xmlns="http://schemas.openxmlformats.org/package/2006/relationships"><Relationship Type="http://schemas.openxmlformats.org/officeDocument/2006/relationships/slide" Target="/ppt/slides/slide10.xml" Id="Rc4e15e69f21a4d07" /><Relationship Type="http://schemas.openxmlformats.org/officeDocument/2006/relationships/notesMaster" Target="/ppt/notesMasters/notesMaster1.xml" Id="R146efe84a7b445ef" 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/ppt/slides/slide11.xml" Id="R4cf529f6e1c7487c" /><Relationship Type="http://schemas.openxmlformats.org/officeDocument/2006/relationships/notesMaster" Target="/ppt/notesMasters/notesMaster1.xml" Id="Rf4725e7255104779" /></Relationships>
</file>

<file path=ppt/notesSlides/_rels/notesSlide12.xml.rels><?xml version='1.0' encoding='utf-8'?>
<Relationships xmlns="http://schemas.openxmlformats.org/package/2006/relationships"><Relationship Type="http://schemas.openxmlformats.org/officeDocument/2006/relationships/slide" Target="/ppt/slides/slide12.xml" Id="R1a98765aa4d045e3" /><Relationship Type="http://schemas.openxmlformats.org/officeDocument/2006/relationships/notesMaster" Target="/ppt/notesMasters/notesMaster1.xml" Id="Rf71fc11f984e4167" /></Relationships>
</file>

<file path=ppt/notesSlides/_rels/notesSlide13.xml.rels><?xml version='1.0' encoding='utf-8'?>
<Relationships xmlns="http://schemas.openxmlformats.org/package/2006/relationships"><Relationship Type="http://schemas.openxmlformats.org/officeDocument/2006/relationships/slide" Target="/ppt/slides/slide13.xml" Id="Rcabf86a481cf4e46" /><Relationship Type="http://schemas.openxmlformats.org/officeDocument/2006/relationships/notesMaster" Target="/ppt/notesMasters/notesMaster1.xml" Id="Rfdb328f4526545f4" /></Relationships>
</file>

<file path=ppt/notesSlides/_rels/notesSlide14.xml.rels><?xml version='1.0' encoding='utf-8'?>
<Relationships xmlns="http://schemas.openxmlformats.org/package/2006/relationships"><Relationship Type="http://schemas.openxmlformats.org/officeDocument/2006/relationships/slide" Target="/ppt/slides/slide14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本样板人工构造的合成数据，仅测试版式与编辑功能，不代表真实研究。</a:t>
            </a:r>
            <a:endParaRPr/>
          </a:p>
          <a:p>
            <a:r>
              <a:rPr/>
              <a:t>Layout: L1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left.chart: 本样板人工构造的合成数据，仅测试版式与编辑功能，不代表真实研究。</a:t>
            </a:r>
            <a:endParaRPr/>
          </a:p>
          <a:p>
            <a:r>
              <a:rPr/>
              <a:t>right.chart: 本样板人工构造的合成数据，仅测试版式与编辑功能，不代表真实研究。</a:t>
            </a:r>
            <a:endParaRPr/>
          </a:p>
          <a:p>
            <a:r>
              <a:rPr/>
              <a:t>Layout: L3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L4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L5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L6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L7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本样板人工构造的合成数据，仅测试版式与编辑功能，不代表真实研究。</a:t>
            </a:r>
            <a:endParaRPr/>
          </a:p>
          <a:p>
            <a:r>
              <a:rPr/>
              <a:t>Layout: L8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L9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L10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L12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L13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L14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0f69ec925464b98" /><Relationship Type="http://schemas.openxmlformats.org/officeDocument/2006/relationships/chart" Target="/ppt/charts/chart1.xml" Id="Rd3976b09d88d407c" /><Relationship Type="http://schemas.openxmlformats.org/officeDocument/2006/relationships/notesSlide" Target="/ppt/notesSlides/notesSlide1.xml" Id="R731d6414eb1540d5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2.xml" Id="Rd2fd00bda74e4d93" /><Relationship Type="http://schemas.openxmlformats.org/officeDocument/2006/relationships/chart" Target="/ppt/charts/chart3.xml" Id="Re728cd7a426649f7" /><Relationship Type="http://schemas.openxmlformats.org/officeDocument/2006/relationships/notesSlide" Target="/ppt/notesSlides/notesSlide2.xml" Id="R4c85476b41b04e9a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993b0904f974483" /><Relationship Type="http://schemas.openxmlformats.org/officeDocument/2006/relationships/chart" Target="/ppt/charts/chart4.xml" Id="R9e4b51eb44254abd" /><Relationship Type="http://schemas.openxmlformats.org/officeDocument/2006/relationships/chart" Target="/ppt/charts/chart5.xml" Id="Rc49d4862ef9e4b9a" /><Relationship Type="http://schemas.openxmlformats.org/officeDocument/2006/relationships/notesSlide" Target="/ppt/notesSlides/notesSlide3.xml" Id="R62c7711b81c24dd0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3495a616070428b" /><Relationship Type="http://schemas.openxmlformats.org/officeDocument/2006/relationships/notesSlide" Target="/ppt/notesSlides/notesSlide4.xml" Id="Rece6f4e963464ce2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32680c6b5d4552" /><Relationship Type="http://schemas.openxmlformats.org/officeDocument/2006/relationships/image" Target="/ppt/media/image2.png" Id="Rda1941b6a5cf4a48" /><Relationship Type="http://schemas.openxmlformats.org/officeDocument/2006/relationships/notesSlide" Target="/ppt/notesSlides/notesSlide5.xml" Id="R68f0df05906a4f2e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397f4e24ee24421" /><Relationship Type="http://schemas.openxmlformats.org/officeDocument/2006/relationships/notesSlide" Target="/ppt/notesSlides/notesSlide6.xml" Id="Rbb57f2fd412e4e66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c2c3da23ff74ada" /><Relationship Type="http://schemas.openxmlformats.org/officeDocument/2006/relationships/image" Target="/ppt/media/image2.png" Id="R8fcd05eff92847ce" /><Relationship Type="http://schemas.openxmlformats.org/officeDocument/2006/relationships/notesSlide" Target="/ppt/notesSlides/notesSlide7.xml" Id="Rc3ff8a46e50b4879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0b1e622ca56413d" /><Relationship Type="http://schemas.openxmlformats.org/officeDocument/2006/relationships/image" Target="/ppt/media/image.png" Id="Rf024df587924409c" /><Relationship Type="http://schemas.openxmlformats.org/officeDocument/2006/relationships/chart" Target="/ppt/charts/chart6.xml" Id="Rb01c90e26ef64a2d" /><Relationship Type="http://schemas.openxmlformats.org/officeDocument/2006/relationships/notesSlide" Target="/ppt/notesSlides/notesSlide8.xml" Id="R198bc451e3ed49d4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5b0de36d0154031" /><Relationship Type="http://schemas.openxmlformats.org/officeDocument/2006/relationships/image" Target="/ppt/media/image.png" Id="R5f155ced3c494a39" /><Relationship Type="http://schemas.openxmlformats.org/officeDocument/2006/relationships/image" Target="/ppt/media/image.png" Id="Ra3e27fc1ebcc433e" /><Relationship Type="http://schemas.openxmlformats.org/officeDocument/2006/relationships/image" Target="/ppt/media/image.png" Id="Rdf017364ef2348d1" /><Relationship Type="http://schemas.openxmlformats.org/officeDocument/2006/relationships/image" Target="/ppt/media/image.png" Id="R32ff49c7cc97420d" /><Relationship Type="http://schemas.openxmlformats.org/officeDocument/2006/relationships/image" Target="/ppt/media/image.png" Id="R172781c0c6724258" /><Relationship Type="http://schemas.openxmlformats.org/officeDocument/2006/relationships/image" Target="/ppt/media/image.png" Id="R7458a5ac3d3448c8" /><Relationship Type="http://schemas.openxmlformats.org/officeDocument/2006/relationships/image" Target="/ppt/media/image.png" Id="R6b80380e3d78440e" /><Relationship Type="http://schemas.openxmlformats.org/officeDocument/2006/relationships/notesSlide" Target="/ppt/notesSlides/notesSlide9.xml" Id="R4ef68450f9d14d7b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cb46eafb4d4a61" /><Relationship Type="http://schemas.openxmlformats.org/officeDocument/2006/relationships/chart" Target="/ppt/charts/chart7.xml" Id="R131fe6ba7eb5426e" /><Relationship Type="http://schemas.openxmlformats.org/officeDocument/2006/relationships/chart" Target="/ppt/charts/chart8.xml" Id="R272f144416c24f5b" /><Relationship Type="http://schemas.openxmlformats.org/officeDocument/2006/relationships/notesSlide" Target="/ppt/notesSlides/notesSlide10.xml" Id="Re932ae2421e947e6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9.xml" Id="R0f90f39fb5cf47f3" /><Relationship Type="http://schemas.openxmlformats.org/officeDocument/2006/relationships/chart" Target="/ppt/charts/chart10.xml" Id="R5ffc3bee95974730" /><Relationship Type="http://schemas.openxmlformats.org/officeDocument/2006/relationships/chart" Target="/ppt/charts/chart11.xml" Id="R5911ad34a6c7462d" /><Relationship Type="http://schemas.openxmlformats.org/officeDocument/2006/relationships/chart" Target="/ppt/charts/chart12.xml" Id="Rffaaf39a0267400e" /><Relationship Type="http://schemas.openxmlformats.org/officeDocument/2006/relationships/notesSlide" Target="/ppt/notesSlides/notesSlide11.xml" Id="R0674bcd17bcf4ba2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049694d72264f0a" /><Relationship Type="http://schemas.openxmlformats.org/officeDocument/2006/relationships/notesSlide" Target="/ppt/notesSlides/notesSlide12.xml" Id="Rb9024c2dfc9c419a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20a905920734b87" /><Relationship Type="http://schemas.openxmlformats.org/officeDocument/2006/relationships/notesSlide" Target="/ppt/notesSlides/notesSlide13.xml" Id="R2032e172c9364bb7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image" Target="/ppt/media/image2.png" Id="R3b9dd86b0bd84db3" /><Relationship Type="http://schemas.openxmlformats.org/officeDocument/2006/relationships/notesSlide" Target="/ppt/notesSlides/notesSlide14.xml" Id="R42f6f6e0deef48f7" /></Relationships>
</file>

<file path=ppt/slides/slide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2" name="text-1">
            <a:extLst>
              <a:ext uri="{FF2B5EF4-FFF2-40B4-BE49-F238E27FC236}">
                <ns2:creationId id="{009F0CF5-DB8E-44A1-B702-A1E76773DCAA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研究框架｜监测与分析的反馈循环</a:t>
            </a:r>
            <a:endParaRPr/>
          </a:p>
        </p:txBody>
      </p:sp>
      <p:sp>
        <p:nvSpPr>
          <p:cNvPr id="2" name="line-2">
            <a:extLst>
              <a:ext uri="{FF2B5EF4-FFF2-40B4-BE49-F238E27FC236}">
                <ns2:creationId id="{D0558291-98A9-48CE-A150-8887031C1E9A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3">
            <a:extLst>
              <a:ext uri="{FF2B5EF4-FFF2-40B4-BE49-F238E27FC236}">
                <ns2:creationId id="{CF7E6846-0973-420B-BDFD-FD5DED5F40CE}"/>
              </a:ext>
            </a:extLst>
          </p:cNvPr>
          <p:cNvSpPr>
            <a:spLocks noGrp="1"/>
          </p:cNvSpPr>
          <p:nvPr/>
        </p:nvSpPr>
        <p:spPr>
          <a:xfrm>
            <a:off x="228600" y="971550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4">
            <a:extLst>
              <a:ext uri="{FF2B5EF4-FFF2-40B4-BE49-F238E27FC236}">
                <ns2:creationId id="{5BE4B42B-7715-4DA8-B5AB-D2B4BD5C7032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52" name="icon-location-152"/>
          <p:cNvSpPr/>
          <p:nvPr/>
        </p:nvSpPr>
        <p:spPr>
          <a:xfrm>
            <a:off x="381000" y="1057275"/>
            <a:ext cx="247650" cy="2476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860"/>
                </a:moveTo>
                <a:lnTo>
                  <a:pt x="240" y="520"/>
                </a:lnTo>
                <a:lnTo>
                  <a:pt x="200" y="380"/>
                </a:lnTo>
                <a:lnTo>
                  <a:pt x="270" y="220"/>
                </a:lnTo>
                <a:lnTo>
                  <a:pt x="500" y="140"/>
                </a:lnTo>
                <a:lnTo>
                  <a:pt x="730" y="220"/>
                </a:lnTo>
                <a:lnTo>
                  <a:pt x="800" y="380"/>
                </a:lnTo>
                <a:lnTo>
                  <a:pt x="760" y="520"/>
                </a:lnTo>
                <a:close/>
              </a:path>
            </a:pathLst>
          </a:custGeom>
          <a:noFill/>
          <a:ln w="14364" cap="rnd">
            <a:solidFill>
              <a:srgbClr val="173D67"/>
            </a:solidFill>
          </a:ln>
        </p:spPr>
      </p:sp>
      <p:sp>
        <p:nvSpPr>
          <p:cNvPr id="153" name="icon-location-dot-153"/>
          <p:cNvSpPr/>
          <p:nvPr/>
        </p:nvSpPr>
        <p:spPr>
          <a:xfrm>
            <a:off x="475107" y="1124140"/>
            <a:ext cx="59436" cy="59436"/>
          </a:xfrm>
          <a:prstGeom prst="ellipse">
            <a:avLst/>
          </a:prstGeom>
          <a:noFill/>
          <a:ln w="12927" cap="rnd">
            <a:solidFill>
              <a:srgbClr val="173D67"/>
            </a:solidFill>
          </a:ln>
        </p:spPr>
      </p:sp>
      <p:sp>
        <p:nvSpPr>
          <p:cNvPr id="9" name="text-9">
            <a:extLst>
              <a:ext uri="{FF2B5EF4-FFF2-40B4-BE49-F238E27FC236}">
                <ns2:creationId id="{D86F1824-E9F3-4194-A361-5DF393AF64F0}"/>
              </a:ext>
            </a:extLst>
          </p:cNvPr>
          <p:cNvSpPr>
            <a:spLocks noGrp="1"/>
          </p:cNvSpPr>
          <p:nvPr/>
        </p:nvSpPr>
        <p:spPr>
          <a:xfrm>
            <a:off x="685800" y="1038225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/>
          </a:p>
        </p:txBody>
      </p:sp>
      <p:sp>
        <p:nvSpPr>
          <p:cNvPr id="10" name="text-10">
            <a:extLst>
              <a:ext uri="{FF2B5EF4-FFF2-40B4-BE49-F238E27FC236}">
                <ns2:creationId id="{291BB742-B408-4CD2-958C-8F40779B21F9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3600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整合相机与样点记录</a:t>
            </a:r>
            <a:endParaRPr/>
          </a:p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保留来源与时间</a:t>
            </a:r>
            <a:endParaRPr/>
          </a:p>
        </p:txBody>
      </p:sp>
      <p:graphicFrame>
        <p:nvGraphicFramePr>
          <p:cNvPr id="19" name="">
            <a:extLst>
              <a:ext uri="{FF2B5EF4-FFF2-40B4-BE49-F238E27FC236}">
                <ns2:creationId id="{8458677B-EE92-4571-B2B2-DB00806FD411}"/>
              </a:ext>
            </a:extLst>
          </p:cNvPr>
          <p:cNvGraphicFramePr/>
          <p:nvPr/>
        </p:nvGraphicFramePr>
        <p:xfrm>
          <a:off x="381000" y="2019300"/>
          <a:ext cx="3619500" cy="685800"/>
        </p:xfrm>
        <a:graphic>
          <a:graphicData uri="http://schemas.openxmlformats.org/drawingml/2006/table">
            <a:tbl>
              <a:tblPr/>
              <a:tblGrid>
                <a:gridCol w="929036"/>
                <a:gridCol w="1828103"/>
                <a:gridCol w="929036"/>
              </a:tblGrid>
              <a:tr h="34290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内容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时间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</a:tr>
              <a:tr h="34290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相机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物种与位置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日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panel-19">
            <a:extLst>
              <a:ext uri="{FF2B5EF4-FFF2-40B4-BE49-F238E27FC236}">
                <ns2:creationId id="{A5A83482-C219-47CD-A498-1F10CD443571}"/>
              </a:ext>
            </a:extLst>
          </p:cNvPr>
          <p:cNvSpPr>
            <a:spLocks noGrp="1"/>
          </p:cNvSpPr>
          <p:nvPr/>
        </p:nvSpPr>
        <p:spPr>
          <a:xfrm>
            <a:off x="8039100" y="971550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1" name="shape-20">
            <a:extLst>
              <a:ext uri="{FF2B5EF4-FFF2-40B4-BE49-F238E27FC236}">
                <ns2:creationId id="{AACBB65B-8972-4E49-9417-6A7E008E8774}"/>
              </a:ext>
            </a:extLst>
          </p:cNvPr>
          <p:cNvSpPr>
            <a:spLocks noGrp="1"/>
          </p:cNvSpPr>
          <p:nvPr/>
        </p:nvSpPr>
        <p:spPr>
          <a:xfrm>
            <a:off x="8048625" y="981075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56" name="icon-wf-1-156"/>
          <p:cNvSpPr/>
          <p:nvPr/>
        </p:nvSpPr>
        <p:spPr>
          <a:xfrm>
            <a:off x="8183118" y="1096899"/>
            <a:ext cx="64389" cy="64389"/>
          </a:xfrm>
          <a:prstGeom prst="ellipse">
            <a:avLst/>
          </a:prstGeom>
          <a:noFill/>
          <a:ln w="14364" cap="rnd">
            <a:solidFill>
              <a:srgbClr val="173D67"/>
            </a:solidFill>
          </a:ln>
        </p:spPr>
      </p:sp>
      <p:sp>
        <p:nvSpPr>
          <p:cNvPr id="157" name="icon-wf-2-157"/>
          <p:cNvSpPr/>
          <p:nvPr/>
        </p:nvSpPr>
        <p:spPr>
          <a:xfrm>
            <a:off x="8306943" y="1096899"/>
            <a:ext cx="64389" cy="64389"/>
          </a:xfrm>
          <a:prstGeom prst="ellipse">
            <a:avLst/>
          </a:prstGeom>
          <a:noFill/>
          <a:ln w="14364" cap="rnd">
            <a:solidFill>
              <a:srgbClr val="173D67"/>
            </a:solidFill>
          </a:ln>
        </p:spPr>
      </p:sp>
      <p:sp>
        <p:nvSpPr>
          <p:cNvPr id="158" name="icon-wf-3-158"/>
          <p:cNvSpPr/>
          <p:nvPr/>
        </p:nvSpPr>
        <p:spPr>
          <a:xfrm>
            <a:off x="8245030" y="1205865"/>
            <a:ext cx="64389" cy="64389"/>
          </a:xfrm>
          <a:prstGeom prst="ellipse">
            <a:avLst/>
          </a:prstGeom>
          <a:noFill/>
          <a:ln w="14364" cap="rnd">
            <a:solidFill>
              <a:srgbClr val="173D67"/>
            </a:solidFill>
          </a:ln>
        </p:spPr>
      </p:sp>
      <p:sp>
        <p:nvSpPr>
          <p:cNvPr id="159" name="icon-wf-edges-159"/>
          <p:cNvSpPr/>
          <p:nvPr/>
        </p:nvSpPr>
        <p:spPr>
          <a:xfrm>
            <a:off x="8153400" y="1057275"/>
            <a:ext cx="247650" cy="2476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80" y="290"/>
                </a:moveTo>
                <a:lnTo>
                  <a:pt x="620" y="290"/>
                </a:lnTo>
              </a:path>
              <a:path w="1000" h="1000">
                <a:moveTo>
                  <a:pt x="310" y="400"/>
                </a:moveTo>
                <a:lnTo>
                  <a:pt x="430" y="620"/>
                </a:lnTo>
              </a:path>
              <a:path w="1000" h="1000">
                <a:moveTo>
                  <a:pt x="690" y="400"/>
                </a:moveTo>
                <a:lnTo>
                  <a:pt x="570" y="620"/>
                </a:lnTo>
              </a:path>
            </a:pathLst>
          </a:custGeom>
          <a:noFill/>
          <a:ln w="12927" cap="rnd">
            <a:solidFill>
              <a:srgbClr val="173D67"/>
            </a:solidFill>
          </a:ln>
        </p:spPr>
      </p:sp>
      <p:sp>
        <p:nvSpPr>
          <p:cNvPr id="34" name="text-33">
            <a:extLst>
              <a:ext uri="{FF2B5EF4-FFF2-40B4-BE49-F238E27FC236}">
                <ns2:creationId id="{6038650F-23E7-4D5A-88A3-BBF352D72FE6}"/>
              </a:ext>
            </a:extLst>
          </p:cNvPr>
          <p:cNvSpPr>
            <a:spLocks noGrp="1"/>
          </p:cNvSpPr>
          <p:nvPr/>
        </p:nvSpPr>
        <p:spPr>
          <a:xfrm>
            <a:off x="8496300" y="1038225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模型分析</a:t>
            </a:r>
            <a:endParaRPr/>
          </a:p>
        </p:txBody>
      </p:sp>
      <p:sp>
        <p:nvSpPr>
          <p:cNvPr id="35" name="text-34">
            <a:extLst>
              <a:ext uri="{FF2B5EF4-FFF2-40B4-BE49-F238E27FC236}">
                <ns2:creationId id="{710C4843-9125-49EE-80B4-C821E97CFDEB}"/>
              </a:ext>
            </a:extLst>
          </p:cNvPr>
          <p:cNvSpPr>
            <a:spLocks noGrp="1"/>
          </p:cNvSpPr>
          <p:nvPr/>
        </p:nvSpPr>
        <p:spPr>
          <a:xfrm>
            <a:off x="8210550" y="1447800"/>
            <a:ext cx="3600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定义响应与解释变量，比较候选模型</a:t>
            </a:r>
            <a:endParaRPr/>
          </a:p>
        </p:txBody>
      </p:sp>
      <p:graphicFrame>
        <p:nvGraphicFramePr>
          <p:cNvPr id="48" name="Chart">
            <a:extLst>
              <a:ext uri="{FF2B5EF4-FFF2-40B4-BE49-F238E27FC236}">
                <ns2:creationId id="{54661598-96C5-4A59-B24C-B7C1BF6E452D}"/>
              </a:ext>
            </a:extLst>
          </p:cNvPr>
          <p:cNvGraphicFramePr/>
          <p:nvPr/>
        </p:nvGraphicFramePr>
        <p:xfrm>
          <a:off x="8191500" y="1981200"/>
          <a:ext cx="3638550" cy="1123950"/>
        </p:xfrm>
        <a:graphic>
          <a:graphicData uri="http://schemas.openxmlformats.org/drawingml/2006/chart">
            <c:chart r:id="Rd3976b09d88d407c"/>
          </a:graphicData>
        </a:graphic>
      </p:graphicFrame>
      <p:sp>
        <p:nvSpPr>
          <p:cNvPr id="49" name="text-47">
            <a:extLst>
              <a:ext uri="{FF2B5EF4-FFF2-40B4-BE49-F238E27FC236}">
                <ns2:creationId id="{EE2126A8-D609-4900-9EAB-BEB68BD27349}"/>
              </a:ext>
            </a:extLst>
          </p:cNvPr>
          <p:cNvSpPr>
            <a:spLocks noGrp="1"/>
          </p:cNvSpPr>
          <p:nvPr/>
        </p:nvSpPr>
        <p:spPr>
          <a:xfrm>
            <a:off x="9334500" y="31146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  <a:endParaRPr/>
          </a:p>
        </p:txBody>
      </p:sp>
      <p:sp>
        <p:nvSpPr>
          <p:cNvPr id="50" name="text-48">
            <a:extLst>
              <a:ext uri="{FF2B5EF4-FFF2-40B4-BE49-F238E27FC236}">
                <ns2:creationId id="{6EBCC3F8-5D4B-46BD-8BCE-03D37E198924}"/>
              </a:ext>
            </a:extLst>
          </p:cNvPr>
          <p:cNvSpPr>
            <a:spLocks noGrp="1"/>
          </p:cNvSpPr>
          <p:nvPr/>
        </p:nvSpPr>
        <p:spPr>
          <a:xfrm>
            <a:off x="8210550" y="18288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观测值</a:t>
            </a:r>
            <a:endParaRPr/>
          </a:p>
        </p:txBody>
      </p:sp>
      <p:sp>
        <p:nvSpPr>
          <p:cNvPr id="51" name="panel-49">
            <a:extLst>
              <a:ext uri="{FF2B5EF4-FFF2-40B4-BE49-F238E27FC236}">
                <ns2:creationId id="{302EBCF8-3653-4B27-B81E-6AF93841C6EA}"/>
              </a:ext>
            </a:extLst>
          </p:cNvPr>
          <p:cNvSpPr>
            <a:spLocks noGrp="1"/>
          </p:cNvSpPr>
          <p:nvPr/>
        </p:nvSpPr>
        <p:spPr>
          <a:xfrm>
            <a:off x="8039100" y="3705225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52" name="shape-50">
            <a:extLst>
              <a:ext uri="{FF2B5EF4-FFF2-40B4-BE49-F238E27FC236}">
                <ns2:creationId id="{11E54686-F990-4F77-BF79-7BCBC5477B7E}"/>
              </a:ext>
            </a:extLst>
          </p:cNvPr>
          <p:cNvSpPr>
            <a:spLocks noGrp="1"/>
          </p:cNvSpPr>
          <p:nvPr/>
        </p:nvSpPr>
        <p:spPr>
          <a:xfrm>
            <a:off x="8048625" y="3714750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64" name="icon-check-ring-164"/>
          <p:cNvSpPr/>
          <p:nvPr/>
        </p:nvSpPr>
        <p:spPr>
          <a:xfrm>
            <a:off x="8183118" y="3820668"/>
            <a:ext cx="188214" cy="188214"/>
          </a:xfrm>
          <a:prstGeom prst="ellipse">
            <a:avLst/>
          </a:prstGeom>
          <a:noFill/>
          <a:ln w="14364" cap="rnd">
            <a:solidFill>
              <a:srgbClr val="173D67"/>
            </a:solidFill>
          </a:ln>
        </p:spPr>
      </p:sp>
      <p:sp>
        <p:nvSpPr>
          <p:cNvPr id="165" name="icon-check-mark-165"/>
          <p:cNvSpPr/>
          <p:nvPr/>
        </p:nvSpPr>
        <p:spPr>
          <a:xfrm>
            <a:off x="8153400" y="3790950"/>
            <a:ext cx="247650" cy="2476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16518" cap="rnd">
            <a:solidFill>
              <a:srgbClr val="173D67"/>
            </a:solidFill>
          </a:ln>
        </p:spPr>
      </p:sp>
      <p:sp>
        <p:nvSpPr>
          <p:cNvPr id="56" name="text-54">
            <a:extLst>
              <a:ext uri="{FF2B5EF4-FFF2-40B4-BE49-F238E27FC236}">
                <ns2:creationId id="{495DD67C-F78A-43FB-BD39-F15B922C0505}"/>
              </a:ext>
            </a:extLst>
          </p:cNvPr>
          <p:cNvSpPr>
            <a:spLocks noGrp="1"/>
          </p:cNvSpPr>
          <p:nvPr/>
        </p:nvSpPr>
        <p:spPr>
          <a:xfrm>
            <a:off x="8496300" y="37719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/>
          </a:p>
        </p:txBody>
      </p:sp>
      <p:sp>
        <p:nvSpPr>
          <p:cNvPr id="57" name="text-55">
            <a:extLst>
              <a:ext uri="{FF2B5EF4-FFF2-40B4-BE49-F238E27FC236}">
                <ns2:creationId id="{3C57777D-BF80-4562-83E8-6C6B1E8D994C}"/>
              </a:ext>
            </a:extLst>
          </p:cNvPr>
          <p:cNvSpPr>
            <a:spLocks noGrp="1"/>
          </p:cNvSpPr>
          <p:nvPr/>
        </p:nvSpPr>
        <p:spPr>
          <a:xfrm>
            <a:off x="8210550" y="4191000"/>
            <a:ext cx="3600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开展独立复测，核对预测与现场记录</a:t>
            </a:r>
            <a:endParaRPr/>
          </a:p>
        </p:txBody>
      </p:sp>
      <p:sp>
        <p:nvSpPr>
          <p:cNvPr id="61" name="shape-59">
            <a:extLst>
              <a:ext uri="{FF2B5EF4-FFF2-40B4-BE49-F238E27FC236}">
                <ns2:creationId id="{B7A63363-4881-44DB-8F20-5F3B22769E38}"/>
              </a:ext>
            </a:extLst>
          </p:cNvPr>
          <p:cNvSpPr>
            <a:spLocks noGrp="1"/>
          </p:cNvSpPr>
          <p:nvPr/>
        </p:nvSpPr>
        <p:spPr>
          <a:xfrm>
            <a:off x="8248650" y="4905375"/>
            <a:ext cx="57150" cy="57150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2" name="text-60">
            <a:extLst>
              <a:ext uri="{FF2B5EF4-FFF2-40B4-BE49-F238E27FC236}">
                <ns2:creationId id="{DFFF3C4C-439B-413A-8FC4-48D511EBAC25}"/>
              </a:ext>
            </a:extLst>
          </p:cNvPr>
          <p:cNvSpPr>
            <a:spLocks noGrp="1"/>
          </p:cNvSpPr>
          <p:nvPr/>
        </p:nvSpPr>
        <p:spPr>
          <a:xfrm>
            <a:off x="8401050" y="4800600"/>
            <a:ext cx="3390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样地复测</a:t>
            </a:r>
            <a:endParaRPr/>
          </a:p>
        </p:txBody>
      </p:sp>
      <p:sp>
        <p:nvSpPr>
          <p:cNvPr id="63" name="shape-61">
            <a:extLst>
              <a:ext uri="{FF2B5EF4-FFF2-40B4-BE49-F238E27FC236}">
                <ns2:creationId id="{B7AFF510-FAFC-4168-972C-C848C8D64628}"/>
              </a:ext>
            </a:extLst>
          </p:cNvPr>
          <p:cNvSpPr>
            <a:spLocks noGrp="1"/>
          </p:cNvSpPr>
          <p:nvPr/>
        </p:nvSpPr>
        <p:spPr>
          <a:xfrm>
            <a:off x="8248650" y="5267325"/>
            <a:ext cx="57150" cy="57150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4" name="text-62">
            <a:extLst>
              <a:ext uri="{FF2B5EF4-FFF2-40B4-BE49-F238E27FC236}">
                <ns2:creationId id="{34F8A7C4-2B06-4300-980C-DE26084B5F46}"/>
              </a:ext>
            </a:extLst>
          </p:cNvPr>
          <p:cNvSpPr>
            <a:spLocks noGrp="1"/>
          </p:cNvSpPr>
          <p:nvPr/>
        </p:nvSpPr>
        <p:spPr>
          <a:xfrm>
            <a:off x="8401050" y="5162550"/>
            <a:ext cx="3390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保留差异记录</a:t>
            </a:r>
            <a:endParaRPr/>
          </a:p>
        </p:txBody>
      </p:sp>
      <p:sp>
        <p:nvSpPr>
          <p:cNvPr id="65" name="shape-63">
            <a:extLst>
              <a:ext uri="{FF2B5EF4-FFF2-40B4-BE49-F238E27FC236}">
                <ns2:creationId id="{A7DE66B6-DFEA-4757-BDC7-ED7CF332CA49}"/>
              </a:ext>
            </a:extLst>
          </p:cNvPr>
          <p:cNvSpPr>
            <a:spLocks noGrp="1"/>
          </p:cNvSpPr>
          <p:nvPr/>
        </p:nvSpPr>
        <p:spPr>
          <a:xfrm>
            <a:off x="8248650" y="5629275"/>
            <a:ext cx="57150" cy="57150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6" name="text-64">
            <a:extLst>
              <a:ext uri="{FF2B5EF4-FFF2-40B4-BE49-F238E27FC236}">
                <ns2:creationId id="{B2D059F4-63B5-4C80-92ED-D6926EB1F01B}"/>
              </a:ext>
            </a:extLst>
          </p:cNvPr>
          <p:cNvSpPr>
            <a:spLocks noGrp="1"/>
          </p:cNvSpPr>
          <p:nvPr/>
        </p:nvSpPr>
        <p:spPr>
          <a:xfrm>
            <a:off x="8401050" y="5524500"/>
            <a:ext cx="3390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核对检测过程</a:t>
            </a:r>
            <a:endParaRPr/>
          </a:p>
        </p:txBody>
      </p:sp>
      <p:sp>
        <p:nvSpPr>
          <p:cNvPr id="67" name="panel-65">
            <a:extLst>
              <a:ext uri="{FF2B5EF4-FFF2-40B4-BE49-F238E27FC236}">
                <ns2:creationId id="{DFD29F82-4215-4480-8DEE-18EC4786A24F}"/>
              </a:ext>
            </a:extLst>
          </p:cNvPr>
          <p:cNvSpPr>
            <a:spLocks noGrp="1"/>
          </p:cNvSpPr>
          <p:nvPr/>
        </p:nvSpPr>
        <p:spPr>
          <a:xfrm>
            <a:off x="228600" y="3705225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68" name="shape-66">
            <a:extLst>
              <a:ext uri="{FF2B5EF4-FFF2-40B4-BE49-F238E27FC236}">
                <ns2:creationId id="{8FA50A07-31FE-46B1-A2BF-A91EFF0C3893}"/>
              </a:ext>
            </a:extLst>
          </p:cNvPr>
          <p:cNvSpPr>
            <a:spLocks noGrp="1"/>
          </p:cNvSpPr>
          <p:nvPr/>
        </p:nvSpPr>
        <p:spPr>
          <a:xfrm>
            <a:off x="238125" y="3714750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68" name="icon-doc-168"/>
          <p:cNvSpPr/>
          <p:nvPr/>
        </p:nvSpPr>
        <p:spPr>
          <a:xfrm>
            <a:off x="361950" y="3790950"/>
            <a:ext cx="247650" cy="2476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4364" cap="rnd">
            <a:solidFill>
              <a:srgbClr val="173D67"/>
            </a:solidFill>
          </a:ln>
        </p:spPr>
      </p:sp>
      <p:sp>
        <p:nvSpPr>
          <p:cNvPr id="80" name="text-78">
            <a:extLst>
              <a:ext uri="{FF2B5EF4-FFF2-40B4-BE49-F238E27FC236}">
                <ns2:creationId id="{256A5AD0-3321-4130-932C-0BC42FE64245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反馈修订</a:t>
            </a:r>
            <a:endParaRPr/>
          </a:p>
        </p:txBody>
      </p:sp>
      <p:sp>
        <p:nvSpPr>
          <p:cNvPr id="81" name="text-79">
            <a:extLst>
              <a:ext uri="{FF2B5EF4-FFF2-40B4-BE49-F238E27FC236}">
                <ns2:creationId id="{AC3D61C5-8052-46B4-9AE5-2C0500D9803B}"/>
              </a:ext>
            </a:extLst>
          </p:cNvPr>
          <p:cNvSpPr>
            <a:spLocks noGrp="1"/>
          </p:cNvSpPr>
          <p:nvPr/>
        </p:nvSpPr>
        <p:spPr>
          <a:xfrm>
            <a:off x="400050" y="4191000"/>
            <a:ext cx="3600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追查偏差来源，调整采样与分析方案</a:t>
            </a:r>
            <a:endParaRPr/>
          </a:p>
        </p:txBody>
      </p:sp>
      <p:sp>
        <p:nvSpPr>
          <p:cNvPr id="93" name="shape-91">
            <a:extLst>
              <a:ext uri="{FF2B5EF4-FFF2-40B4-BE49-F238E27FC236}">
                <ns2:creationId id="{C5E190D2-357A-41C6-9238-F065F8F4EF2C}"/>
              </a:ext>
            </a:extLst>
          </p:cNvPr>
          <p:cNvSpPr>
            <a:spLocks noGrp="1"/>
          </p:cNvSpPr>
          <p:nvPr/>
        </p:nvSpPr>
        <p:spPr>
          <a:xfrm>
            <a:off x="438150" y="4905375"/>
            <a:ext cx="57150" cy="57150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94" name="text-92">
            <a:extLst>
              <a:ext uri="{FF2B5EF4-FFF2-40B4-BE49-F238E27FC236}">
                <ns2:creationId id="{E21A2C38-31E5-4F06-BA17-A0BDCF476379}"/>
              </a:ext>
            </a:extLst>
          </p:cNvPr>
          <p:cNvSpPr>
            <a:spLocks noGrp="1"/>
          </p:cNvSpPr>
          <p:nvPr/>
        </p:nvSpPr>
        <p:spPr>
          <a:xfrm>
            <a:off x="590550" y="4800600"/>
            <a:ext cx="3390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优化采样设计</a:t>
            </a:r>
            <a:endParaRPr/>
          </a:p>
        </p:txBody>
      </p:sp>
      <p:sp>
        <p:nvSpPr>
          <p:cNvPr id="95" name="shape-93">
            <a:extLst>
              <a:ext uri="{FF2B5EF4-FFF2-40B4-BE49-F238E27FC236}">
                <ns2:creationId id="{455CB8E3-05BA-4C50-9A96-660607911637}"/>
              </a:ext>
            </a:extLst>
          </p:cNvPr>
          <p:cNvSpPr>
            <a:spLocks noGrp="1"/>
          </p:cNvSpPr>
          <p:nvPr/>
        </p:nvSpPr>
        <p:spPr>
          <a:xfrm>
            <a:off x="438150" y="5267325"/>
            <a:ext cx="57150" cy="57150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96" name="text-94">
            <a:extLst>
              <a:ext uri="{FF2B5EF4-FFF2-40B4-BE49-F238E27FC236}">
                <ns2:creationId id="{4E2DE427-6C32-45DC-B151-623046FD1CE3}"/>
              </a:ext>
            </a:extLst>
          </p:cNvPr>
          <p:cNvSpPr>
            <a:spLocks noGrp="1"/>
          </p:cNvSpPr>
          <p:nvPr/>
        </p:nvSpPr>
        <p:spPr>
          <a:xfrm>
            <a:off x="590550" y="5162550"/>
            <a:ext cx="3390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补充关键样点</a:t>
            </a:r>
            <a:endParaRPr/>
          </a:p>
        </p:txBody>
      </p:sp>
      <p:sp>
        <p:nvSpPr>
          <p:cNvPr id="97" name="shape-95">
            <a:extLst>
              <a:ext uri="{FF2B5EF4-FFF2-40B4-BE49-F238E27FC236}">
                <ns2:creationId id="{29EEB060-ADA6-46D0-BA13-52E6BF4C20CB}"/>
              </a:ext>
            </a:extLst>
          </p:cNvPr>
          <p:cNvSpPr>
            <a:spLocks noGrp="1"/>
          </p:cNvSpPr>
          <p:nvPr/>
        </p:nvSpPr>
        <p:spPr>
          <a:xfrm>
            <a:off x="438150" y="5629275"/>
            <a:ext cx="57150" cy="57150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98" name="text-96">
            <a:extLst>
              <a:ext uri="{FF2B5EF4-FFF2-40B4-BE49-F238E27FC236}">
                <ns2:creationId id="{5FB95575-380A-4F0F-B52C-339D610B71E0}"/>
              </a:ext>
            </a:extLst>
          </p:cNvPr>
          <p:cNvSpPr>
            <a:spLocks noGrp="1"/>
          </p:cNvSpPr>
          <p:nvPr/>
        </p:nvSpPr>
        <p:spPr>
          <a:xfrm>
            <a:off x="590550" y="5524500"/>
            <a:ext cx="3390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更新模型设定</a:t>
            </a:r>
            <a:endParaRPr/>
          </a:p>
        </p:txBody>
      </p:sp>
      <p:sp>
        <p:nvSpPr>
          <p:cNvPr id="99" name="vector-97">
            <a:extLst>
              <a:ext uri="{FF2B5EF4-FFF2-40B4-BE49-F238E27FC236}">
                <ns2:creationId id="{C7BE0411-C219-4B72-9A06-D33C7DF345C6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139490" y="139490"/>
                </a:moveTo>
                <a:lnTo>
                  <a:pt x="168706" y="112615"/>
                </a:lnTo>
                <a:lnTo>
                  <a:pt x="200058" y="88265"/>
                </a:lnTo>
                <a:lnTo>
                  <a:pt x="233329" y="66612"/>
                </a:lnTo>
                <a:lnTo>
                  <a:pt x="268288" y="47804"/>
                </a:lnTo>
                <a:lnTo>
                  <a:pt x="304692" y="31973"/>
                </a:lnTo>
                <a:lnTo>
                  <a:pt x="342288" y="19229"/>
                </a:lnTo>
                <a:lnTo>
                  <a:pt x="380815" y="9660"/>
                </a:lnTo>
                <a:lnTo>
                  <a:pt x="420004" y="3333"/>
                </a:lnTo>
                <a:lnTo>
                  <a:pt x="459585" y="292"/>
                </a:lnTo>
                <a:lnTo>
                  <a:pt x="499281" y="557"/>
                </a:lnTo>
                <a:lnTo>
                  <a:pt x="538817" y="4128"/>
                </a:lnTo>
                <a:lnTo>
                  <a:pt x="577918" y="10978"/>
                </a:lnTo>
                <a:lnTo>
                  <a:pt x="616314" y="21062"/>
                </a:lnTo>
                <a:lnTo>
                  <a:pt x="653736" y="34308"/>
                </a:lnTo>
                <a:lnTo>
                  <a:pt x="689924" y="50624"/>
                </a:lnTo>
                <a:lnTo>
                  <a:pt x="724629" y="69898"/>
                </a:lnTo>
                <a:lnTo>
                  <a:pt x="757607" y="91995"/>
                </a:lnTo>
                <a:lnTo>
                  <a:pt x="788631" y="116761"/>
                </a:lnTo>
                <a:lnTo>
                  <a:pt x="843299" y="123597"/>
                </a:lnTo>
                <a:lnTo>
                  <a:pt x="646489" y="280338"/>
                </a:lnTo>
                <a:lnTo>
                  <a:pt x="629582" y="266841"/>
                </a:lnTo>
                <a:lnTo>
                  <a:pt x="611610" y="254799"/>
                </a:lnTo>
                <a:lnTo>
                  <a:pt x="592697" y="244295"/>
                </a:lnTo>
                <a:lnTo>
                  <a:pt x="572975" y="235403"/>
                </a:lnTo>
                <a:lnTo>
                  <a:pt x="552581" y="228184"/>
                </a:lnTo>
                <a:lnTo>
                  <a:pt x="531657" y="222689"/>
                </a:lnTo>
                <a:lnTo>
                  <a:pt x="510347" y="218956"/>
                </a:lnTo>
                <a:lnTo>
                  <a:pt x="488801" y="217010"/>
                </a:lnTo>
                <a:lnTo>
                  <a:pt x="467168" y="216865"/>
                </a:lnTo>
                <a:lnTo>
                  <a:pt x="445598" y="218523"/>
                </a:lnTo>
                <a:lnTo>
                  <a:pt x="424240" y="221971"/>
                </a:lnTo>
                <a:lnTo>
                  <a:pt x="403244" y="227186"/>
                </a:lnTo>
                <a:lnTo>
                  <a:pt x="382756" y="234131"/>
                </a:lnTo>
                <a:lnTo>
                  <a:pt x="362916" y="242758"/>
                </a:lnTo>
                <a:lnTo>
                  <a:pt x="343865" y="253008"/>
                </a:lnTo>
                <a:lnTo>
                  <a:pt x="325733" y="264809"/>
                </a:lnTo>
                <a:lnTo>
                  <a:pt x="308647" y="278078"/>
                </a:lnTo>
                <a:lnTo>
                  <a:pt x="292725" y="2927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154" name="icon-location-154"/>
          <p:cNvSpPr/>
          <p:nvPr/>
        </p:nvSpPr>
        <p:spPr>
          <a:xfrm>
            <a:off x="5915025" y="1962150"/>
            <a:ext cx="266700" cy="2667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860"/>
                </a:moveTo>
                <a:lnTo>
                  <a:pt x="240" y="520"/>
                </a:lnTo>
                <a:lnTo>
                  <a:pt x="200" y="380"/>
                </a:lnTo>
                <a:lnTo>
                  <a:pt x="270" y="220"/>
                </a:lnTo>
                <a:lnTo>
                  <a:pt x="500" y="140"/>
                </a:lnTo>
                <a:lnTo>
                  <a:pt x="730" y="220"/>
                </a:lnTo>
                <a:lnTo>
                  <a:pt x="800" y="380"/>
                </a:lnTo>
                <a:lnTo>
                  <a:pt x="760" y="520"/>
                </a:lnTo>
                <a:close/>
              </a:path>
            </a:pathLst>
          </a:custGeom>
          <a:noFill/>
          <a:ln w="15469" cap="rnd">
            <a:solidFill>
              <a:srgbClr val="FFFFFF"/>
            </a:solidFill>
          </a:ln>
        </p:spPr>
      </p:sp>
      <p:sp>
        <p:nvSpPr>
          <p:cNvPr id="155" name="icon-location-dot-155"/>
          <p:cNvSpPr/>
          <p:nvPr/>
        </p:nvSpPr>
        <p:spPr>
          <a:xfrm>
            <a:off x="6016371" y="2034159"/>
            <a:ext cx="64008" cy="64008"/>
          </a:xfrm>
          <a:prstGeom prst="ellipse">
            <a:avLst/>
          </a:prstGeom>
          <a:noFill/>
          <a:ln w="13922" cap="rnd">
            <a:solidFill>
              <a:srgbClr val="FFFFFF"/>
            </a:solidFill>
          </a:ln>
        </p:spPr>
      </p:sp>
      <p:sp>
        <p:nvSpPr>
          <p:cNvPr id="104" name="text-102">
            <a:extLst>
              <a:ext uri="{FF2B5EF4-FFF2-40B4-BE49-F238E27FC236}">
                <ns2:creationId id="{5FB1ECEC-D761-4CAA-9B22-43E354BF6BCB}"/>
              </a:ext>
            </a:extLst>
          </p:cNvPr>
          <p:cNvSpPr>
            <a:spLocks noGrp="1"/>
          </p:cNvSpPr>
          <p:nvPr/>
        </p:nvSpPr>
        <p:spPr>
          <a:xfrm>
            <a:off x="5476875" y="22860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/>
          </a:p>
        </p:txBody>
      </p:sp>
      <p:sp>
        <p:nvSpPr>
          <p:cNvPr id="105" name="vector-103">
            <a:extLst>
              <a:ext uri="{FF2B5EF4-FFF2-40B4-BE49-F238E27FC236}">
                <ns2:creationId id="{A06194DA-712A-46A4-BF1E-682EC4A499C5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813010" y="139490"/>
                </a:moveTo>
                <a:lnTo>
                  <a:pt x="839885" y="168706"/>
                </a:lnTo>
                <a:lnTo>
                  <a:pt x="864235" y="200058"/>
                </a:lnTo>
                <a:lnTo>
                  <a:pt x="885888" y="233329"/>
                </a:lnTo>
                <a:lnTo>
                  <a:pt x="904696" y="268288"/>
                </a:lnTo>
                <a:lnTo>
                  <a:pt x="920527" y="304692"/>
                </a:lnTo>
                <a:lnTo>
                  <a:pt x="933271" y="342288"/>
                </a:lnTo>
                <a:lnTo>
                  <a:pt x="942840" y="380815"/>
                </a:lnTo>
                <a:lnTo>
                  <a:pt x="949167" y="420004"/>
                </a:lnTo>
                <a:lnTo>
                  <a:pt x="952208" y="459585"/>
                </a:lnTo>
                <a:lnTo>
                  <a:pt x="951943" y="499281"/>
                </a:lnTo>
                <a:lnTo>
                  <a:pt x="948372" y="538817"/>
                </a:lnTo>
                <a:lnTo>
                  <a:pt x="941522" y="577918"/>
                </a:lnTo>
                <a:lnTo>
                  <a:pt x="931438" y="616314"/>
                </a:lnTo>
                <a:lnTo>
                  <a:pt x="918192" y="653736"/>
                </a:lnTo>
                <a:lnTo>
                  <a:pt x="901876" y="689924"/>
                </a:lnTo>
                <a:lnTo>
                  <a:pt x="882602" y="724629"/>
                </a:lnTo>
                <a:lnTo>
                  <a:pt x="860505" y="757607"/>
                </a:lnTo>
                <a:lnTo>
                  <a:pt x="835739" y="788631"/>
                </a:lnTo>
                <a:lnTo>
                  <a:pt x="828903" y="843299"/>
                </a:lnTo>
                <a:lnTo>
                  <a:pt x="672162" y="646489"/>
                </a:lnTo>
                <a:lnTo>
                  <a:pt x="685659" y="629582"/>
                </a:lnTo>
                <a:lnTo>
                  <a:pt x="697701" y="611610"/>
                </a:lnTo>
                <a:lnTo>
                  <a:pt x="708205" y="592697"/>
                </a:lnTo>
                <a:lnTo>
                  <a:pt x="717097" y="572975"/>
                </a:lnTo>
                <a:lnTo>
                  <a:pt x="724316" y="552581"/>
                </a:lnTo>
                <a:lnTo>
                  <a:pt x="729811" y="531657"/>
                </a:lnTo>
                <a:lnTo>
                  <a:pt x="733544" y="510347"/>
                </a:lnTo>
                <a:lnTo>
                  <a:pt x="735490" y="488801"/>
                </a:lnTo>
                <a:lnTo>
                  <a:pt x="735635" y="467168"/>
                </a:lnTo>
                <a:lnTo>
                  <a:pt x="733977" y="445598"/>
                </a:lnTo>
                <a:lnTo>
                  <a:pt x="730529" y="424240"/>
                </a:lnTo>
                <a:lnTo>
                  <a:pt x="725314" y="403244"/>
                </a:lnTo>
                <a:lnTo>
                  <a:pt x="718369" y="382756"/>
                </a:lnTo>
                <a:lnTo>
                  <a:pt x="709742" y="362916"/>
                </a:lnTo>
                <a:lnTo>
                  <a:pt x="699492" y="343865"/>
                </a:lnTo>
                <a:lnTo>
                  <a:pt x="687691" y="325733"/>
                </a:lnTo>
                <a:lnTo>
                  <a:pt x="674422" y="308647"/>
                </a:lnTo>
                <a:lnTo>
                  <a:pt x="659775" y="292725"/>
                </a:lnTo>
                <a:close/>
              </a:path>
            </a:pathLst>
          </a:custGeom>
          <a:solidFill>
            <a:srgbClr val="3E5E81"/>
          </a:solidFill>
          <a:ln w="14288">
            <a:noFill/>
            <a:prstDash val="solid"/>
          </a:ln>
        </p:spPr>
      </p:sp>
      <p:sp>
        <p:nvSpPr>
          <p:cNvPr id="160" name="icon-wf-1-160"/>
          <p:cNvSpPr/>
          <p:nvPr/>
        </p:nvSpPr>
        <p:spPr>
          <a:xfrm>
            <a:off x="7311390" y="3322320"/>
            <a:ext cx="74295" cy="74295"/>
          </a:xfrm>
          <a:prstGeom prst="ellipse">
            <a:avLst/>
          </a:prstGeom>
          <a:noFill/>
          <a:ln w="16574" cap="rnd">
            <a:solidFill>
              <a:srgbClr val="FFFFFF"/>
            </a:solidFill>
          </a:ln>
        </p:spPr>
      </p:sp>
      <p:sp>
        <p:nvSpPr>
          <p:cNvPr id="161" name="icon-wf-2-161"/>
          <p:cNvSpPr/>
          <p:nvPr/>
        </p:nvSpPr>
        <p:spPr>
          <a:xfrm>
            <a:off x="7454265" y="3322320"/>
            <a:ext cx="74295" cy="74295"/>
          </a:xfrm>
          <a:prstGeom prst="ellipse">
            <a:avLst/>
          </a:prstGeom>
          <a:noFill/>
          <a:ln w="16574" cap="rnd">
            <a:solidFill>
              <a:srgbClr val="FFFFFF"/>
            </a:solidFill>
          </a:ln>
        </p:spPr>
      </p:sp>
      <p:sp>
        <p:nvSpPr>
          <p:cNvPr id="162" name="icon-wf-3-162"/>
          <p:cNvSpPr/>
          <p:nvPr/>
        </p:nvSpPr>
        <p:spPr>
          <a:xfrm>
            <a:off x="7382828" y="3448050"/>
            <a:ext cx="74295" cy="74295"/>
          </a:xfrm>
          <a:prstGeom prst="ellipse">
            <a:avLst/>
          </a:prstGeom>
          <a:noFill/>
          <a:ln w="16574" cap="rnd">
            <a:solidFill>
              <a:srgbClr val="FFFFFF"/>
            </a:solidFill>
          </a:ln>
        </p:spPr>
      </p:sp>
      <p:sp>
        <p:nvSpPr>
          <p:cNvPr id="163" name="icon-wf-edges-163"/>
          <p:cNvSpPr/>
          <p:nvPr/>
        </p:nvSpPr>
        <p:spPr>
          <a:xfrm>
            <a:off x="7277100" y="3276600"/>
            <a:ext cx="285750" cy="2857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80" y="290"/>
                </a:moveTo>
                <a:lnTo>
                  <a:pt x="620" y="290"/>
                </a:lnTo>
              </a:path>
              <a:path w="1000" h="1000">
                <a:moveTo>
                  <a:pt x="310" y="400"/>
                </a:moveTo>
                <a:lnTo>
                  <a:pt x="430" y="620"/>
                </a:lnTo>
              </a:path>
              <a:path w="1000" h="1000">
                <a:moveTo>
                  <a:pt x="690" y="400"/>
                </a:moveTo>
                <a:lnTo>
                  <a:pt x="570" y="620"/>
                </a:lnTo>
              </a:path>
            </a:pathLst>
          </a:custGeom>
          <a:noFill/>
          <a:ln w="14916" cap="rnd">
            <a:solidFill>
              <a:srgbClr val="FFFFFF"/>
            </a:solidFill>
          </a:ln>
        </p:spPr>
      </p:sp>
      <p:sp>
        <p:nvSpPr>
          <p:cNvPr id="118" name="text-116">
            <a:extLst>
              <a:ext uri="{FF2B5EF4-FFF2-40B4-BE49-F238E27FC236}">
                <ns2:creationId id="{799E5964-98B5-4636-A8B3-4A10371F1315}"/>
              </a:ext>
            </a:extLst>
          </p:cNvPr>
          <p:cNvSpPr>
            <a:spLocks noGrp="1"/>
          </p:cNvSpPr>
          <p:nvPr/>
        </p:nvSpPr>
        <p:spPr>
          <a:xfrm>
            <a:off x="7191375" y="3562350"/>
            <a:ext cx="457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模型分析</a:t>
            </a:r>
            <a:endParaRPr/>
          </a:p>
        </p:txBody>
      </p:sp>
      <p:sp>
        <p:nvSpPr>
          <p:cNvPr id="119" name="vector-117">
            <a:extLst>
              <a:ext uri="{FF2B5EF4-FFF2-40B4-BE49-F238E27FC236}">
                <ns2:creationId id="{0BF875E0-041A-4650-AB69-AB2EFFB8B1EA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813010" y="813010"/>
                </a:moveTo>
                <a:lnTo>
                  <a:pt x="783794" y="839885"/>
                </a:lnTo>
                <a:lnTo>
                  <a:pt x="752442" y="864235"/>
                </a:lnTo>
                <a:lnTo>
                  <a:pt x="719171" y="885888"/>
                </a:lnTo>
                <a:lnTo>
                  <a:pt x="684212" y="904696"/>
                </a:lnTo>
                <a:lnTo>
                  <a:pt x="647808" y="920527"/>
                </a:lnTo>
                <a:lnTo>
                  <a:pt x="610212" y="933271"/>
                </a:lnTo>
                <a:lnTo>
                  <a:pt x="571685" y="942840"/>
                </a:lnTo>
                <a:lnTo>
                  <a:pt x="532496" y="949167"/>
                </a:lnTo>
                <a:lnTo>
                  <a:pt x="492915" y="952208"/>
                </a:lnTo>
                <a:lnTo>
                  <a:pt x="453219" y="951943"/>
                </a:lnTo>
                <a:lnTo>
                  <a:pt x="413683" y="948372"/>
                </a:lnTo>
                <a:lnTo>
                  <a:pt x="374582" y="941522"/>
                </a:lnTo>
                <a:lnTo>
                  <a:pt x="336186" y="931438"/>
                </a:lnTo>
                <a:lnTo>
                  <a:pt x="298764" y="918192"/>
                </a:lnTo>
                <a:lnTo>
                  <a:pt x="262576" y="901876"/>
                </a:lnTo>
                <a:lnTo>
                  <a:pt x="227871" y="882602"/>
                </a:lnTo>
                <a:lnTo>
                  <a:pt x="194893" y="860505"/>
                </a:lnTo>
                <a:lnTo>
                  <a:pt x="163869" y="835739"/>
                </a:lnTo>
                <a:lnTo>
                  <a:pt x="109201" y="828903"/>
                </a:lnTo>
                <a:lnTo>
                  <a:pt x="306011" y="672162"/>
                </a:lnTo>
                <a:lnTo>
                  <a:pt x="322918" y="685659"/>
                </a:lnTo>
                <a:lnTo>
                  <a:pt x="340890" y="697701"/>
                </a:lnTo>
                <a:lnTo>
                  <a:pt x="359803" y="708205"/>
                </a:lnTo>
                <a:lnTo>
                  <a:pt x="379525" y="717097"/>
                </a:lnTo>
                <a:lnTo>
                  <a:pt x="399919" y="724316"/>
                </a:lnTo>
                <a:lnTo>
                  <a:pt x="420843" y="729811"/>
                </a:lnTo>
                <a:lnTo>
                  <a:pt x="442153" y="733544"/>
                </a:lnTo>
                <a:lnTo>
                  <a:pt x="463699" y="735490"/>
                </a:lnTo>
                <a:lnTo>
                  <a:pt x="485332" y="735635"/>
                </a:lnTo>
                <a:lnTo>
                  <a:pt x="506902" y="733977"/>
                </a:lnTo>
                <a:lnTo>
                  <a:pt x="528260" y="730529"/>
                </a:lnTo>
                <a:lnTo>
                  <a:pt x="549256" y="725314"/>
                </a:lnTo>
                <a:lnTo>
                  <a:pt x="569744" y="718369"/>
                </a:lnTo>
                <a:lnTo>
                  <a:pt x="589584" y="709742"/>
                </a:lnTo>
                <a:lnTo>
                  <a:pt x="608635" y="699492"/>
                </a:lnTo>
                <a:lnTo>
                  <a:pt x="626767" y="687691"/>
                </a:lnTo>
                <a:lnTo>
                  <a:pt x="643853" y="674422"/>
                </a:lnTo>
                <a:lnTo>
                  <a:pt x="659775" y="659775"/>
                </a:lnTo>
                <a:close/>
              </a:path>
            </a:pathLst>
          </a:custGeom>
          <a:solidFill>
            <a:srgbClr val="667F9B"/>
          </a:solidFill>
          <a:ln w="14288">
            <a:noFill/>
            <a:prstDash val="solid"/>
          </a:ln>
        </p:spPr>
      </p:sp>
      <p:sp>
        <p:nvSpPr>
          <p:cNvPr id="166" name="icon-check-ring-166"/>
          <p:cNvSpPr/>
          <p:nvPr/>
        </p:nvSpPr>
        <p:spPr>
          <a:xfrm>
            <a:off x="5987415" y="4701540"/>
            <a:ext cx="217170" cy="217170"/>
          </a:xfrm>
          <a:prstGeom prst="ellipse">
            <a:avLst/>
          </a:prstGeom>
          <a:noFill/>
          <a:ln w="16574" cap="rnd">
            <a:solidFill>
              <a:srgbClr val="FFFFFF"/>
            </a:solidFill>
          </a:ln>
        </p:spPr>
      </p:sp>
      <p:sp>
        <p:nvSpPr>
          <p:cNvPr id="167" name="icon-check-mark-167"/>
          <p:cNvSpPr/>
          <p:nvPr/>
        </p:nvSpPr>
        <p:spPr>
          <a:xfrm>
            <a:off x="5953125" y="4667250"/>
            <a:ext cx="285750" cy="2857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19060" cap="rnd">
            <a:solidFill>
              <a:srgbClr val="FFFFFF"/>
            </a:solidFill>
          </a:ln>
        </p:spPr>
      </p:sp>
      <p:sp>
        <p:nvSpPr>
          <p:cNvPr id="123" name="text-121">
            <a:extLst>
              <a:ext uri="{FF2B5EF4-FFF2-40B4-BE49-F238E27FC236}">
                <ns2:creationId id="{67E76804-A1AE-4C2D-A4CE-D6D546C00C25}"/>
              </a:ext>
            </a:extLst>
          </p:cNvPr>
          <p:cNvSpPr>
            <a:spLocks noGrp="1"/>
          </p:cNvSpPr>
          <p:nvPr/>
        </p:nvSpPr>
        <p:spPr>
          <a:xfrm>
            <a:off x="5476875" y="49530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/>
          </a:p>
        </p:txBody>
      </p:sp>
      <p:sp>
        <p:nvSpPr>
          <p:cNvPr id="124" name="vector-122">
            <a:extLst>
              <a:ext uri="{FF2B5EF4-FFF2-40B4-BE49-F238E27FC236}">
                <ns2:creationId id="{83ECFBD5-8846-4592-978F-D7401D0DBEA6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139490" y="813010"/>
                </a:moveTo>
                <a:lnTo>
                  <a:pt x="112615" y="783794"/>
                </a:lnTo>
                <a:lnTo>
                  <a:pt x="88265" y="752442"/>
                </a:lnTo>
                <a:lnTo>
                  <a:pt x="66612" y="719171"/>
                </a:lnTo>
                <a:lnTo>
                  <a:pt x="47804" y="684212"/>
                </a:lnTo>
                <a:lnTo>
                  <a:pt x="31973" y="647808"/>
                </a:lnTo>
                <a:lnTo>
                  <a:pt x="19229" y="610212"/>
                </a:lnTo>
                <a:lnTo>
                  <a:pt x="9660" y="571685"/>
                </a:lnTo>
                <a:lnTo>
                  <a:pt x="3333" y="532496"/>
                </a:lnTo>
                <a:lnTo>
                  <a:pt x="292" y="492915"/>
                </a:lnTo>
                <a:lnTo>
                  <a:pt x="557" y="453219"/>
                </a:lnTo>
                <a:lnTo>
                  <a:pt x="4128" y="413683"/>
                </a:lnTo>
                <a:lnTo>
                  <a:pt x="10978" y="374582"/>
                </a:lnTo>
                <a:lnTo>
                  <a:pt x="21062" y="336186"/>
                </a:lnTo>
                <a:lnTo>
                  <a:pt x="34308" y="298764"/>
                </a:lnTo>
                <a:lnTo>
                  <a:pt x="50624" y="262576"/>
                </a:lnTo>
                <a:lnTo>
                  <a:pt x="69898" y="227871"/>
                </a:lnTo>
                <a:lnTo>
                  <a:pt x="91995" y="194893"/>
                </a:lnTo>
                <a:lnTo>
                  <a:pt x="116761" y="163869"/>
                </a:lnTo>
                <a:lnTo>
                  <a:pt x="123597" y="109201"/>
                </a:lnTo>
                <a:lnTo>
                  <a:pt x="280338" y="306011"/>
                </a:lnTo>
                <a:lnTo>
                  <a:pt x="266841" y="322918"/>
                </a:lnTo>
                <a:lnTo>
                  <a:pt x="254799" y="340890"/>
                </a:lnTo>
                <a:lnTo>
                  <a:pt x="244295" y="359803"/>
                </a:lnTo>
                <a:lnTo>
                  <a:pt x="235403" y="379525"/>
                </a:lnTo>
                <a:lnTo>
                  <a:pt x="228184" y="399919"/>
                </a:lnTo>
                <a:lnTo>
                  <a:pt x="222689" y="420843"/>
                </a:lnTo>
                <a:lnTo>
                  <a:pt x="218956" y="442153"/>
                </a:lnTo>
                <a:lnTo>
                  <a:pt x="217010" y="463699"/>
                </a:lnTo>
                <a:lnTo>
                  <a:pt x="216865" y="485332"/>
                </a:lnTo>
                <a:lnTo>
                  <a:pt x="218523" y="506902"/>
                </a:lnTo>
                <a:lnTo>
                  <a:pt x="221971" y="528260"/>
                </a:lnTo>
                <a:lnTo>
                  <a:pt x="227186" y="549256"/>
                </a:lnTo>
                <a:lnTo>
                  <a:pt x="234131" y="569744"/>
                </a:lnTo>
                <a:lnTo>
                  <a:pt x="242758" y="589584"/>
                </a:lnTo>
                <a:lnTo>
                  <a:pt x="253008" y="608635"/>
                </a:lnTo>
                <a:lnTo>
                  <a:pt x="264809" y="626767"/>
                </a:lnTo>
                <a:lnTo>
                  <a:pt x="278078" y="643853"/>
                </a:lnTo>
                <a:lnTo>
                  <a:pt x="292725" y="659775"/>
                </a:lnTo>
                <a:close/>
              </a:path>
            </a:pathLst>
          </a:custGeom>
          <a:solidFill>
            <a:srgbClr val="8DA0B5"/>
          </a:solidFill>
          <a:ln w="14288">
            <a:noFill/>
            <a:prstDash val="solid"/>
          </a:ln>
        </p:spPr>
      </p:sp>
      <p:sp>
        <p:nvSpPr>
          <p:cNvPr id="169" name="icon-doc-169"/>
          <p:cNvSpPr/>
          <p:nvPr/>
        </p:nvSpPr>
        <p:spPr>
          <a:xfrm>
            <a:off x="4572000" y="3352800"/>
            <a:ext cx="285750" cy="2857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6574" cap="rnd">
            <a:solidFill>
              <a:srgbClr val="FFFFFF"/>
            </a:solidFill>
          </a:ln>
        </p:spPr>
      </p:sp>
      <p:sp>
        <p:nvSpPr>
          <p:cNvPr id="136" name="text-134">
            <a:extLst>
              <a:ext uri="{FF2B5EF4-FFF2-40B4-BE49-F238E27FC236}">
                <ns2:creationId id="{CF0CB36C-724A-43DB-A6CA-CB7FB893EBD1}"/>
              </a:ext>
            </a:extLst>
          </p:cNvPr>
          <p:cNvSpPr>
            <a:spLocks noGrp="1"/>
          </p:cNvSpPr>
          <p:nvPr/>
        </p:nvSpPr>
        <p:spPr>
          <a:xfrm>
            <a:off x="4543425" y="3562350"/>
            <a:ext cx="457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反馈修订</a:t>
            </a:r>
            <a:endParaRPr/>
          </a:p>
        </p:txBody>
      </p:sp>
      <p:sp>
        <p:nvSpPr>
          <p:cNvPr id="137" name="text-135">
            <a:extLst>
              <a:ext uri="{FF2B5EF4-FFF2-40B4-BE49-F238E27FC236}">
                <ns2:creationId id="{4766E747-6417-4007-ACB1-AFD8C87A5C15}"/>
              </a:ext>
            </a:extLst>
          </p:cNvPr>
          <p:cNvSpPr>
            <a:spLocks noGrp="1"/>
          </p:cNvSpPr>
          <p:nvPr/>
        </p:nvSpPr>
        <p:spPr>
          <a:xfrm>
            <a:off x="5153025" y="3095625"/>
            <a:ext cx="18859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持续监测</a:t>
            </a:r>
            <a:endParaRPr/>
          </a:p>
          <a:p>
            <a: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迭代验证</a:t>
            </a:r>
            <a:endParaRPr/>
          </a:p>
        </p:txBody>
      </p:sp>
      <p:sp>
        <p:nvSpPr>
          <p:cNvPr id="138" name="shape-136">
            <a:extLst>
              <a:ext uri="{FF2B5EF4-FFF2-40B4-BE49-F238E27FC236}">
                <ns2:creationId id="{E73D0620-9613-44ED-AB8C-CFA2A60CFB65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39" name="text-137">
            <a:extLst>
              <a:ext uri="{FF2B5EF4-FFF2-40B4-BE49-F238E27FC236}">
                <ns2:creationId id="{98B96263-F017-4A2A-B139-1B25B128270B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研究重点：用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验证结果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修订下一轮观测与分析</a:t>
            </a:r>
            <a:endParaRPr/>
          </a:p>
        </p:txBody>
      </p:sp>
      <p:sp>
        <p:nvSpPr>
          <p:cNvPr id="140" name="text-138">
            <a:extLst>
              <a:ext uri="{FF2B5EF4-FFF2-40B4-BE49-F238E27FC236}">
                <ns2:creationId id="{D227AC01-9582-420B-A934-313262E927A0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41" name="text-139">
            <a:extLst>
              <a:ext uri="{FF2B5EF4-FFF2-40B4-BE49-F238E27FC236}">
                <ns2:creationId id="{5FC6F965-C9A5-4238-B566-E48ACEC9820C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5:creationId val="1485256309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技术路线｜森林动物监测与生境分析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228600" y="914400"/>
            <a:ext cx="342900" cy="1428750"/>
          </a:xfrm>
          <a:prstGeom prst="roundRect">
            <a:avLst>
              <a:gd name="adj" fmla="val 22222"/>
            </a:avLst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295275" y="1104900"/>
            <a:ext cx="2095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228600" y="2571750"/>
            <a:ext cx="342900" cy="1190625"/>
          </a:xfrm>
          <a:prstGeom prst="roundRect">
            <a:avLst>
              <a:gd name="adj" fmla="val 22222"/>
            </a:avLst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295275" y="2762250"/>
            <a:ext cx="2095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228600" y="3962400"/>
            <a:ext cx="342900" cy="2152650"/>
          </a:xfrm>
          <a:prstGeom prst="roundRect">
            <a:avLst>
              <a:gd name="adj" fmla="val 22222"/>
            </a:avLst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295275" y="4152900"/>
            <a:ext cx="2095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1" name="icon-location-121"/>
          <p:cNvSpPr/>
          <p:nvPr/>
        </p:nvSpPr>
        <p:spPr>
          <a:xfrm>
            <a:off x="895350" y="1009650"/>
            <a:ext cx="304800" cy="304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860"/>
                </a:moveTo>
                <a:lnTo>
                  <a:pt x="240" y="520"/>
                </a:lnTo>
                <a:lnTo>
                  <a:pt x="200" y="380"/>
                </a:lnTo>
                <a:lnTo>
                  <a:pt x="270" y="220"/>
                </a:lnTo>
                <a:lnTo>
                  <a:pt x="500" y="140"/>
                </a:lnTo>
                <a:lnTo>
                  <a:pt x="730" y="220"/>
                </a:lnTo>
                <a:lnTo>
                  <a:pt x="800" y="380"/>
                </a:lnTo>
                <a:lnTo>
                  <a:pt x="760" y="520"/>
                </a:lnTo>
                <a:close/>
              </a:path>
            </a:pathLst>
          </a:custGeom>
          <a:noFill/>
          <a:ln w="17678" cap="rnd">
            <a:solidFill>
              <a:srgbClr val="173D67"/>
            </a:solidFill>
          </a:ln>
        </p:spPr>
      </p:sp>
      <p:sp>
        <p:nvSpPr>
          <p:cNvPr id="122" name="icon-location-dot-122"/>
          <p:cNvSpPr/>
          <p:nvPr/>
        </p:nvSpPr>
        <p:spPr>
          <a:xfrm>
            <a:off x="1011174" y="1091946"/>
            <a:ext cx="73152" cy="73152"/>
          </a:xfrm>
          <a:prstGeom prst="ellipse">
            <a:avLst/>
          </a:prstGeom>
          <a:noFill/>
          <a:ln w="15911" cap="rnd">
            <a:solidFill>
              <a:srgbClr val="173D67"/>
            </a:solidFill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333500" y="1000125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/>
          </a:p>
        </p:txBody>
      </p:sp>
      <p:sp>
        <p:nvSpPr>
          <p:cNvPr id="109" name="obs-accent-109"/>
          <p:cNvSpPr/>
          <p:nvPr/>
        </p:nvSpPr>
        <p:spPr>
          <a:xfrm>
            <a:off x="838200" y="1524000"/>
            <a:ext cx="38100" cy="62865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952500" y="1466850"/>
            <a:ext cx="32766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05325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3" name="icon-layers-123"/>
          <p:cNvSpPr/>
          <p:nvPr/>
        </p:nvSpPr>
        <p:spPr>
          <a:xfrm>
            <a:off x="4676775" y="1009650"/>
            <a:ext cx="304800" cy="304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60"/>
                </a:moveTo>
                <a:lnTo>
                  <a:pt x="860" y="320"/>
                </a:lnTo>
                <a:lnTo>
                  <a:pt x="500" y="480"/>
                </a:lnTo>
                <a:lnTo>
                  <a:pt x="140" y="320"/>
                </a:lnTo>
                <a:close/>
              </a:path>
              <a:path w="1000" h="1000">
                <a:moveTo>
                  <a:pt x="140" y="500"/>
                </a:moveTo>
                <a:lnTo>
                  <a:pt x="500" y="660"/>
                </a:lnTo>
                <a:lnTo>
                  <a:pt x="860" y="500"/>
                </a:lnTo>
              </a:path>
              <a:path w="1000" h="1000">
                <a:moveTo>
                  <a:pt x="140" y="680"/>
                </a:moveTo>
                <a:lnTo>
                  <a:pt x="500" y="840"/>
                </a:lnTo>
                <a:lnTo>
                  <a:pt x="860" y="680"/>
                </a:lnTo>
              </a:path>
            </a:pathLst>
          </a:custGeom>
          <a:noFill/>
          <a:ln w="17678" cap="rnd">
            <a:solidFill>
              <a:srgbClr val="173D67"/>
            </a:solidFill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114925" y="1000125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/>
          </a:p>
        </p:txBody>
      </p:sp>
      <p:sp>
        <p:nvSpPr>
          <p:cNvPr id="110" name="obs-accent-110"/>
          <p:cNvSpPr/>
          <p:nvPr/>
        </p:nvSpPr>
        <p:spPr>
          <a:xfrm>
            <a:off x="4619625" y="1524000"/>
            <a:ext cx="38100" cy="62865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4733925" y="1466850"/>
            <a:ext cx="32766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86750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4" name="icon-doc-124"/>
          <p:cNvSpPr/>
          <p:nvPr/>
        </p:nvSpPr>
        <p:spPr>
          <a:xfrm>
            <a:off x="8458200" y="1009650"/>
            <a:ext cx="304800" cy="304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7678" cap="rnd">
            <a:solidFill>
              <a:srgbClr val="173D67"/>
            </a:solidFill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8896350" y="1000125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/>
          </a:p>
        </p:txBody>
      </p:sp>
      <p:sp>
        <p:nvSpPr>
          <p:cNvPr id="111" name="obs-accent-111"/>
          <p:cNvSpPr/>
          <p:nvPr/>
        </p:nvSpPr>
        <p:spPr>
          <a:xfrm>
            <a:off x="8401050" y="1524000"/>
            <a:ext cx="38100" cy="62865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8515350" y="1466850"/>
            <a:ext cx="32766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25" name="icon-check-ring-125"/>
          <p:cNvSpPr/>
          <p:nvPr/>
        </p:nvSpPr>
        <p:spPr>
          <a:xfrm>
            <a:off x="922020" y="2836545"/>
            <a:ext cx="289560" cy="289560"/>
          </a:xfrm>
          <a:prstGeom prst="ellipse">
            <a:avLst/>
          </a:prstGeom>
          <a:noFill/>
          <a:ln w="19050" cap="rnd">
            <a:solidFill>
              <a:srgbClr val="173D67"/>
            </a:solidFill>
          </a:ln>
        </p:spPr>
      </p:sp>
      <p:sp>
        <p:nvSpPr>
          <p:cNvPr id="126" name="icon-check-mark-126"/>
          <p:cNvSpPr/>
          <p:nvPr/>
        </p:nvSpPr>
        <p:spPr>
          <a:xfrm>
            <a:off x="876300" y="2790825"/>
            <a:ext cx="381000" cy="381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21908" cap="rnd">
            <a:solidFill>
              <a:srgbClr val="173D67"/>
            </a:solidFill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3906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/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623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27" name="icon-doc-127"/>
          <p:cNvSpPr/>
          <p:nvPr/>
        </p:nvSpPr>
        <p:spPr>
          <a:xfrm>
            <a:off x="3695700" y="2790825"/>
            <a:ext cx="381000" cy="381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9050" cap="rnd">
            <a:solidFill>
              <a:srgbClr val="173D67"/>
            </a:solidFill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100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/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817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28" name="icon-layers-128"/>
          <p:cNvSpPr/>
          <p:nvPr/>
        </p:nvSpPr>
        <p:spPr>
          <a:xfrm>
            <a:off x="6515100" y="2790825"/>
            <a:ext cx="381000" cy="381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60"/>
                </a:moveTo>
                <a:lnTo>
                  <a:pt x="860" y="320"/>
                </a:lnTo>
                <a:lnTo>
                  <a:pt x="500" y="480"/>
                </a:lnTo>
                <a:lnTo>
                  <a:pt x="140" y="320"/>
                </a:lnTo>
                <a:close/>
              </a:path>
              <a:path w="1000" h="1000">
                <a:moveTo>
                  <a:pt x="140" y="500"/>
                </a:moveTo>
                <a:lnTo>
                  <a:pt x="500" y="660"/>
                </a:lnTo>
                <a:lnTo>
                  <a:pt x="860" y="500"/>
                </a:lnTo>
              </a:path>
              <a:path w="1000" h="1000">
                <a:moveTo>
                  <a:pt x="140" y="680"/>
                </a:moveTo>
                <a:lnTo>
                  <a:pt x="500" y="840"/>
                </a:lnTo>
                <a:lnTo>
                  <a:pt x="860" y="680"/>
                </a:lnTo>
              </a:path>
            </a:pathLst>
          </a:custGeom>
          <a:noFill/>
          <a:ln w="19050" cap="rnd">
            <a:solidFill>
              <a:srgbClr val="173D67"/>
            </a:solidFill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294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/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2011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29" name="icon-compass-ring-129"/>
          <p:cNvSpPr/>
          <p:nvPr/>
        </p:nvSpPr>
        <p:spPr>
          <a:xfrm>
            <a:off x="9380220" y="2836545"/>
            <a:ext cx="289560" cy="289560"/>
          </a:xfrm>
          <a:prstGeom prst="ellipse">
            <a:avLst/>
          </a:prstGeom>
          <a:noFill/>
          <a:ln w="19050" cap="rnd">
            <a:solidFill>
              <a:srgbClr val="173D67"/>
            </a:solidFill>
          </a:ln>
        </p:spPr>
      </p:sp>
      <p:sp>
        <p:nvSpPr>
          <p:cNvPr id="130" name="icon-compass-needle-130"/>
          <p:cNvSpPr/>
          <p:nvPr/>
        </p:nvSpPr>
        <p:spPr>
          <a:xfrm>
            <a:off x="9334500" y="2790825"/>
            <a:ext cx="381000" cy="381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260"/>
                </a:moveTo>
                <a:lnTo>
                  <a:pt x="630" y="500"/>
                </a:lnTo>
                <a:lnTo>
                  <a:pt x="500" y="740"/>
                </a:lnTo>
                <a:lnTo>
                  <a:pt x="370" y="500"/>
                </a:lnTo>
                <a:close/>
              </a:path>
            </a:pathLst>
          </a:custGeom>
          <a:noFill/>
          <a:ln w="17145" cap="rnd">
            <a:solidFill>
              <a:srgbClr val="173D67"/>
            </a:solidFill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488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/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14700" y="2981325"/>
            <a:ext cx="24765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4100" y="2981325"/>
            <a:ext cx="24765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53500" y="2981325"/>
            <a:ext cx="24765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29000" y="3457575"/>
            <a:ext cx="600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650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原始记录</a:t>
            </a:r>
            <a:r>
              <a: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  <a:endParaRPr/>
          </a:p>
        </p:txBody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  <a:endParaRPr/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742950" y="4305300"/>
          <a:ext cx="5467350" cy="1600200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67300" y="4524375"/>
            <a:ext cx="20955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43525" y="443865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67300" y="4752975"/>
            <a:ext cx="209550" cy="95"/>
          </a:xfrm>
          <a:prstGeom prst="line">
            <a:avLst/>
          </a:prstGeom>
          <a:noFill/>
          <a:ln w="19050">
            <a:solidFill>
              <a:srgbClr val="AF3D3D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43525" y="466725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095500" y="592455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419850" y="39624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9850" y="4305300"/>
          <a:ext cx="5467350" cy="1600200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7772400" y="592455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原始记录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  <a:endParaRPr/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4" name="text-232">
            <a:extLst>
              <a:ext uri="{FF2B5EF4-FFF2-40B4-BE49-F238E27FC236}">
                <ns2:creationId id="{D5179689-217C-4212-9A1A-7017908D99EF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课程作业｜两种群落结构的对照分析</a:t>
            </a:r>
            <a:endParaRPr/>
          </a:p>
        </p:txBody>
      </p:sp>
      <p:sp>
        <p:nvSpPr>
          <p:cNvPr id="2" name="line-233">
            <a:extLst>
              <a:ext uri="{FF2B5EF4-FFF2-40B4-BE49-F238E27FC236}">
                <ns2:creationId id="{66207686-8F60-4B1D-9C23-67C017A11643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234">
            <a:extLst>
              <a:ext uri="{FF2B5EF4-FFF2-40B4-BE49-F238E27FC236}">
                <ns2:creationId id="{C1599386-79DC-46C8-AAC9-C611C26E23FE}"/>
              </a:ext>
            </a:extLst>
          </p:cNvPr>
          <p:cNvSpPr>
            <a:spLocks noGrp="1"/>
          </p:cNvSpPr>
          <p:nvPr/>
        </p:nvSpPr>
        <p:spPr>
          <a:xfrm>
            <a:off x="228600" y="1057275"/>
            <a:ext cx="5143500" cy="361950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4" name="text-235">
            <a:extLst>
              <a:ext uri="{FF2B5EF4-FFF2-40B4-BE49-F238E27FC236}">
                <ns2:creationId id="{665FE50D-88E2-4CFD-AD34-C7C4ECA784E0}"/>
              </a:ext>
            </a:extLst>
          </p:cNvPr>
          <p:cNvSpPr>
            <a:spLocks noGrp="1"/>
          </p:cNvSpPr>
          <p:nvPr/>
        </p:nvSpPr>
        <p:spPr>
          <a:xfrm>
            <a:off x="381000" y="1085850"/>
            <a:ext cx="483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群落甲：分布均匀</a:t>
            </a:r>
            <a:endParaRPr/>
          </a:p>
        </p:txBody>
      </p:sp>
      <p:sp>
        <p:nvSpPr>
          <p:cNvPr id="5" name="vector-236">
            <a:extLst>
              <a:ext uri="{FF2B5EF4-FFF2-40B4-BE49-F238E27FC236}">
                <ns2:creationId id="{92E52B5E-2452-4F0C-B578-4AA5587BE454}"/>
              </a:ext>
            </a:extLst>
          </p:cNvPr>
          <p:cNvSpPr>
            <a:spLocks noGrp="1"/>
          </p:cNvSpPr>
          <p:nvPr/>
        </p:nvSpPr>
        <p:spPr>
          <a:xfrm>
            <a:off x="5905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6" name="icon-leaf-237">
            <a:extLst>
              <a:ext uri="{FF2B5EF4-FFF2-40B4-BE49-F238E27FC236}">
                <ns2:creationId id="{55579A21-DF2E-479B-AF61-AB8EFE147DB0}"/>
              </a:ext>
            </a:extLst>
          </p:cNvPr>
          <p:cNvSpPr>
            <a:spLocks noGrp="1"/>
          </p:cNvSpPr>
          <p:nvPr/>
        </p:nvSpPr>
        <p:spPr>
          <a:xfrm>
            <a:off x="70446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7" name="icon-leaf-238">
            <a:extLst>
              <a:ext uri="{FF2B5EF4-FFF2-40B4-BE49-F238E27FC236}">
                <ns2:creationId id="{C9224FE2-D3B0-4B71-9464-1A539A8078F0}"/>
              </a:ext>
            </a:extLst>
          </p:cNvPr>
          <p:cNvSpPr>
            <a:spLocks noGrp="1"/>
          </p:cNvSpPr>
          <p:nvPr/>
        </p:nvSpPr>
        <p:spPr>
          <a:xfrm>
            <a:off x="84315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8" name="vector-239">
            <a:extLst>
              <a:ext uri="{FF2B5EF4-FFF2-40B4-BE49-F238E27FC236}">
                <ns2:creationId id="{8C23AD95-DF98-4C26-B6D6-E3486BC9EBE7}"/>
              </a:ext>
            </a:extLst>
          </p:cNvPr>
          <p:cNvSpPr>
            <a:spLocks noGrp="1"/>
          </p:cNvSpPr>
          <p:nvPr/>
        </p:nvSpPr>
        <p:spPr>
          <a:xfrm>
            <a:off x="5905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9" name="vector-240">
            <a:extLst>
              <a:ext uri="{FF2B5EF4-FFF2-40B4-BE49-F238E27FC236}">
                <ns2:creationId id="{D65C9264-087E-49A9-861C-15F4AB1F9C6A}"/>
              </a:ext>
            </a:extLst>
          </p:cNvPr>
          <p:cNvSpPr>
            <a:spLocks noGrp="1"/>
          </p:cNvSpPr>
          <p:nvPr/>
        </p:nvSpPr>
        <p:spPr>
          <a:xfrm>
            <a:off x="5905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0" name="text-241">
            <a:extLst>
              <a:ext uri="{FF2B5EF4-FFF2-40B4-BE49-F238E27FC236}">
                <ns2:creationId id="{9A666BE7-7468-40B8-BA27-243E6E541C5F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物种1</a:t>
            </a:r>
            <a:endParaRPr/>
          </a:p>
        </p:txBody>
      </p:sp>
      <p:sp>
        <p:nvSpPr>
          <p:cNvPr id="11" name="vector-242">
            <a:extLst>
              <a:ext uri="{FF2B5EF4-FFF2-40B4-BE49-F238E27FC236}">
                <ns2:creationId id="{015F0543-7B45-4BF1-94B7-1A1E058983C3}"/>
              </a:ext>
            </a:extLst>
          </p:cNvPr>
          <p:cNvSpPr>
            <a:spLocks noGrp="1"/>
          </p:cNvSpPr>
          <p:nvPr/>
        </p:nvSpPr>
        <p:spPr>
          <a:xfrm>
            <a:off x="18288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2" name="icon-leaf-243">
            <a:extLst>
              <a:ext uri="{FF2B5EF4-FFF2-40B4-BE49-F238E27FC236}">
                <ns2:creationId id="{20788740-3B23-4A38-BAA1-D2B62E9057B2}"/>
              </a:ext>
            </a:extLst>
          </p:cNvPr>
          <p:cNvSpPr>
            <a:spLocks noGrp="1"/>
          </p:cNvSpPr>
          <p:nvPr/>
        </p:nvSpPr>
        <p:spPr>
          <a:xfrm>
            <a:off x="194271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13" name="icon-leaf-244">
            <a:extLst>
              <a:ext uri="{FF2B5EF4-FFF2-40B4-BE49-F238E27FC236}">
                <ns2:creationId id="{9C348B4E-9021-4E45-B435-A0E2F334A724}"/>
              </a:ext>
            </a:extLst>
          </p:cNvPr>
          <p:cNvSpPr>
            <a:spLocks noGrp="1"/>
          </p:cNvSpPr>
          <p:nvPr/>
        </p:nvSpPr>
        <p:spPr>
          <a:xfrm>
            <a:off x="208140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14" name="vector-245">
            <a:extLst>
              <a:ext uri="{FF2B5EF4-FFF2-40B4-BE49-F238E27FC236}">
                <ns2:creationId id="{E27DA151-3CD5-4BC4-9A68-EA15D2B87309}"/>
              </a:ext>
            </a:extLst>
          </p:cNvPr>
          <p:cNvSpPr>
            <a:spLocks noGrp="1"/>
          </p:cNvSpPr>
          <p:nvPr/>
        </p:nvSpPr>
        <p:spPr>
          <a:xfrm>
            <a:off x="18288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5" name="vector-246">
            <a:extLst>
              <a:ext uri="{FF2B5EF4-FFF2-40B4-BE49-F238E27FC236}">
                <ns2:creationId id="{9AD9E9C6-9F66-4EBB-BA5C-9922A9E469E4}"/>
              </a:ext>
            </a:extLst>
          </p:cNvPr>
          <p:cNvSpPr>
            <a:spLocks noGrp="1"/>
          </p:cNvSpPr>
          <p:nvPr/>
        </p:nvSpPr>
        <p:spPr>
          <a:xfrm>
            <a:off x="18288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6" name="text-247">
            <a:extLst>
              <a:ext uri="{FF2B5EF4-FFF2-40B4-BE49-F238E27FC236}">
                <ns2:creationId id="{93568EED-6B3A-410F-8E65-CE6EF0688068}"/>
              </a:ext>
            </a:extLst>
          </p:cNvPr>
          <p:cNvSpPr>
            <a:spLocks noGrp="1"/>
          </p:cNvSpPr>
          <p:nvPr/>
        </p:nvSpPr>
        <p:spPr>
          <a:xfrm>
            <a:off x="16383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物种2</a:t>
            </a:r>
            <a:endParaRPr/>
          </a:p>
        </p:txBody>
      </p:sp>
      <p:sp>
        <p:nvSpPr>
          <p:cNvPr id="17" name="vector-248">
            <a:extLst>
              <a:ext uri="{FF2B5EF4-FFF2-40B4-BE49-F238E27FC236}">
                <ns2:creationId id="{C8ADB4AC-138E-4F86-9913-2AEC7DA429C7}"/>
              </a:ext>
            </a:extLst>
          </p:cNvPr>
          <p:cNvSpPr>
            <a:spLocks noGrp="1"/>
          </p:cNvSpPr>
          <p:nvPr/>
        </p:nvSpPr>
        <p:spPr>
          <a:xfrm>
            <a:off x="30670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8" name="icon-leaf-249">
            <a:extLst>
              <a:ext uri="{FF2B5EF4-FFF2-40B4-BE49-F238E27FC236}">
                <ns2:creationId id="{ACE5F6A5-0D77-4C72-9DC7-960F7418EFAB}"/>
              </a:ext>
            </a:extLst>
          </p:cNvPr>
          <p:cNvSpPr>
            <a:spLocks noGrp="1"/>
          </p:cNvSpPr>
          <p:nvPr/>
        </p:nvSpPr>
        <p:spPr>
          <a:xfrm>
            <a:off x="318096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19" name="icon-leaf-250">
            <a:extLst>
              <a:ext uri="{FF2B5EF4-FFF2-40B4-BE49-F238E27FC236}">
                <ns2:creationId id="{89058A91-7359-41B7-B77F-1D67EA798F21}"/>
              </a:ext>
            </a:extLst>
          </p:cNvPr>
          <p:cNvSpPr>
            <a:spLocks noGrp="1"/>
          </p:cNvSpPr>
          <p:nvPr/>
        </p:nvSpPr>
        <p:spPr>
          <a:xfrm>
            <a:off x="331965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0" name="vector-251">
            <a:extLst>
              <a:ext uri="{FF2B5EF4-FFF2-40B4-BE49-F238E27FC236}">
                <ns2:creationId id="{D7725F44-A286-48BE-B4B4-B9F682E79419}"/>
              </a:ext>
            </a:extLst>
          </p:cNvPr>
          <p:cNvSpPr>
            <a:spLocks noGrp="1"/>
          </p:cNvSpPr>
          <p:nvPr/>
        </p:nvSpPr>
        <p:spPr>
          <a:xfrm>
            <a:off x="30670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1" name="vector-252">
            <a:extLst>
              <a:ext uri="{FF2B5EF4-FFF2-40B4-BE49-F238E27FC236}">
                <ns2:creationId id="{F5D8A2BF-5ABE-41F7-B1A2-5981D549E512}"/>
              </a:ext>
            </a:extLst>
          </p:cNvPr>
          <p:cNvSpPr>
            <a:spLocks noGrp="1"/>
          </p:cNvSpPr>
          <p:nvPr/>
        </p:nvSpPr>
        <p:spPr>
          <a:xfrm>
            <a:off x="30670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2" name="text-253">
            <a:extLst>
              <a:ext uri="{FF2B5EF4-FFF2-40B4-BE49-F238E27FC236}">
                <ns2:creationId id="{1E87EEB7-F139-434E-BB4C-50B878681D0D}"/>
              </a:ext>
            </a:extLst>
          </p:cNvPr>
          <p:cNvSpPr>
            <a:spLocks noGrp="1"/>
          </p:cNvSpPr>
          <p:nvPr/>
        </p:nvSpPr>
        <p:spPr>
          <a:xfrm>
            <a:off x="28765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物种3</a:t>
            </a:r>
            <a:endParaRPr/>
          </a:p>
        </p:txBody>
      </p:sp>
      <p:sp>
        <p:nvSpPr>
          <p:cNvPr id="23" name="vector-254">
            <a:extLst>
              <a:ext uri="{FF2B5EF4-FFF2-40B4-BE49-F238E27FC236}">
                <ns2:creationId id="{5F46F337-D5B7-430E-863D-3BB688F8FD07}"/>
              </a:ext>
            </a:extLst>
          </p:cNvPr>
          <p:cNvSpPr>
            <a:spLocks noGrp="1"/>
          </p:cNvSpPr>
          <p:nvPr/>
        </p:nvSpPr>
        <p:spPr>
          <a:xfrm>
            <a:off x="43053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4" name="icon-leaf-255">
            <a:extLst>
              <a:ext uri="{FF2B5EF4-FFF2-40B4-BE49-F238E27FC236}">
                <ns2:creationId id="{CC06FDAE-EAAD-4E86-95B0-6C5133B0AFDB}"/>
              </a:ext>
            </a:extLst>
          </p:cNvPr>
          <p:cNvSpPr>
            <a:spLocks noGrp="1"/>
          </p:cNvSpPr>
          <p:nvPr/>
        </p:nvSpPr>
        <p:spPr>
          <a:xfrm>
            <a:off x="441921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5" name="icon-leaf-256">
            <a:extLst>
              <a:ext uri="{FF2B5EF4-FFF2-40B4-BE49-F238E27FC236}">
                <ns2:creationId id="{24E2500F-48D5-413B-81CE-C1CFA6338433}"/>
              </a:ext>
            </a:extLst>
          </p:cNvPr>
          <p:cNvSpPr>
            <a:spLocks noGrp="1"/>
          </p:cNvSpPr>
          <p:nvPr/>
        </p:nvSpPr>
        <p:spPr>
          <a:xfrm>
            <a:off x="455790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6" name="vector-257">
            <a:extLst>
              <a:ext uri="{FF2B5EF4-FFF2-40B4-BE49-F238E27FC236}">
                <ns2:creationId id="{447F4A37-4B45-4A6D-8387-683A1378DCD2}"/>
              </a:ext>
            </a:extLst>
          </p:cNvPr>
          <p:cNvSpPr>
            <a:spLocks noGrp="1"/>
          </p:cNvSpPr>
          <p:nvPr/>
        </p:nvSpPr>
        <p:spPr>
          <a:xfrm>
            <a:off x="43053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7" name="vector-258">
            <a:extLst>
              <a:ext uri="{FF2B5EF4-FFF2-40B4-BE49-F238E27FC236}">
                <ns2:creationId id="{23A46339-BEAE-4E75-A789-09B044E699A1}"/>
              </a:ext>
            </a:extLst>
          </p:cNvPr>
          <p:cNvSpPr>
            <a:spLocks noGrp="1"/>
          </p:cNvSpPr>
          <p:nvPr/>
        </p:nvSpPr>
        <p:spPr>
          <a:xfrm>
            <a:off x="43053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8" name="text-259">
            <a:extLst>
              <a:ext uri="{FF2B5EF4-FFF2-40B4-BE49-F238E27FC236}">
                <ns2:creationId id="{AC8B7D55-64F9-491D-B623-7D01D3547201}"/>
              </a:ext>
            </a:extLst>
          </p:cNvPr>
          <p:cNvSpPr>
            <a:spLocks noGrp="1"/>
          </p:cNvSpPr>
          <p:nvPr/>
        </p:nvSpPr>
        <p:spPr>
          <a:xfrm>
            <a:off x="41148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物种4</a:t>
            </a:r>
            <a:endParaRPr/>
          </a:p>
        </p:txBody>
      </p:sp>
      <p:graphicFrame>
        <p:nvGraphicFramePr>
          <p:cNvPr id="29" name="Chart">
            <a:extLst>
              <a:ext uri="{FF2B5EF4-FFF2-40B4-BE49-F238E27FC236}">
                <ns2:creationId id="{8412622D-13A6-4B72-892C-8B55AF70CBDC}"/>
              </a:ext>
            </a:extLst>
          </p:cNvPr>
          <p:cNvGraphicFramePr/>
          <p:nvPr/>
        </p:nvGraphicFramePr>
        <p:xfrm>
          <a:off x="228600" y="2562225"/>
          <a:ext cx="5143500" cy="2057400"/>
        </p:xfrm>
        <a:graphic>
          <a:graphicData uri="http://schemas.openxmlformats.org/drawingml/2006/chart">
            <c:chart r:id="R9e4b51eb44254abd"/>
          </a:graphicData>
        </a:graphic>
      </p:graphicFrame>
      <p:sp>
        <p:nvSpPr>
          <p:cNvPr id="30" name="shape-260">
            <a:extLst>
              <a:ext uri="{FF2B5EF4-FFF2-40B4-BE49-F238E27FC236}">
                <ns2:creationId id="{0D4093EE-FF37-41DF-9493-C791FCB0866C}"/>
              </a:ext>
            </a:extLst>
          </p:cNvPr>
          <p:cNvSpPr>
            <a:spLocks noGrp="1"/>
          </p:cNvSpPr>
          <p:nvPr/>
        </p:nvSpPr>
        <p:spPr>
          <a:xfrm>
            <a:off x="6819900" y="1057275"/>
            <a:ext cx="5143500" cy="361950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31" name="text-261">
            <a:extLst>
              <a:ext uri="{FF2B5EF4-FFF2-40B4-BE49-F238E27FC236}">
                <ns2:creationId id="{513E1336-EED5-46EA-AA6E-A488A2973463}"/>
              </a:ext>
            </a:extLst>
          </p:cNvPr>
          <p:cNvSpPr>
            <a:spLocks noGrp="1"/>
          </p:cNvSpPr>
          <p:nvPr/>
        </p:nvSpPr>
        <p:spPr>
          <a:xfrm>
            <a:off x="6972300" y="1085850"/>
            <a:ext cx="483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群落乙：优势集中</a:t>
            </a:r>
            <a:endParaRPr/>
          </a:p>
        </p:txBody>
      </p:sp>
      <p:sp>
        <p:nvSpPr>
          <p:cNvPr id="32" name="vector-262">
            <a:extLst>
              <a:ext uri="{FF2B5EF4-FFF2-40B4-BE49-F238E27FC236}">
                <ns2:creationId id="{48B06596-909C-4E98-9154-6DD40BF1049B}"/>
              </a:ext>
            </a:extLst>
          </p:cNvPr>
          <p:cNvSpPr>
            <a:spLocks noGrp="1"/>
          </p:cNvSpPr>
          <p:nvPr/>
        </p:nvSpPr>
        <p:spPr>
          <a:xfrm>
            <a:off x="71818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33" name="icon-leaf-263">
            <a:extLst>
              <a:ext uri="{FF2B5EF4-FFF2-40B4-BE49-F238E27FC236}">
                <ns2:creationId id="{9885D9A8-E789-49FD-8B6F-27AE0B8C8867}"/>
              </a:ext>
            </a:extLst>
          </p:cNvPr>
          <p:cNvSpPr>
            <a:spLocks noGrp="1"/>
          </p:cNvSpPr>
          <p:nvPr/>
        </p:nvSpPr>
        <p:spPr>
          <a:xfrm>
            <a:off x="729576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34" name="icon-leaf-264">
            <a:extLst>
              <a:ext uri="{FF2B5EF4-FFF2-40B4-BE49-F238E27FC236}">
                <ns2:creationId id="{90DF56A0-2CA8-4C35-805C-944A49DFB98C}"/>
              </a:ext>
            </a:extLst>
          </p:cNvPr>
          <p:cNvSpPr>
            <a:spLocks noGrp="1"/>
          </p:cNvSpPr>
          <p:nvPr/>
        </p:nvSpPr>
        <p:spPr>
          <a:xfrm>
            <a:off x="743445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35" name="vector-265">
            <a:extLst>
              <a:ext uri="{FF2B5EF4-FFF2-40B4-BE49-F238E27FC236}">
                <ns2:creationId id="{91CE3637-EBAF-474F-8449-974B78E11C68}"/>
              </a:ext>
            </a:extLst>
          </p:cNvPr>
          <p:cNvSpPr>
            <a:spLocks noGrp="1"/>
          </p:cNvSpPr>
          <p:nvPr/>
        </p:nvSpPr>
        <p:spPr>
          <a:xfrm>
            <a:off x="71818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36" name="vector-266">
            <a:extLst>
              <a:ext uri="{FF2B5EF4-FFF2-40B4-BE49-F238E27FC236}">
                <ns2:creationId id="{4EC99130-524E-4E73-A224-872FA7AC65FA}"/>
              </a:ext>
            </a:extLst>
          </p:cNvPr>
          <p:cNvSpPr>
            <a:spLocks noGrp="1"/>
          </p:cNvSpPr>
          <p:nvPr/>
        </p:nvSpPr>
        <p:spPr>
          <a:xfrm>
            <a:off x="71818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37" name="text-267">
            <a:extLst>
              <a:ext uri="{FF2B5EF4-FFF2-40B4-BE49-F238E27FC236}">
                <ns2:creationId id="{6143FB1E-23D4-41E2-A0D2-563837B5D664}"/>
              </a:ext>
            </a:extLst>
          </p:cNvPr>
          <p:cNvSpPr>
            <a:spLocks noGrp="1"/>
          </p:cNvSpPr>
          <p:nvPr/>
        </p:nvSpPr>
        <p:spPr>
          <a:xfrm>
            <a:off x="69913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物种1</a:t>
            </a:r>
            <a:endParaRPr/>
          </a:p>
        </p:txBody>
      </p:sp>
      <p:sp>
        <p:nvSpPr>
          <p:cNvPr id="38" name="vector-268">
            <a:extLst>
              <a:ext uri="{FF2B5EF4-FFF2-40B4-BE49-F238E27FC236}">
                <ns2:creationId id="{175F2ADF-4C2A-463D-B934-65E5273C0C96}"/>
              </a:ext>
            </a:extLst>
          </p:cNvPr>
          <p:cNvSpPr>
            <a:spLocks noGrp="1"/>
          </p:cNvSpPr>
          <p:nvPr/>
        </p:nvSpPr>
        <p:spPr>
          <a:xfrm>
            <a:off x="84201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39" name="icon-leaf-269">
            <a:extLst>
              <a:ext uri="{FF2B5EF4-FFF2-40B4-BE49-F238E27FC236}">
                <ns2:creationId id="{C5270281-35BB-4D59-8608-EE183B4B4E52}"/>
              </a:ext>
            </a:extLst>
          </p:cNvPr>
          <p:cNvSpPr>
            <a:spLocks noGrp="1"/>
          </p:cNvSpPr>
          <p:nvPr/>
        </p:nvSpPr>
        <p:spPr>
          <a:xfrm>
            <a:off x="853401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40" name="icon-leaf-270">
            <a:extLst>
              <a:ext uri="{FF2B5EF4-FFF2-40B4-BE49-F238E27FC236}">
                <ns2:creationId id="{24638BD8-E2A1-41AD-8A91-605B039555C6}"/>
              </a:ext>
            </a:extLst>
          </p:cNvPr>
          <p:cNvSpPr>
            <a:spLocks noGrp="1"/>
          </p:cNvSpPr>
          <p:nvPr/>
        </p:nvSpPr>
        <p:spPr>
          <a:xfrm>
            <a:off x="867270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41" name="vector-271">
            <a:extLst>
              <a:ext uri="{FF2B5EF4-FFF2-40B4-BE49-F238E27FC236}">
                <ns2:creationId id="{04490D10-45F0-487D-ACC4-CC89E6E92569}"/>
              </a:ext>
            </a:extLst>
          </p:cNvPr>
          <p:cNvSpPr>
            <a:spLocks noGrp="1"/>
          </p:cNvSpPr>
          <p:nvPr/>
        </p:nvSpPr>
        <p:spPr>
          <a:xfrm>
            <a:off x="84201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2" name="vector-272">
            <a:extLst>
              <a:ext uri="{FF2B5EF4-FFF2-40B4-BE49-F238E27FC236}">
                <ns2:creationId id="{882DE27E-4571-4414-A2DB-37B02262872B}"/>
              </a:ext>
            </a:extLst>
          </p:cNvPr>
          <p:cNvSpPr>
            <a:spLocks noGrp="1"/>
          </p:cNvSpPr>
          <p:nvPr/>
        </p:nvSpPr>
        <p:spPr>
          <a:xfrm>
            <a:off x="84201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3" name="text-273">
            <a:extLst>
              <a:ext uri="{FF2B5EF4-FFF2-40B4-BE49-F238E27FC236}">
                <ns2:creationId id="{34A69772-C71A-4A1C-8DB8-95FC3A88991D}"/>
              </a:ext>
            </a:extLst>
          </p:cNvPr>
          <p:cNvSpPr>
            <a:spLocks noGrp="1"/>
          </p:cNvSpPr>
          <p:nvPr/>
        </p:nvSpPr>
        <p:spPr>
          <a:xfrm>
            <a:off x="82296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物种2</a:t>
            </a:r>
            <a:endParaRPr/>
          </a:p>
        </p:txBody>
      </p:sp>
      <p:sp>
        <p:nvSpPr>
          <p:cNvPr id="44" name="vector-274">
            <a:extLst>
              <a:ext uri="{FF2B5EF4-FFF2-40B4-BE49-F238E27FC236}">
                <ns2:creationId id="{F34AA204-D8AA-47F7-BA54-494459AC2B2A}"/>
              </a:ext>
            </a:extLst>
          </p:cNvPr>
          <p:cNvSpPr>
            <a:spLocks noGrp="1"/>
          </p:cNvSpPr>
          <p:nvPr/>
        </p:nvSpPr>
        <p:spPr>
          <a:xfrm>
            <a:off x="96583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5" name="icon-leaf-275">
            <a:extLst>
              <a:ext uri="{FF2B5EF4-FFF2-40B4-BE49-F238E27FC236}">
                <ns2:creationId id="{424CDD83-6B3A-4801-9358-FF6C741577B4}"/>
              </a:ext>
            </a:extLst>
          </p:cNvPr>
          <p:cNvSpPr>
            <a:spLocks noGrp="1"/>
          </p:cNvSpPr>
          <p:nvPr/>
        </p:nvSpPr>
        <p:spPr>
          <a:xfrm>
            <a:off x="977226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46" name="icon-leaf-276">
            <a:extLst>
              <a:ext uri="{FF2B5EF4-FFF2-40B4-BE49-F238E27FC236}">
                <ns2:creationId id="{3770F25D-819F-46B9-806F-EF23BCEE9BDA}"/>
              </a:ext>
            </a:extLst>
          </p:cNvPr>
          <p:cNvSpPr>
            <a:spLocks noGrp="1"/>
          </p:cNvSpPr>
          <p:nvPr/>
        </p:nvSpPr>
        <p:spPr>
          <a:xfrm>
            <a:off x="991095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47" name="vector-277">
            <a:extLst>
              <a:ext uri="{FF2B5EF4-FFF2-40B4-BE49-F238E27FC236}">
                <ns2:creationId id="{8BD546CE-2C43-4D44-9515-7B6C197F636C}"/>
              </a:ext>
            </a:extLst>
          </p:cNvPr>
          <p:cNvSpPr>
            <a:spLocks noGrp="1"/>
          </p:cNvSpPr>
          <p:nvPr/>
        </p:nvSpPr>
        <p:spPr>
          <a:xfrm>
            <a:off x="96583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8" name="vector-278">
            <a:extLst>
              <a:ext uri="{FF2B5EF4-FFF2-40B4-BE49-F238E27FC236}">
                <ns2:creationId id="{27F250BB-89C8-4F51-85CF-1E4848BF6270}"/>
              </a:ext>
            </a:extLst>
          </p:cNvPr>
          <p:cNvSpPr>
            <a:spLocks noGrp="1"/>
          </p:cNvSpPr>
          <p:nvPr/>
        </p:nvSpPr>
        <p:spPr>
          <a:xfrm>
            <a:off x="96583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9" name="text-279">
            <a:extLst>
              <a:ext uri="{FF2B5EF4-FFF2-40B4-BE49-F238E27FC236}">
                <ns2:creationId id="{62CD2AF9-4029-4813-855C-33AED2DDA59C}"/>
              </a:ext>
            </a:extLst>
          </p:cNvPr>
          <p:cNvSpPr>
            <a:spLocks noGrp="1"/>
          </p:cNvSpPr>
          <p:nvPr/>
        </p:nvSpPr>
        <p:spPr>
          <a:xfrm>
            <a:off x="94678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物种3</a:t>
            </a:r>
            <a:endParaRPr/>
          </a:p>
        </p:txBody>
      </p:sp>
      <p:sp>
        <p:nvSpPr>
          <p:cNvPr id="50" name="vector-280">
            <a:extLst>
              <a:ext uri="{FF2B5EF4-FFF2-40B4-BE49-F238E27FC236}">
                <ns2:creationId id="{74D884F0-F266-4DC4-B130-4696D3437706}"/>
              </a:ext>
            </a:extLst>
          </p:cNvPr>
          <p:cNvSpPr>
            <a:spLocks noGrp="1"/>
          </p:cNvSpPr>
          <p:nvPr/>
        </p:nvSpPr>
        <p:spPr>
          <a:xfrm>
            <a:off x="108966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51" name="icon-leaf-281">
            <a:extLst>
              <a:ext uri="{FF2B5EF4-FFF2-40B4-BE49-F238E27FC236}">
                <ns2:creationId id="{B33A5734-DB7D-4781-B398-93181F8DEA3B}"/>
              </a:ext>
            </a:extLst>
          </p:cNvPr>
          <p:cNvSpPr>
            <a:spLocks noGrp="1"/>
          </p:cNvSpPr>
          <p:nvPr/>
        </p:nvSpPr>
        <p:spPr>
          <a:xfrm>
            <a:off x="1101051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52" name="icon-leaf-282">
            <a:extLst>
              <a:ext uri="{FF2B5EF4-FFF2-40B4-BE49-F238E27FC236}">
                <ns2:creationId id="{A14EF601-4D99-4FC9-BBFE-C3672C801611}"/>
              </a:ext>
            </a:extLst>
          </p:cNvPr>
          <p:cNvSpPr>
            <a:spLocks noGrp="1"/>
          </p:cNvSpPr>
          <p:nvPr/>
        </p:nvSpPr>
        <p:spPr>
          <a:xfrm>
            <a:off x="1114920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53" name="vector-283">
            <a:extLst>
              <a:ext uri="{FF2B5EF4-FFF2-40B4-BE49-F238E27FC236}">
                <ns2:creationId id="{B07E5762-1F7F-4515-AD0D-49F2CFC97B30}"/>
              </a:ext>
            </a:extLst>
          </p:cNvPr>
          <p:cNvSpPr>
            <a:spLocks noGrp="1"/>
          </p:cNvSpPr>
          <p:nvPr/>
        </p:nvSpPr>
        <p:spPr>
          <a:xfrm>
            <a:off x="108966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54" name="vector-284">
            <a:extLst>
              <a:ext uri="{FF2B5EF4-FFF2-40B4-BE49-F238E27FC236}">
                <ns2:creationId id="{3B2487C8-D0B8-49C1-8394-AECB299A97BC}"/>
              </a:ext>
            </a:extLst>
          </p:cNvPr>
          <p:cNvSpPr>
            <a:spLocks noGrp="1"/>
          </p:cNvSpPr>
          <p:nvPr/>
        </p:nvSpPr>
        <p:spPr>
          <a:xfrm>
            <a:off x="108966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55" name="text-285">
            <a:extLst>
              <a:ext uri="{FF2B5EF4-FFF2-40B4-BE49-F238E27FC236}">
                <ns2:creationId id="{31687D60-66B4-407B-82B7-90C3101077C0}"/>
              </a:ext>
            </a:extLst>
          </p:cNvPr>
          <p:cNvSpPr>
            <a:spLocks noGrp="1"/>
          </p:cNvSpPr>
          <p:nvPr/>
        </p:nvSpPr>
        <p:spPr>
          <a:xfrm>
            <a:off x="107061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物种4</a:t>
            </a:r>
            <a:endParaRPr/>
          </a:p>
        </p:txBody>
      </p:sp>
      <p:graphicFrame>
        <p:nvGraphicFramePr>
          <p:cNvPr id="56" name="Chart">
            <a:extLst>
              <a:ext uri="{FF2B5EF4-FFF2-40B4-BE49-F238E27FC236}">
                <ns2:creationId id="{B7453D96-8A4F-49F6-B89B-00B4AD239145}"/>
              </a:ext>
            </a:extLst>
          </p:cNvPr>
          <p:cNvGraphicFramePr/>
          <p:nvPr/>
        </p:nvGraphicFramePr>
        <p:xfrm>
          <a:off x="6819900" y="2562225"/>
          <a:ext cx="5143500" cy="2057400"/>
        </p:xfrm>
        <a:graphic>
          <a:graphicData uri="http://schemas.openxmlformats.org/drawingml/2006/chart">
            <c:chart r:id="Rc49d4862ef9e4b9a"/>
          </a:graphicData>
        </a:graphic>
      </p:graphicFrame>
      <p:sp>
        <p:nvSpPr>
          <p:cNvPr id="57" name="icon-camera-286">
            <a:extLst>
              <a:ext uri="{FF2B5EF4-FFF2-40B4-BE49-F238E27FC236}">
                <ns2:creationId id="{4104C54E-A22D-429F-8341-10E9FAFE7184}"/>
              </a:ext>
            </a:extLst>
          </p:cNvPr>
          <p:cNvSpPr>
            <a:spLocks noGrp="1"/>
          </p:cNvSpPr>
          <p:nvPr/>
        </p:nvSpPr>
        <p:spPr>
          <a:xfrm>
            <a:off x="5759196" y="1685544"/>
            <a:ext cx="425958" cy="302133"/>
          </a:xfrm>
          <a:prstGeom prst="roundRect">
            <a:avLst>
              <a:gd name="adj" fmla="val 25221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58" name="icon-camera-287">
            <a:extLst>
              <a:ext uri="{FF2B5EF4-FFF2-40B4-BE49-F238E27FC236}">
                <ns2:creationId id="{7D1DFCC3-B728-4DFB-B4F6-8FA2A680759E}"/>
              </a:ext>
            </a:extLst>
          </p:cNvPr>
          <p:cNvSpPr>
            <a:spLocks noGrp="1"/>
          </p:cNvSpPr>
          <p:nvPr/>
        </p:nvSpPr>
        <p:spPr>
          <a:xfrm>
            <a:off x="5887974" y="1621155"/>
            <a:ext cx="163449" cy="84201"/>
          </a:xfrm>
          <a:prstGeom prst="roundRect">
            <a:avLst>
              <a:gd name="adj" fmla="val 50000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59" name="icon-camera-288">
            <a:extLst>
              <a:ext uri="{FF2B5EF4-FFF2-40B4-BE49-F238E27FC236}">
                <ns2:creationId id="{5241C9F8-CBD5-4CE4-97CE-F4167AE37104}"/>
              </a:ext>
            </a:extLst>
          </p:cNvPr>
          <p:cNvSpPr>
            <a:spLocks noGrp="1"/>
          </p:cNvSpPr>
          <p:nvPr/>
        </p:nvSpPr>
        <p:spPr>
          <a:xfrm>
            <a:off x="5883021" y="1749933"/>
            <a:ext cx="178308" cy="178308"/>
          </a:xfrm>
          <a:prstGeom prst="ellipse">
            <a:avLst/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60" name="icon-camera-289">
            <a:extLst>
              <a:ext uri="{FF2B5EF4-FFF2-40B4-BE49-F238E27FC236}">
                <ns2:creationId id="{CB537AA3-3379-426E-AC79-0B8C0A3B10FF}"/>
              </a:ext>
            </a:extLst>
          </p:cNvPr>
          <p:cNvSpPr>
            <a:spLocks noGrp="1"/>
          </p:cNvSpPr>
          <p:nvPr/>
        </p:nvSpPr>
        <p:spPr>
          <a:xfrm>
            <a:off x="6091047" y="1725168"/>
            <a:ext cx="39624" cy="39624"/>
          </a:xfrm>
          <a:prstGeom prst="ellipse">
            <a:avLst/>
          </a:prstGeom>
          <a:solidFill>
            <a:srgbClr val="173D67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61" name="text-290">
            <a:extLst>
              <a:ext uri="{FF2B5EF4-FFF2-40B4-BE49-F238E27FC236}">
                <ns2:creationId id="{8D1101A6-A177-432F-BED5-27E1C932EEB1}"/>
              </a:ext>
            </a:extLst>
          </p:cNvPr>
          <p:cNvSpPr>
            <a:spLocks noGrp="1"/>
          </p:cNvSpPr>
          <p:nvPr/>
        </p:nvSpPr>
        <p:spPr>
          <a:xfrm>
            <a:off x="5400675" y="211455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物种组成</a:t>
            </a:r>
          </a:p>
        </p:txBody>
      </p:sp>
      <p:sp>
        <p:nvSpPr>
          <p:cNvPr id="62" name="icon-database-291">
            <a:extLst>
              <a:ext uri="{FF2B5EF4-FFF2-40B4-BE49-F238E27FC236}">
                <ns2:creationId id="{F6591B48-EC29-4C56-B2C4-3990A1387842}"/>
              </a:ext>
            </a:extLst>
          </p:cNvPr>
          <p:cNvSpPr>
            <a:spLocks noGrp="1"/>
          </p:cNvSpPr>
          <p:nvPr/>
        </p:nvSpPr>
        <p:spPr>
          <a:xfrm>
            <a:off x="5803773" y="2684907"/>
            <a:ext cx="336804" cy="312039"/>
          </a:xfrm>
          <a:prstGeom prst="can">
            <a:avLst/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63" name="vector-292">
            <a:extLst>
              <a:ext uri="{FF2B5EF4-FFF2-40B4-BE49-F238E27FC236}">
                <ns2:creationId id="{26ADC2B6-A1FE-44F2-8C1B-F626368BF5CD}"/>
              </a:ext>
            </a:extLst>
          </p:cNvPr>
          <p:cNvSpPr>
            <a:spLocks noGrp="1"/>
          </p:cNvSpPr>
          <p:nvPr/>
        </p:nvSpPr>
        <p:spPr>
          <a:xfrm>
            <a:off x="5724525" y="2590800"/>
            <a:ext cx="495300" cy="49530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64" name="vector-293">
            <a:extLst>
              <a:ext uri="{FF2B5EF4-FFF2-40B4-BE49-F238E27FC236}">
                <ns2:creationId id="{AB75D830-F880-4BC3-A99C-03A73575E0EB}"/>
              </a:ext>
            </a:extLst>
          </p:cNvPr>
          <p:cNvSpPr>
            <a:spLocks noGrp="1"/>
          </p:cNvSpPr>
          <p:nvPr/>
        </p:nvSpPr>
        <p:spPr>
          <a:xfrm>
            <a:off x="5724525" y="2590800"/>
            <a:ext cx="495300" cy="49530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65" name="text-294">
            <a:extLst>
              <a:ext uri="{FF2B5EF4-FFF2-40B4-BE49-F238E27FC236}">
                <ns2:creationId id="{28F27275-773C-47E5-80F2-E4F27E714A2B}"/>
              </a:ext>
            </a:extLst>
          </p:cNvPr>
          <p:cNvSpPr>
            <a:spLocks noGrp="1"/>
          </p:cNvSpPr>
          <p:nvPr/>
        </p:nvSpPr>
        <p:spPr>
          <a:xfrm>
            <a:off x="5400675" y="3133725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计数分布</a:t>
            </a:r>
          </a:p>
        </p:txBody>
      </p:sp>
      <p:sp>
        <p:nvSpPr>
          <p:cNvPr id="66" name="icon-clipboard-295">
            <a:extLst>
              <a:ext uri="{FF2B5EF4-FFF2-40B4-BE49-F238E27FC236}">
                <ns2:creationId id="{FADEDF5C-212E-4479-8A33-1DF043CA09B2}"/>
              </a:ext>
            </a:extLst>
          </p:cNvPr>
          <p:cNvSpPr>
            <a:spLocks noGrp="1"/>
          </p:cNvSpPr>
          <p:nvPr/>
        </p:nvSpPr>
        <p:spPr>
          <a:xfrm>
            <a:off x="5813679" y="3669411"/>
            <a:ext cx="321945" cy="386334"/>
          </a:xfrm>
          <a:prstGeom prst="roundRect">
            <a:avLst>
              <a:gd name="adj" fmla="val 23669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67" name="icon-clipboard-296">
            <a:extLst>
              <a:ext uri="{FF2B5EF4-FFF2-40B4-BE49-F238E27FC236}">
                <ns2:creationId id="{8B59318B-C1DB-47D3-B12C-4C702B9CEB60}"/>
              </a:ext>
            </a:extLst>
          </p:cNvPr>
          <p:cNvSpPr>
            <a:spLocks noGrp="1"/>
          </p:cNvSpPr>
          <p:nvPr/>
        </p:nvSpPr>
        <p:spPr>
          <a:xfrm>
            <a:off x="5897880" y="3634740"/>
            <a:ext cx="148590" cy="742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68" name="vector-297">
            <a:extLst>
              <a:ext uri="{FF2B5EF4-FFF2-40B4-BE49-F238E27FC236}">
                <ns2:creationId id="{DF9B2472-0A02-4F2F-B21C-6FA634D84C50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69" name="vector-298">
            <a:extLst>
              <a:ext uri="{FF2B5EF4-FFF2-40B4-BE49-F238E27FC236}">
                <ns2:creationId id="{E4E4355B-82FA-4108-A62A-F9DD1EEFDC1B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0" name="vector-299">
            <a:extLst>
              <a:ext uri="{FF2B5EF4-FFF2-40B4-BE49-F238E27FC236}">
                <ns2:creationId id="{CB4F7F53-0CD9-4034-B4FE-CF953E9BE3DD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1" name="vector-300">
            <a:extLst>
              <a:ext uri="{FF2B5EF4-FFF2-40B4-BE49-F238E27FC236}">
                <ns2:creationId id="{43E2265B-31A8-40E3-86C1-E7862EC61A4A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2" name="vector-301">
            <a:extLst>
              <a:ext uri="{FF2B5EF4-FFF2-40B4-BE49-F238E27FC236}">
                <ns2:creationId id="{D0B509F2-AC1B-4863-894E-3965F6915068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3" name="vector-302">
            <a:extLst>
              <a:ext uri="{FF2B5EF4-FFF2-40B4-BE49-F238E27FC236}">
                <ns2:creationId id="{0E52FDED-910D-4360-867E-D3C2A1404566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4" name="vector-303">
            <a:extLst>
              <a:ext uri="{FF2B5EF4-FFF2-40B4-BE49-F238E27FC236}">
                <ns2:creationId id="{0788A2DC-4C16-4AB0-B887-3C15AD1525D3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5" name="vector-304">
            <a:extLst>
              <a:ext uri="{FF2B5EF4-FFF2-40B4-BE49-F238E27FC236}">
                <ns2:creationId id="{1FEE812D-0EE0-49DC-B5B9-B5913577AC93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6" name="vector-305">
            <a:extLst>
              <a:ext uri="{FF2B5EF4-FFF2-40B4-BE49-F238E27FC236}">
                <ns2:creationId id="{41F40E46-F22E-4CCC-B1D3-F733111CF831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7" name="text-306">
            <a:extLst>
              <a:ext uri="{FF2B5EF4-FFF2-40B4-BE49-F238E27FC236}">
                <ns2:creationId id="{9E998112-ACA0-408A-8A5B-0F2E9784C689}"/>
              </a:ext>
            </a:extLst>
          </p:cNvPr>
          <p:cNvSpPr>
            <a:spLocks noGrp="1"/>
          </p:cNvSpPr>
          <p:nvPr/>
        </p:nvSpPr>
        <p:spPr>
          <a:xfrm>
            <a:off x="5400675" y="415290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指标比较</a:t>
            </a:r>
          </a:p>
        </p:txBody>
      </p:sp>
      <p:graphicFrame>
        <p:nvGraphicFramePr>
          <p:cNvPr id="78" name="">
            <a:extLst>
              <a:ext uri="{FF2B5EF4-FFF2-40B4-BE49-F238E27FC236}">
                <ns2:creationId id="{2AB4F898-3313-4DA3-9A0B-A56B767ABDA5}"/>
              </a:ext>
            </a:extLst>
          </p:cNvPr>
          <p:cNvGraphicFramePr/>
          <p:nvPr/>
        </p:nvGraphicFramePr>
        <p:xfrm>
          <a:off x="228600" y="4552950"/>
          <a:ext cx="11734800" cy="1295400"/>
        </p:xfrm>
        <a:graphic>
          <a:graphicData uri="http://schemas.openxmlformats.org/drawingml/2006/table">
            <a:tbl>
              <a:tblPr/>
              <a:tblGrid>
                <a:gridCol w="3109058"/>
                <a:gridCol w="5516683"/>
                <a:gridCol w="3109059"/>
              </a:tblGrid>
              <a:tr h="3238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群落甲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群落乙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</a:tr>
              <a:tr h="3238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物种数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个体总数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3238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1.386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Shannon H′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0.940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" name="text-307">
            <a:extLst>
              <a:ext uri="{FF2B5EF4-FFF2-40B4-BE49-F238E27FC236}">
                <ns2:creationId id="{FAE6F595-D49C-42BA-8E51-A21D553750E0}"/>
              </a:ext>
            </a:extLst>
          </p:cNvPr>
          <p:cNvSpPr>
            <a:spLocks noGrp="1"/>
          </p:cNvSpPr>
          <p:nvPr/>
        </p:nvSpPr>
        <p:spPr>
          <a:xfrm>
            <a:off x="228600" y="5915025"/>
            <a:ext cx="11734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H′ = −Σ pᵢ ln(pᵢ)      pᵢ = nᵢ / N</a:t>
            </a:r>
            <a:endParaRPr/>
          </a:p>
        </p:txBody>
      </p:sp>
      <p:sp>
        <p:nvSpPr>
          <p:cNvPr id="80" name="shape-308">
            <a:extLst>
              <a:ext uri="{FF2B5EF4-FFF2-40B4-BE49-F238E27FC236}">
                <ns2:creationId id="{354A7AD2-6EAC-4BAF-BB90-A6F15F97D175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81" name="text-309">
            <a:extLst>
              <a:ext uri="{FF2B5EF4-FFF2-40B4-BE49-F238E27FC236}">
                <ns2:creationId id="{6F8780CB-75B7-4689-89A7-964F2FD3A820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解释重点：物种数相同，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均匀度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不同</a:t>
            </a:r>
            <a:endParaRPr/>
          </a:p>
        </p:txBody>
      </p:sp>
      <p:sp>
        <p:nvSpPr>
          <p:cNvPr id="82" name="text-310">
            <a:extLst>
              <a:ext uri="{FF2B5EF4-FFF2-40B4-BE49-F238E27FC236}">
                <ns2:creationId id="{AAC46294-E685-4A45-8BCA-440C3D2FDA21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83" name="text-311">
            <a:extLst>
              <a:ext uri="{FF2B5EF4-FFF2-40B4-BE49-F238E27FC236}">
                <ns2:creationId id="{CE7B4DED-8567-4B89-BCCD-717FB673D9B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5:creationId val="1596809342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3" name="text-312">
            <a:extLst>
              <a:ext uri="{FF2B5EF4-FFF2-40B4-BE49-F238E27FC236}">
                <ns2:creationId id="{DB74890F-FA42-414A-897E-CCB303FA2F13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实验进展｜复测完成情况与问题追踪</a:t>
            </a:r>
            <a:endParaRPr/>
          </a:p>
        </p:txBody>
      </p:sp>
      <p:sp>
        <p:nvSpPr>
          <p:cNvPr id="2" name="line-313">
            <a:extLst>
              <a:ext uri="{FF2B5EF4-FFF2-40B4-BE49-F238E27FC236}">
                <ns2:creationId id="{AFAB16AE-3C42-42C8-91A9-84D743EA424C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83" name="icon-table-83"/>
          <p:cNvSpPr/>
          <p:nvPr/>
        </p:nvSpPr>
        <p:spPr>
          <a:xfrm>
            <a:off x="476250" y="1095375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160"/>
                </a:moveTo>
                <a:lnTo>
                  <a:pt x="860" y="160"/>
                </a:lnTo>
                <a:lnTo>
                  <a:pt x="860" y="840"/>
                </a:lnTo>
                <a:lnTo>
                  <a:pt x="140" y="840"/>
                </a:lnTo>
                <a:close/>
              </a:path>
              <a:path w="1000" h="1000">
                <a:moveTo>
                  <a:pt x="140" y="380"/>
                </a:moveTo>
                <a:lnTo>
                  <a:pt x="860" y="380"/>
                </a:lnTo>
              </a:path>
              <a:path w="1000" h="1000">
                <a:moveTo>
                  <a:pt x="140" y="610"/>
                </a:moveTo>
                <a:lnTo>
                  <a:pt x="860" y="610"/>
                </a:lnTo>
              </a:path>
              <a:path w="1000" h="1000">
                <a:moveTo>
                  <a:pt x="460" y="160"/>
                </a:moveTo>
                <a:lnTo>
                  <a:pt x="460" y="840"/>
                </a:lnTo>
              </a:path>
            </a:pathLst>
          </a:custGeom>
          <a:noFill/>
          <a:ln w="19050" cap="rnd">
            <a:solidFill>
              <a:srgbClr val="173D67"/>
            </a:solidFill>
          </a:ln>
        </p:spPr>
      </p:sp>
      <p:sp>
        <p:nvSpPr>
          <p:cNvPr id="7" name="text-318">
            <a:extLst>
              <a:ext uri="{FF2B5EF4-FFF2-40B4-BE49-F238E27FC236}">
                <ns2:creationId id="{E8E5C932-982B-49A4-A5FA-BE990A1777E5}"/>
              </a:ext>
            </a:extLst>
          </p:cNvPr>
          <p:cNvSpPr>
            <a:spLocks noGrp="1"/>
          </p:cNvSpPr>
          <p:nvPr/>
        </p:nvSpPr>
        <p:spPr>
          <a:xfrm>
            <a:off x="1085850" y="10572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样地建档</a:t>
            </a:r>
            <a:endParaRPr/>
          </a:p>
        </p:txBody>
      </p:sp>
      <p:sp>
        <p:nvSpPr>
          <p:cNvPr id="8" name="text-319">
            <a:extLst>
              <a:ext uri="{FF2B5EF4-FFF2-40B4-BE49-F238E27FC236}">
                <ns2:creationId id="{4D118A3A-C8BF-41B1-96CE-C05AF2730C3E}"/>
              </a:ext>
            </a:extLst>
          </p:cNvPr>
          <p:cNvSpPr>
            <a:spLocks noGrp="1"/>
          </p:cNvSpPr>
          <p:nvPr/>
        </p:nvSpPr>
        <p:spPr>
          <a:xfrm>
            <a:off x="1085850" y="14287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编号与位置</a:t>
            </a:r>
            <a:endParaRPr/>
          </a:p>
        </p:txBody>
      </p:sp>
      <p:sp>
        <p:nvSpPr>
          <p:cNvPr id="9" name="arrow-320">
            <a:extLst>
              <a:ext uri="{FF2B5EF4-FFF2-40B4-BE49-F238E27FC236}">
                <ns2:creationId id="{D46EBAAB-3E7B-43F4-839F-CD502FD1AA2E}"/>
              </a:ext>
            </a:extLst>
          </p:cNvPr>
          <p:cNvSpPr>
            <a:spLocks noGrp="1"/>
          </p:cNvSpPr>
          <p:nvPr/>
        </p:nvSpPr>
        <p:spPr>
          <a:xfrm>
            <a:off x="1447800" y="1828800"/>
            <a:ext cx="2886075" cy="952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84" name="icon-location-84"/>
          <p:cNvSpPr/>
          <p:nvPr/>
        </p:nvSpPr>
        <p:spPr>
          <a:xfrm>
            <a:off x="4381500" y="1095375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860"/>
                </a:moveTo>
                <a:lnTo>
                  <a:pt x="240" y="520"/>
                </a:lnTo>
                <a:lnTo>
                  <a:pt x="200" y="380"/>
                </a:lnTo>
                <a:lnTo>
                  <a:pt x="270" y="220"/>
                </a:lnTo>
                <a:lnTo>
                  <a:pt x="500" y="140"/>
                </a:lnTo>
                <a:lnTo>
                  <a:pt x="730" y="220"/>
                </a:lnTo>
                <a:lnTo>
                  <a:pt x="800" y="380"/>
                </a:lnTo>
                <a:lnTo>
                  <a:pt x="760" y="520"/>
                </a:lnTo>
                <a:close/>
              </a:path>
            </a:pathLst>
          </a:custGeom>
          <a:noFill/>
          <a:ln w="19050" cap="rnd">
            <a:solidFill>
              <a:srgbClr val="173D67"/>
            </a:solidFill>
          </a:ln>
        </p:spPr>
      </p:sp>
      <p:sp>
        <p:nvSpPr>
          <p:cNvPr id="85" name="icon-location-dot-85"/>
          <p:cNvSpPr/>
          <p:nvPr/>
        </p:nvSpPr>
        <p:spPr>
          <a:xfrm>
            <a:off x="4540758" y="1208532"/>
            <a:ext cx="100584" cy="100584"/>
          </a:xfrm>
          <a:prstGeom prst="ellipse">
            <a:avLst/>
          </a:prstGeom>
          <a:noFill/>
          <a:ln w="17145" cap="rnd">
            <a:solidFill>
              <a:srgbClr val="173D67"/>
            </a:solidFill>
          </a:ln>
        </p:spPr>
      </p:sp>
      <p:sp>
        <p:nvSpPr>
          <p:cNvPr id="14" name="text-325">
            <a:extLst>
              <a:ext uri="{FF2B5EF4-FFF2-40B4-BE49-F238E27FC236}">
                <ns2:creationId id="{AD1BC031-20F8-4103-95C5-560AA605D2EA}"/>
              </a:ext>
            </a:extLst>
          </p:cNvPr>
          <p:cNvSpPr>
            <a:spLocks noGrp="1"/>
          </p:cNvSpPr>
          <p:nvPr/>
        </p:nvSpPr>
        <p:spPr>
          <a:xfrm>
            <a:off x="4991100" y="10572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三轮复测</a:t>
            </a:r>
            <a:endParaRPr/>
          </a:p>
        </p:txBody>
      </p:sp>
      <p:sp>
        <p:nvSpPr>
          <p:cNvPr id="15" name="text-326">
            <a:extLst>
              <a:ext uri="{FF2B5EF4-FFF2-40B4-BE49-F238E27FC236}">
                <ns2:creationId id="{FA30E6F8-E7FA-4FA8-8817-95DAA6DFE2D6}"/>
              </a:ext>
            </a:extLst>
          </p:cNvPr>
          <p:cNvSpPr>
            <a:spLocks noGrp="1"/>
          </p:cNvSpPr>
          <p:nvPr/>
        </p:nvSpPr>
        <p:spPr>
          <a:xfrm>
            <a:off x="4991100" y="14287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同步观测</a:t>
            </a:r>
            <a:endParaRPr/>
          </a:p>
        </p:txBody>
      </p:sp>
      <p:sp>
        <p:nvSpPr>
          <p:cNvPr id="16" name="arrow-327">
            <a:extLst>
              <a:ext uri="{FF2B5EF4-FFF2-40B4-BE49-F238E27FC236}">
                <ns2:creationId id="{BD23A9D3-97CD-49F3-B660-0BD76BAFC663}"/>
              </a:ext>
            </a:extLst>
          </p:cNvPr>
          <p:cNvSpPr>
            <a:spLocks noGrp="1"/>
          </p:cNvSpPr>
          <p:nvPr/>
        </p:nvSpPr>
        <p:spPr>
          <a:xfrm>
            <a:off x="5353050" y="1828800"/>
            <a:ext cx="2886075" cy="952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86" name="icon-check-ring-86"/>
          <p:cNvSpPr/>
          <p:nvPr/>
        </p:nvSpPr>
        <p:spPr>
          <a:xfrm>
            <a:off x="8337042" y="1145667"/>
            <a:ext cx="318516" cy="318516"/>
          </a:xfrm>
          <a:prstGeom prst="ellipse">
            <a:avLst/>
          </a:prstGeom>
          <a:noFill/>
          <a:ln w="19050" cap="rnd">
            <a:solidFill>
              <a:srgbClr val="173D67"/>
            </a:solidFill>
          </a:ln>
        </p:spPr>
      </p:sp>
      <p:sp>
        <p:nvSpPr>
          <p:cNvPr id="87" name="icon-check-mark-87"/>
          <p:cNvSpPr/>
          <p:nvPr/>
        </p:nvSpPr>
        <p:spPr>
          <a:xfrm>
            <a:off x="8286750" y="1095375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21908" cap="rnd">
            <a:solidFill>
              <a:srgbClr val="173D67"/>
            </a:solidFill>
          </a:ln>
        </p:spPr>
      </p:sp>
      <p:sp>
        <p:nvSpPr>
          <p:cNvPr id="28" name="text-339">
            <a:extLst>
              <a:ext uri="{FF2B5EF4-FFF2-40B4-BE49-F238E27FC236}">
                <ns2:creationId id="{37A98DA2-A76D-4CC9-9604-4431A4A2BA97}"/>
              </a:ext>
            </a:extLst>
          </p:cNvPr>
          <p:cNvSpPr>
            <a:spLocks noGrp="1"/>
          </p:cNvSpPr>
          <p:nvPr/>
        </p:nvSpPr>
        <p:spPr>
          <a:xfrm>
            <a:off x="8896350" y="10572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记录核对</a:t>
            </a:r>
            <a:endParaRPr/>
          </a:p>
        </p:txBody>
      </p:sp>
      <p:sp>
        <p:nvSpPr>
          <p:cNvPr id="29" name="text-340">
            <a:extLst>
              <a:ext uri="{FF2B5EF4-FFF2-40B4-BE49-F238E27FC236}">
                <ns2:creationId id="{00AB248B-3768-4D42-86E1-354998AFFD2F}"/>
              </a:ext>
            </a:extLst>
          </p:cNvPr>
          <p:cNvSpPr>
            <a:spLocks noGrp="1"/>
          </p:cNvSpPr>
          <p:nvPr/>
        </p:nvSpPr>
        <p:spPr>
          <a:xfrm>
            <a:off x="8896350" y="14287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疑点回查</a:t>
            </a:r>
            <a:endParaRPr/>
          </a:p>
        </p:txBody>
      </p:sp>
      <p:sp>
        <p:nvSpPr>
          <p:cNvPr id="30" name="panel-341">
            <a:extLst>
              <a:ext uri="{FF2B5EF4-FFF2-40B4-BE49-F238E27FC236}">
                <ns2:creationId id="{6182B024-5923-4D09-9F91-7E985D66EFEF}"/>
              </a:ext>
            </a:extLst>
          </p:cNvPr>
          <p:cNvSpPr>
            <a:spLocks noGrp="1"/>
          </p:cNvSpPr>
          <p:nvPr/>
        </p:nvSpPr>
        <p:spPr>
          <a:xfrm>
            <a:off x="228600" y="2190750"/>
            <a:ext cx="7477125" cy="3876675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31" name="shape-342">
            <a:extLst>
              <a:ext uri="{FF2B5EF4-FFF2-40B4-BE49-F238E27FC236}">
                <ns2:creationId id="{B556E456-E21A-4520-8EF1-17E07AD6812D}"/>
              </a:ext>
            </a:extLst>
          </p:cNvPr>
          <p:cNvSpPr>
            <a:spLocks noGrp="1"/>
          </p:cNvSpPr>
          <p:nvPr/>
        </p:nvSpPr>
        <p:spPr>
          <a:xfrm>
            <a:off x="238125" y="2200275"/>
            <a:ext cx="745807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88" name="icon-table-88"/>
          <p:cNvSpPr/>
          <p:nvPr/>
        </p:nvSpPr>
        <p:spPr>
          <a:xfrm>
            <a:off x="361950" y="2276475"/>
            <a:ext cx="238125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160"/>
                </a:moveTo>
                <a:lnTo>
                  <a:pt x="860" y="160"/>
                </a:lnTo>
                <a:lnTo>
                  <a:pt x="860" y="840"/>
                </a:lnTo>
                <a:lnTo>
                  <a:pt x="140" y="840"/>
                </a:lnTo>
                <a:close/>
              </a:path>
              <a:path w="1000" h="1000">
                <a:moveTo>
                  <a:pt x="140" y="380"/>
                </a:moveTo>
                <a:lnTo>
                  <a:pt x="860" y="380"/>
                </a:lnTo>
              </a:path>
              <a:path w="1000" h="1000">
                <a:moveTo>
                  <a:pt x="140" y="610"/>
                </a:moveTo>
                <a:lnTo>
                  <a:pt x="860" y="610"/>
                </a:lnTo>
              </a:path>
              <a:path w="1000" h="1000">
                <a:moveTo>
                  <a:pt x="460" y="160"/>
                </a:moveTo>
                <a:lnTo>
                  <a:pt x="460" y="840"/>
                </a:lnTo>
              </a:path>
            </a:pathLst>
          </a:custGeom>
          <a:noFill/>
          <a:ln w="14288" cap="rnd">
            <a:solidFill>
              <a:srgbClr val="173D67"/>
            </a:solidFill>
          </a:ln>
        </p:spPr>
      </p:sp>
      <p:sp>
        <p:nvSpPr>
          <p:cNvPr id="37" name="text-348">
            <a:extLst>
              <a:ext uri="{FF2B5EF4-FFF2-40B4-BE49-F238E27FC236}">
                <ns2:creationId id="{5FF7D94F-085D-44E0-9CD8-1B116B8BF64C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6905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样地 × 工作环节</a:t>
            </a:r>
          </a:p>
        </p:txBody>
      </p:sp>
      <p:graphicFrame>
        <p:nvGraphicFramePr>
          <p:cNvPr id="38" name="">
            <a:extLst>
              <a:ext uri="{FF2B5EF4-FFF2-40B4-BE49-F238E27FC236}">
                <ns2:creationId id="{D28CF8D8-13E3-4C8E-ACF2-BCBD0DBB0961}"/>
              </a:ext>
            </a:extLst>
          </p:cNvPr>
          <p:cNvGraphicFramePr/>
          <p:nvPr/>
        </p:nvGraphicFramePr>
        <p:xfrm>
          <a:off x="361950" y="2686050"/>
          <a:ext cx="7210425" cy="2762250"/>
        </p:xfrm>
        <a:graphic>
          <a:graphicData uri="http://schemas.openxmlformats.org/drawingml/2006/table">
            <a:tbl>
              <a:tblPr/>
              <a:tblGrid>
                <a:gridCol w="1267862"/>
                <a:gridCol w="1069489"/>
                <a:gridCol w="1267862"/>
                <a:gridCol w="1267862"/>
                <a:gridCol w="1267862"/>
                <a:gridCol w="1069491"/>
              </a:tblGrid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建档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第1轮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第2轮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第3轮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样地A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样地B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AF3D3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△</a:t>
                      </a:r>
                      <a:endParaRPr sz="1500" b="1">
                        <a:solidFill>
                          <a:srgbClr val="AF3D3D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○</a:t>
                      </a:r>
                      <a:endParaRPr sz="1500" b="1">
                        <a:solidFill>
                          <a:srgbClr val="718EAA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样地C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○</a:t>
                      </a:r>
                      <a:endParaRPr sz="1500" b="1">
                        <a:solidFill>
                          <a:srgbClr val="718EAA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○</a:t>
                      </a:r>
                      <a:endParaRPr sz="1500" b="1">
                        <a:solidFill>
                          <a:srgbClr val="718EAA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样地D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73D6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73D67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AF3D3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△</a:t>
                      </a:r>
                      <a:endParaRPr sz="1500" b="1">
                        <a:solidFill>
                          <a:srgbClr val="AF3D3D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39" name="text-349">
            <a:extLst>
              <a:ext uri="{FF2B5EF4-FFF2-40B4-BE49-F238E27FC236}">
                <ns2:creationId id="{5BCEDC70-14CA-4067-A9AC-2C0524306D59}"/>
              </a:ext>
            </a:extLst>
          </p:cNvPr>
          <p:cNvSpPr>
            <a:spLocks noGrp="1"/>
          </p:cNvSpPr>
          <p:nvPr/>
        </p:nvSpPr>
        <p:spPr>
          <a:xfrm>
            <a:off x="400050" y="5600700"/>
            <a:ext cx="704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● 完成     △ 待核对     ○ 待开展</a:t>
            </a:r>
          </a:p>
        </p:txBody>
      </p:sp>
      <p:sp>
        <p:nvSpPr>
          <p:cNvPr id="40" name="panel-350">
            <a:extLst>
              <a:ext uri="{FF2B5EF4-FFF2-40B4-BE49-F238E27FC236}">
                <ns2:creationId id="{D78B1662-5436-4AE9-90D5-0CEBD5B61840}"/>
              </a:ext>
            </a:extLst>
          </p:cNvPr>
          <p:cNvSpPr>
            <a:spLocks noGrp="1"/>
          </p:cNvSpPr>
          <p:nvPr/>
        </p:nvSpPr>
        <p:spPr>
          <a:xfrm>
            <a:off x="7896225" y="2190750"/>
            <a:ext cx="4067175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1" name="shape-351">
            <a:extLst>
              <a:ext uri="{FF2B5EF4-FFF2-40B4-BE49-F238E27FC236}">
                <ns2:creationId id="{21341275-9869-4E29-BC8E-3E095876FA22}"/>
              </a:ext>
            </a:extLst>
          </p:cNvPr>
          <p:cNvSpPr>
            <a:spLocks noGrp="1"/>
          </p:cNvSpPr>
          <p:nvPr/>
        </p:nvSpPr>
        <p:spPr>
          <a:xfrm>
            <a:off x="7905750" y="2200275"/>
            <a:ext cx="40481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89" name="icon-warning-89"/>
          <p:cNvSpPr/>
          <p:nvPr/>
        </p:nvSpPr>
        <p:spPr>
          <a:xfrm>
            <a:off x="8020050" y="2276475"/>
            <a:ext cx="238125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40"/>
                </a:moveTo>
                <a:lnTo>
                  <a:pt x="880" y="820"/>
                </a:lnTo>
                <a:lnTo>
                  <a:pt x="120" y="820"/>
                </a:lnTo>
                <a:close/>
              </a:path>
              <a:path w="1000" h="1000">
                <a:moveTo>
                  <a:pt x="500" y="380"/>
                </a:moveTo>
                <a:lnTo>
                  <a:pt x="500" y="600"/>
                </a:lnTo>
              </a:path>
              <a:path w="1000" h="1000">
                <a:moveTo>
                  <a:pt x="485" y="700"/>
                </a:moveTo>
                <a:lnTo>
                  <a:pt x="515" y="700"/>
                </a:lnTo>
                <a:lnTo>
                  <a:pt x="515" y="730"/>
                </a:lnTo>
                <a:lnTo>
                  <a:pt x="485" y="730"/>
                </a:lnTo>
                <a:close/>
              </a:path>
            </a:pathLst>
          </a:custGeom>
          <a:noFill/>
          <a:ln w="14288" cap="rnd">
            <a:solidFill>
              <a:srgbClr val="173D67"/>
            </a:solidFill>
          </a:ln>
        </p:spPr>
      </p:sp>
      <p:sp>
        <p:nvSpPr>
          <p:cNvPr id="44" name="text-354">
            <a:extLst>
              <a:ext uri="{FF2B5EF4-FFF2-40B4-BE49-F238E27FC236}">
                <ns2:creationId id="{A48B03CC-2483-4B5D-8DB0-6E55D6D79EAD}"/>
              </a:ext>
            </a:extLst>
          </p:cNvPr>
          <p:cNvSpPr>
            <a:spLocks noGrp="1"/>
          </p:cNvSpPr>
          <p:nvPr/>
        </p:nvSpPr>
        <p:spPr>
          <a:xfrm>
            <a:off x="8353425" y="2257425"/>
            <a:ext cx="3495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待核对事项</a:t>
            </a:r>
          </a:p>
        </p:txBody>
      </p:sp>
      <p:sp>
        <p:nvSpPr>
          <p:cNvPr id="45" name="text-355">
            <a:extLst>
              <a:ext uri="{FF2B5EF4-FFF2-40B4-BE49-F238E27FC236}">
                <ns2:creationId id="{AB7132A7-F650-46C0-9754-98EAAB2DD5D0}"/>
              </a:ext>
            </a:extLst>
          </p:cNvPr>
          <p:cNvSpPr>
            <a:spLocks noGrp="1"/>
          </p:cNvSpPr>
          <p:nvPr/>
        </p:nvSpPr>
        <p:spPr>
          <a:xfrm>
            <a:off x="8086725" y="2676525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1  部分记录时间不一致</a:t>
            </a:r>
            <a:endParaRPr/>
          </a:p>
        </p:txBody>
      </p:sp>
      <p:sp>
        <p:nvSpPr>
          <p:cNvPr id="46" name="text-356">
            <a:extLst>
              <a:ext uri="{FF2B5EF4-FFF2-40B4-BE49-F238E27FC236}">
                <ns2:creationId id="{95F06569-D2A9-40BB-A226-D58A340A406A}"/>
              </a:ext>
            </a:extLst>
          </p:cNvPr>
          <p:cNvSpPr>
            <a:spLocks noGrp="1"/>
          </p:cNvSpPr>
          <p:nvPr/>
        </p:nvSpPr>
        <p:spPr>
          <a:xfrm>
            <a:off x="8086725" y="3019425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2  失访与死亡标记混用</a:t>
            </a:r>
            <a:endParaRPr/>
          </a:p>
        </p:txBody>
      </p:sp>
      <p:sp>
        <p:nvSpPr>
          <p:cNvPr id="47" name="panel-357">
            <a:extLst>
              <a:ext uri="{FF2B5EF4-FFF2-40B4-BE49-F238E27FC236}">
                <ns2:creationId id="{86BC235E-D582-4415-AEB6-BB5F688634DC}"/>
              </a:ext>
            </a:extLst>
          </p:cNvPr>
          <p:cNvSpPr>
            <a:spLocks noGrp="1"/>
          </p:cNvSpPr>
          <p:nvPr/>
        </p:nvSpPr>
        <p:spPr>
          <a:xfrm>
            <a:off x="7896225" y="3686175"/>
            <a:ext cx="4067175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8" name="shape-358">
            <a:extLst>
              <a:ext uri="{FF2B5EF4-FFF2-40B4-BE49-F238E27FC236}">
                <ns2:creationId id="{9DCCAB6C-28AA-4825-8C19-E61C97BB8DE5}"/>
              </a:ext>
            </a:extLst>
          </p:cNvPr>
          <p:cNvSpPr>
            <a:spLocks noGrp="1"/>
          </p:cNvSpPr>
          <p:nvPr/>
        </p:nvSpPr>
        <p:spPr>
          <a:xfrm>
            <a:off x="7905750" y="3695700"/>
            <a:ext cx="40481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90" name="icon-check-ring-90"/>
          <p:cNvSpPr/>
          <p:nvPr/>
        </p:nvSpPr>
        <p:spPr>
          <a:xfrm>
            <a:off x="8048625" y="3800475"/>
            <a:ext cx="180975" cy="180975"/>
          </a:xfrm>
          <a:prstGeom prst="ellipse">
            <a:avLst/>
          </a:prstGeom>
          <a:noFill/>
          <a:ln w="14288" cap="rnd">
            <a:solidFill>
              <a:srgbClr val="173D67"/>
            </a:solidFill>
          </a:ln>
        </p:spPr>
      </p:sp>
      <p:sp>
        <p:nvSpPr>
          <p:cNvPr id="91" name="icon-check-mark-91"/>
          <p:cNvSpPr/>
          <p:nvPr/>
        </p:nvSpPr>
        <p:spPr>
          <a:xfrm>
            <a:off x="8020050" y="3771900"/>
            <a:ext cx="238125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16431" cap="rnd">
            <a:solidFill>
              <a:srgbClr val="173D67"/>
            </a:solidFill>
          </a:ln>
        </p:spPr>
      </p:sp>
      <p:sp>
        <p:nvSpPr>
          <p:cNvPr id="59" name="text-369">
            <a:extLst>
              <a:ext uri="{FF2B5EF4-FFF2-40B4-BE49-F238E27FC236}">
                <ns2:creationId id="{90DC611A-B021-4636-8233-2D2D5476F92A}"/>
              </a:ext>
            </a:extLst>
          </p:cNvPr>
          <p:cNvSpPr>
            <a:spLocks noGrp="1"/>
          </p:cNvSpPr>
          <p:nvPr/>
        </p:nvSpPr>
        <p:spPr>
          <a:xfrm>
            <a:off x="8353425" y="3752850"/>
            <a:ext cx="3495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下一步行动</a:t>
            </a:r>
          </a:p>
        </p:txBody>
      </p:sp>
      <p:sp>
        <p:nvSpPr>
          <p:cNvPr id="60" name="shape-370">
            <a:extLst>
              <a:ext uri="{FF2B5EF4-FFF2-40B4-BE49-F238E27FC236}">
                <ns2:creationId id="{4FB3C7EE-E394-4E0A-9DC8-FEC27B9F74D8}"/>
              </a:ext>
            </a:extLst>
          </p:cNvPr>
          <p:cNvSpPr>
            <a:spLocks noGrp="1"/>
          </p:cNvSpPr>
          <p:nvPr/>
        </p:nvSpPr>
        <p:spPr>
          <a:xfrm>
            <a:off x="8058150" y="4238625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1" name="text-371">
            <a:extLst>
              <a:ext uri="{FF2B5EF4-FFF2-40B4-BE49-F238E27FC236}">
                <ns2:creationId id="{8F39CBB5-2812-439E-9E16-196354C8147C}"/>
              </a:ext>
            </a:extLst>
          </p:cNvPr>
          <p:cNvSpPr>
            <a:spLocks noGrp="1"/>
          </p:cNvSpPr>
          <p:nvPr/>
        </p:nvSpPr>
        <p:spPr>
          <a:xfrm>
            <a:off x="8058150" y="4238625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2" name="text-372">
            <a:extLst>
              <a:ext uri="{FF2B5EF4-FFF2-40B4-BE49-F238E27FC236}">
                <ns2:creationId id="{C0AEA6AB-D165-4BE2-93F2-1DAA05C22161}"/>
              </a:ext>
            </a:extLst>
          </p:cNvPr>
          <p:cNvSpPr>
            <a:spLocks noGrp="1"/>
          </p:cNvSpPr>
          <p:nvPr/>
        </p:nvSpPr>
        <p:spPr>
          <a:xfrm>
            <a:off x="8477250" y="4210050"/>
            <a:ext cx="3286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回查原始记录与事件标记</a:t>
            </a:r>
            <a:endParaRPr/>
          </a:p>
        </p:txBody>
      </p:sp>
      <p:sp>
        <p:nvSpPr>
          <p:cNvPr id="63" name="shape-373">
            <a:extLst>
              <a:ext uri="{FF2B5EF4-FFF2-40B4-BE49-F238E27FC236}">
                <ns2:creationId id="{CFD662D2-615F-4486-A0E0-F13FFF019EED}"/>
              </a:ext>
            </a:extLst>
          </p:cNvPr>
          <p:cNvSpPr>
            <a:spLocks noGrp="1"/>
          </p:cNvSpPr>
          <p:nvPr/>
        </p:nvSpPr>
        <p:spPr>
          <a:xfrm>
            <a:off x="8058150" y="48006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4" name="text-374">
            <a:extLst>
              <a:ext uri="{FF2B5EF4-FFF2-40B4-BE49-F238E27FC236}">
                <ns2:creationId id="{E5DEB7C9-CD44-419B-A012-164A5D3CBAA2}"/>
              </a:ext>
            </a:extLst>
          </p:cNvPr>
          <p:cNvSpPr>
            <a:spLocks noGrp="1"/>
          </p:cNvSpPr>
          <p:nvPr/>
        </p:nvSpPr>
        <p:spPr>
          <a:xfrm>
            <a:off x="8058150" y="48006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5" name="text-375">
            <a:extLst>
              <a:ext uri="{FF2B5EF4-FFF2-40B4-BE49-F238E27FC236}">
                <ns2:creationId id="{17B88C21-9C53-44EE-B6A7-923684183CEC}"/>
              </a:ext>
            </a:extLst>
          </p:cNvPr>
          <p:cNvSpPr>
            <a:spLocks noGrp="1"/>
          </p:cNvSpPr>
          <p:nvPr/>
        </p:nvSpPr>
        <p:spPr>
          <a:xfrm>
            <a:off x="8477250" y="4772025"/>
            <a:ext cx="3286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针对存疑样地补充现场复核</a:t>
            </a:r>
            <a:endParaRPr/>
          </a:p>
        </p:txBody>
      </p:sp>
      <p:sp>
        <p:nvSpPr>
          <p:cNvPr id="66" name="shape-376">
            <a:extLst>
              <a:ext uri="{FF2B5EF4-FFF2-40B4-BE49-F238E27FC236}">
                <ns2:creationId id="{5D766447-3BB4-4C73-B746-7A06259821A3}"/>
              </a:ext>
            </a:extLst>
          </p:cNvPr>
          <p:cNvSpPr>
            <a:spLocks noGrp="1"/>
          </p:cNvSpPr>
          <p:nvPr/>
        </p:nvSpPr>
        <p:spPr>
          <a:xfrm>
            <a:off x="8058150" y="5362575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7" name="text-377">
            <a:extLst>
              <a:ext uri="{FF2B5EF4-FFF2-40B4-BE49-F238E27FC236}">
                <ns2:creationId id="{7687D4EF-9E24-4C9C-A3CA-1E57409329B0}"/>
              </a:ext>
            </a:extLst>
          </p:cNvPr>
          <p:cNvSpPr>
            <a:spLocks noGrp="1"/>
          </p:cNvSpPr>
          <p:nvPr/>
        </p:nvSpPr>
        <p:spPr>
          <a:xfrm>
            <a:off x="8058150" y="5362575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8" name="text-378">
            <a:extLst>
              <a:ext uri="{FF2B5EF4-FFF2-40B4-BE49-F238E27FC236}">
                <ns2:creationId id="{7E4F358F-61F6-44F6-9FEA-4FC20759F93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3286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按核对结果更新分析输入</a:t>
            </a:r>
            <a:endParaRPr/>
          </a:p>
        </p:txBody>
      </p:sp>
      <p:sp>
        <p:nvSpPr>
          <p:cNvPr id="69" name="shape-379">
            <a:extLst>
              <a:ext uri="{FF2B5EF4-FFF2-40B4-BE49-F238E27FC236}">
                <ns2:creationId id="{92D443A4-76C5-4E89-8305-86C91D1AE95E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70" name="text-380">
            <a:extLst>
              <a:ext uri="{FF2B5EF4-FFF2-40B4-BE49-F238E27FC236}">
                <ns2:creationId id="{99CBED85-FC7E-4BD9-AE27-E694A12DC044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汇报重点：完成情况可核查，问题与下一步一一对应</a:t>
            </a:r>
            <a:endParaRPr/>
          </a:p>
        </p:txBody>
      </p:sp>
      <p:sp>
        <p:nvSpPr>
          <p:cNvPr id="71" name="text-381">
            <a:extLst>
              <a:ext uri="{FF2B5EF4-FFF2-40B4-BE49-F238E27FC236}">
                <ns2:creationId id="{CAA8E449-0DCD-49CB-BF4B-35E6EA811111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72" name="text-382">
            <a:extLst>
              <a:ext uri="{FF2B5EF4-FFF2-40B4-BE49-F238E27FC236}">
                <ns2:creationId id="{C75CE07C-53F3-4FCF-A77C-9DC86A82F4D5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3:creationId val="287690732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text-383">
            <a:extLst>
              <a:ext uri="{FF2B5EF4-FFF2-40B4-BE49-F238E27FC236}">
                <ns2:creationId id="{36886DCD-424F-48C8-AB3E-6BA024ABB001}"/>
              </a:ext>
            </a:extLst>
          </p:cNvPr>
          <p:cNvSpPr>
            <a:spLocks noGrp="1"/>
          </p:cNvSpPr>
          <p:nvPr/>
        </p:nvSpPr>
        <p:spPr>
          <a:xfrm>
            <a:off x="361950" y="7239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rPr>
              <a:t>学术分享型  ·  RESEARCH PRESENTATION</a:t>
            </a:r>
            <a:endParaRPr/>
          </a:p>
        </p:txBody>
      </p:sp>
      <p:sp>
        <p:nvSpPr>
          <p:cNvPr id="3" name="text-384">
            <a:extLst>
              <a:ext uri="{FF2B5EF4-FFF2-40B4-BE49-F238E27FC236}">
                <ns2:creationId id="{46703192-9F02-487F-8251-98702E313A08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563880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栖息地变化与</a:t>
            </a:r>
            <a:endParaRPr/>
          </a:p>
          <a:p>
            <a:pPr algn="l">
              <a:def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5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生物多样性响应</a:t>
            </a:r>
            <a:endParaRPr/>
          </a:p>
        </p:txBody>
      </p:sp>
      <p:sp>
        <p:nvSpPr>
          <p:cNvPr id="4" name="text-385">
            <a:extLst>
              <a:ext uri="{FF2B5EF4-FFF2-40B4-BE49-F238E27FC236}">
                <ns2:creationId id="{B1A073E2-6EA8-4C28-8C1A-9A7F2E05E1F6}"/>
              </a:ext>
            </a:extLst>
          </p:cNvPr>
          <p:cNvSpPr>
            <a:spLocks noGrp="1"/>
          </p:cNvSpPr>
          <p:nvPr/>
        </p:nvSpPr>
        <p:spPr>
          <a:xfrm>
            <a:off x="400050" y="3771900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rPr>
              <a:t>景观格局、群落响应与生态机制</a:t>
            </a:r>
            <a:endParaRPr/>
          </a:p>
        </p:txBody>
      </p:sp>
      <p:sp>
        <p:nvSpPr>
          <p:cNvPr id="5" name="shape-386">
            <a:extLst>
              <a:ext uri="{FF2B5EF4-FFF2-40B4-BE49-F238E27FC236}">
                <ns2:creationId id="{B6B75BB5-B835-4820-A496-EB26F7110E45}"/>
              </a:ext>
            </a:extLst>
          </p:cNvPr>
          <p:cNvSpPr>
            <a:spLocks noGrp="1"/>
          </p:cNvSpPr>
          <p:nvPr/>
        </p:nvSpPr>
        <p:spPr>
          <a:xfrm>
            <a:off x="419100" y="4629150"/>
            <a:ext cx="914400" cy="47625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6" name="icon-person-387">
            <a:extLst>
              <a:ext uri="{FF2B5EF4-FFF2-40B4-BE49-F238E27FC236}">
                <ns2:creationId id="{725CCA1C-B5EE-48CE-8DAA-13C5DD9E4FBD}"/>
              </a:ext>
            </a:extLst>
          </p:cNvPr>
          <p:cNvSpPr>
            <a:spLocks noGrp="1"/>
          </p:cNvSpPr>
          <p:nvPr/>
        </p:nvSpPr>
        <p:spPr>
          <a:xfrm>
            <a:off x="481013" y="5941695"/>
            <a:ext cx="85725" cy="85725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" name="icon-person-388">
            <a:extLst>
              <a:ext uri="{FF2B5EF4-FFF2-40B4-BE49-F238E27FC236}">
                <ns2:creationId id="{90924B7B-7651-4EAC-B8AB-AA6F8ED80462}"/>
              </a:ext>
            </a:extLst>
          </p:cNvPr>
          <p:cNvSpPr>
            <a:spLocks noGrp="1"/>
          </p:cNvSpPr>
          <p:nvPr/>
        </p:nvSpPr>
        <p:spPr>
          <a:xfrm>
            <a:off x="429578" y="6047423"/>
            <a:ext cx="185738" cy="131445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8" name="text-389">
            <a:extLst>
              <a:ext uri="{FF2B5EF4-FFF2-40B4-BE49-F238E27FC236}">
                <ns2:creationId id="{F5745B21-1BFC-4850-B419-72A1ECD3F823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9" name="icon-calendar-390">
            <a:extLst>
              <a:ext uri="{FF2B5EF4-FFF2-40B4-BE49-F238E27FC236}">
                <ns2:creationId id="{D964BD77-04AF-4054-B7DC-7BB71CBA8C69}"/>
              </a:ext>
            </a:extLst>
          </p:cNvPr>
          <p:cNvSpPr>
            <a:spLocks noGrp="1"/>
          </p:cNvSpPr>
          <p:nvPr/>
        </p:nvSpPr>
        <p:spPr>
          <a:xfrm>
            <a:off x="3228023" y="5978843"/>
            <a:ext cx="211455" cy="200025"/>
          </a:xfrm>
          <a:prstGeom prst="roundRect">
            <a:avLst>
              <a:gd name="adj" fmla="val 38095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0" name="vector-391">
            <a:extLst>
              <a:ext uri="{FF2B5EF4-FFF2-40B4-BE49-F238E27FC236}">
                <ns2:creationId id="{7FF60FB8-546C-4E38-84B6-CA7520A3D8DD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" name="vector-392">
            <a:extLst>
              <a:ext uri="{FF2B5EF4-FFF2-40B4-BE49-F238E27FC236}">
                <ns2:creationId id="{48B1F6A1-2696-441E-88C6-5C0A51B7343F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2" name="vector-393">
            <a:extLst>
              <a:ext uri="{FF2B5EF4-FFF2-40B4-BE49-F238E27FC236}">
                <ns2:creationId id="{DA78A625-385D-414A-B3FF-72F489CB41BB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3" name="icon-calendar-394">
            <a:extLst>
              <a:ext uri="{FF2B5EF4-FFF2-40B4-BE49-F238E27FC236}">
                <ns2:creationId id="{57236D38-4BDD-4781-ACBC-CECD7F78C52F}"/>
              </a:ext>
            </a:extLst>
          </p:cNvPr>
          <p:cNvSpPr>
            <a:spLocks noGrp="1"/>
          </p:cNvSpPr>
          <p:nvPr/>
        </p:nvSpPr>
        <p:spPr>
          <a:xfrm>
            <a:off x="3262313" y="6064568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4" name="icon-calendar-395">
            <a:extLst>
              <a:ext uri="{FF2B5EF4-FFF2-40B4-BE49-F238E27FC236}">
                <ns2:creationId id="{59C59927-890F-4066-89D6-FBF593DC552C}"/>
              </a:ext>
            </a:extLst>
          </p:cNvPr>
          <p:cNvSpPr>
            <a:spLocks noGrp="1"/>
          </p:cNvSpPr>
          <p:nvPr/>
        </p:nvSpPr>
        <p:spPr>
          <a:xfrm>
            <a:off x="3262313" y="6124575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5" name="icon-calendar-396">
            <a:extLst>
              <a:ext uri="{FF2B5EF4-FFF2-40B4-BE49-F238E27FC236}">
                <ns2:creationId id="{3519177D-DE64-46ED-BEEA-739BE507D477}"/>
              </a:ext>
            </a:extLst>
          </p:cNvPr>
          <p:cNvSpPr>
            <a:spLocks noGrp="1"/>
          </p:cNvSpPr>
          <p:nvPr/>
        </p:nvSpPr>
        <p:spPr>
          <a:xfrm>
            <a:off x="3322320" y="6064568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6" name="icon-calendar-397">
            <a:extLst>
              <a:ext uri="{FF2B5EF4-FFF2-40B4-BE49-F238E27FC236}">
                <ns2:creationId id="{16E3E249-B204-4C6B-A343-DBB1CEE83925}"/>
              </a:ext>
            </a:extLst>
          </p:cNvPr>
          <p:cNvSpPr>
            <a:spLocks noGrp="1"/>
          </p:cNvSpPr>
          <p:nvPr/>
        </p:nvSpPr>
        <p:spPr>
          <a:xfrm>
            <a:off x="3322320" y="6124575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7" name="icon-calendar-398">
            <a:extLst>
              <a:ext uri="{FF2B5EF4-FFF2-40B4-BE49-F238E27FC236}">
                <ns2:creationId id="{6753517F-545F-41F6-AA71-78781D3BD8A9}"/>
              </a:ext>
            </a:extLst>
          </p:cNvPr>
          <p:cNvSpPr>
            <a:spLocks noGrp="1"/>
          </p:cNvSpPr>
          <p:nvPr/>
        </p:nvSpPr>
        <p:spPr>
          <a:xfrm>
            <a:off x="3382328" y="6064568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8" name="icon-calendar-399">
            <a:extLst>
              <a:ext uri="{FF2B5EF4-FFF2-40B4-BE49-F238E27FC236}">
                <ns2:creationId id="{6C8FC9C8-DFCF-48FA-B19C-DBE9347436AA}"/>
              </a:ext>
            </a:extLst>
          </p:cNvPr>
          <p:cNvSpPr>
            <a:spLocks noGrp="1"/>
          </p:cNvSpPr>
          <p:nvPr/>
        </p:nvSpPr>
        <p:spPr>
          <a:xfrm>
            <a:off x="3382328" y="6124575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9" name="text-400">
            <a:extLst>
              <a:ext uri="{FF2B5EF4-FFF2-40B4-BE49-F238E27FC236}">
                <ns2:creationId id="{7E266DF8-0C16-4FE6-B551-3BCB4D30960A}"/>
              </a:ext>
            </a:extLst>
          </p:cNvPr>
          <p:cNvSpPr>
            <a:spLocks noGrp="1"/>
          </p:cNvSpPr>
          <p:nvPr/>
        </p:nvSpPr>
        <p:spPr>
          <a:xfrm>
            <a:off x="3590925" y="5905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日期：待填写</a:t>
            </a:r>
            <a:endParaRPr/>
          </a:p>
        </p:txBody>
      </p:sp>
      <p:sp>
        <p:nvSpPr>
          <p:cNvPr id="20" name="text-401">
            <a:extLst>
              <a:ext uri="{FF2B5EF4-FFF2-40B4-BE49-F238E27FC236}">
                <ns2:creationId id="{A5627B82-FA86-4135-A281-4C186998D0CE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21" name="text-402">
            <a:extLst>
              <a:ext uri="{FF2B5EF4-FFF2-40B4-BE49-F238E27FC236}">
                <ns2:creationId id="{D0F33FDF-BE8C-436B-9F72-7AAB8C21D0FB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/>
          </a:p>
        </p:txBody>
      </p:sp>
      <p:sp>
        <p:nvSpPr>
          <p:cNvPr id="32" name="cover-card-bg-32"/>
          <p:cNvSpPr/>
          <p:nvPr/>
        </p:nvSpPr>
        <p:spPr>
          <a:xfrm>
            <a:off x="6362700" y="647700"/>
            <a:ext cx="5410200" cy="5486400"/>
          </a:xfrm>
          <a:prstGeom prst="rect">
            <a:avLst/>
          </a:prstGeom>
          <a:solidFill>
            <a:srgbClr val="FFFFFF"/>
          </a:solidFill>
          <a:ln w="13335" cap="rnd">
            <a:solidFill>
              <a:srgbClr val="173D67"/>
            </a:solidFill>
          </a:ln>
        </p:spPr>
      </p:sp>
      <p:sp>
        <p:nvSpPr>
          <p:cNvPr id="33" name="cover-card-hdr-33"/>
          <p:cNvSpPr/>
          <p:nvPr/>
        </p:nvSpPr>
        <p:spPr>
          <a:xfrm>
            <a:off x="6362700" y="647700"/>
            <a:ext cx="5410200" cy="47625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34" name="cover-card-hdr-txt-34"/>
          <p:cNvSpPr txBox="1"/>
          <p:nvPr/>
        </p:nvSpPr>
        <p:spPr>
          <a:xfrm>
            <a:off x="6572250" y="723900"/>
            <a:ext cx="49911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核心信息速览  ·  KEY HIGHLIGHTS</a:t>
            </a:r>
            <a:endParaRPr lang="zh-CN" sz="1500"/>
          </a:p>
        </p:txBody>
      </p:sp>
      <p:sp>
        <p:nvSpPr>
          <p:cNvPr id="35" name="cover-hl-box-0-35"/>
          <p:cNvSpPr/>
          <p:nvPr/>
        </p:nvSpPr>
        <p:spPr>
          <a:xfrm>
            <a:off x="6553200" y="1257300"/>
            <a:ext cx="5029200" cy="1076325"/>
          </a:xfrm>
          <a:prstGeom prst="rect">
            <a:avLst/>
          </a:prstGeom>
          <a:solidFill>
            <a:srgbClr val="EEF3F8"/>
          </a:solidFill>
          <a:ln w="7620" cap="rnd">
            <a:solidFill>
              <a:srgbClr val="718EAA"/>
            </a:solidFill>
          </a:ln>
        </p:spPr>
      </p:sp>
      <p:sp>
        <p:nvSpPr>
          <p:cNvPr id="36" name="cover-hl-bar-0-36"/>
          <p:cNvSpPr/>
          <p:nvPr/>
        </p:nvSpPr>
        <p:spPr>
          <a:xfrm>
            <a:off x="6553200" y="1257300"/>
            <a:ext cx="47625" cy="1076325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37" name="cover-hl-title-0-37"/>
          <p:cNvSpPr txBox="1"/>
          <p:nvPr/>
        </p:nvSpPr>
        <p:spPr>
          <a:xfrm>
            <a:off x="6724650" y="1333500"/>
            <a:ext cx="47625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425" b="1" dirty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01  研究背景  ·  界定问题与研究对象</a:t>
            </a:r>
            <a:endParaRPr lang="zh-CN" sz="1425"/>
          </a:p>
        </p:txBody>
      </p:sp>
      <p:sp>
        <p:nvSpPr>
          <p:cNvPr id="38" name="cover-hl-det-0-38"/>
          <p:cNvSpPr txBox="1"/>
          <p:nvPr/>
        </p:nvSpPr>
        <p:spPr>
          <a:xfrm>
            <a:off x="6724650" y="1638300"/>
            <a:ext cx="4762500" cy="638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明确研究对象、范围与现实问题</a:t>
            </a:r>
            <a:endParaRPr lang="zh-CN" sz="1275"/>
          </a:p>
        </p:txBody>
      </p:sp>
      <p:sp>
        <p:nvSpPr>
          <p:cNvPr id="39" name="cover-hl-box-1-39"/>
          <p:cNvSpPr/>
          <p:nvPr/>
        </p:nvSpPr>
        <p:spPr>
          <a:xfrm>
            <a:off x="6553200" y="2447925"/>
            <a:ext cx="5029200" cy="1076325"/>
          </a:xfrm>
          <a:prstGeom prst="rect">
            <a:avLst/>
          </a:prstGeom>
          <a:solidFill>
            <a:srgbClr val="EEF3F8"/>
          </a:solidFill>
          <a:ln w="7620" cap="rnd">
            <a:solidFill>
              <a:srgbClr val="718EAA"/>
            </a:solidFill>
          </a:ln>
        </p:spPr>
      </p:sp>
      <p:sp>
        <p:nvSpPr>
          <p:cNvPr id="40" name="cover-hl-bar-1-40"/>
          <p:cNvSpPr/>
          <p:nvPr/>
        </p:nvSpPr>
        <p:spPr>
          <a:xfrm>
            <a:off x="6553200" y="2447925"/>
            <a:ext cx="47625" cy="1076325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41" name="cover-hl-title-1-41"/>
          <p:cNvSpPr txBox="1"/>
          <p:nvPr/>
        </p:nvSpPr>
        <p:spPr>
          <a:xfrm>
            <a:off x="6724650" y="2524125"/>
            <a:ext cx="47625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425" b="1" dirty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02  机制与假设  ·  把解释转化为可检验预测</a:t>
            </a:r>
            <a:endParaRPr lang="zh-CN" sz="1425"/>
          </a:p>
        </p:txBody>
      </p:sp>
      <p:sp>
        <p:nvSpPr>
          <p:cNvPr id="42" name="cover-hl-det-1-42"/>
          <p:cNvSpPr txBox="1"/>
          <p:nvPr/>
        </p:nvSpPr>
        <p:spPr>
          <a:xfrm>
            <a:off x="6724650" y="2828925"/>
            <a:ext cx="4762500" cy="638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提出竞争解释及可比较的预测</a:t>
            </a:r>
            <a:endParaRPr lang="zh-CN" sz="1275"/>
          </a:p>
        </p:txBody>
      </p:sp>
      <p:sp>
        <p:nvSpPr>
          <p:cNvPr id="43" name="cover-hl-box-2-43"/>
          <p:cNvSpPr/>
          <p:nvPr/>
        </p:nvSpPr>
        <p:spPr>
          <a:xfrm>
            <a:off x="6553200" y="3638550"/>
            <a:ext cx="5029200" cy="1076325"/>
          </a:xfrm>
          <a:prstGeom prst="rect">
            <a:avLst/>
          </a:prstGeom>
          <a:solidFill>
            <a:srgbClr val="EEF3F8"/>
          </a:solidFill>
          <a:ln w="7620" cap="rnd">
            <a:solidFill>
              <a:srgbClr val="718EAA"/>
            </a:solidFill>
          </a:ln>
        </p:spPr>
      </p:sp>
      <p:sp>
        <p:nvSpPr>
          <p:cNvPr id="44" name="cover-hl-bar-2-44"/>
          <p:cNvSpPr/>
          <p:nvPr/>
        </p:nvSpPr>
        <p:spPr>
          <a:xfrm>
            <a:off x="6553200" y="3638550"/>
            <a:ext cx="47625" cy="1076325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45" name="cover-hl-title-2-45"/>
          <p:cNvSpPr txBox="1"/>
          <p:nvPr/>
        </p:nvSpPr>
        <p:spPr>
          <a:xfrm>
            <a:off x="6724650" y="3714750"/>
            <a:ext cx="47625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425" b="1" dirty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03  数据与证据  ·  联合观测、比较与模型分析</a:t>
            </a:r>
            <a:endParaRPr lang="zh-CN" sz="1425"/>
          </a:p>
        </p:txBody>
      </p:sp>
      <p:sp>
        <p:nvSpPr>
          <p:cNvPr id="46" name="cover-hl-det-2-46"/>
          <p:cNvSpPr txBox="1"/>
          <p:nvPr/>
        </p:nvSpPr>
        <p:spPr>
          <a:xfrm>
            <a:off x="6724650" y="4019550"/>
            <a:ext cx="4762500" cy="638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组织结果，并检验稳健性与不确定性</a:t>
            </a:r>
            <a:endParaRPr lang="zh-CN" sz="1275"/>
          </a:p>
        </p:txBody>
      </p:sp>
      <p:sp>
        <p:nvSpPr>
          <p:cNvPr id="47" name="cover-hl-box-3-47"/>
          <p:cNvSpPr/>
          <p:nvPr/>
        </p:nvSpPr>
        <p:spPr>
          <a:xfrm>
            <a:off x="6553200" y="4829175"/>
            <a:ext cx="5029200" cy="1076325"/>
          </a:xfrm>
          <a:prstGeom prst="rect">
            <a:avLst/>
          </a:prstGeom>
          <a:solidFill>
            <a:srgbClr val="EEF3F8"/>
          </a:solidFill>
          <a:ln w="7620" cap="rnd">
            <a:solidFill>
              <a:srgbClr val="718EAA"/>
            </a:solidFill>
          </a:ln>
        </p:spPr>
      </p:sp>
      <p:sp>
        <p:nvSpPr>
          <p:cNvPr id="48" name="cover-hl-bar-3-48"/>
          <p:cNvSpPr/>
          <p:nvPr/>
        </p:nvSpPr>
        <p:spPr>
          <a:xfrm>
            <a:off x="6553200" y="4829175"/>
            <a:ext cx="47625" cy="1076325"/>
          </a:xfrm>
          <a:prstGeom prst="rect">
            <a:avLst/>
          </a:prstGeom>
          <a:solidFill>
            <a:srgbClr val="AF3D3D"/>
          </a:solidFill>
        </p:spPr>
      </p:sp>
      <p:sp>
        <p:nvSpPr>
          <p:cNvPr id="49" name="cover-hl-title-3-49"/>
          <p:cNvSpPr txBox="1"/>
          <p:nvPr/>
        </p:nvSpPr>
        <p:spPr>
          <a:xfrm>
            <a:off x="6724650" y="4905375"/>
            <a:ext cx="47625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425" b="1" dirty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04  结论与展望  ·  明确支持范围与下一步检验</a:t>
            </a:r>
            <a:endParaRPr lang="zh-CN" sz="1425"/>
          </a:p>
        </p:txBody>
      </p:sp>
      <p:sp>
        <p:nvSpPr>
          <p:cNvPr id="50" name="cover-hl-det-3-50"/>
          <p:cNvSpPr txBox="1"/>
          <p:nvPr/>
        </p:nvSpPr>
        <p:spPr>
          <a:xfrm>
            <a:off x="6724650" y="5210175"/>
            <a:ext cx="4762500" cy="638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区分已有支持、未决问题与后续工作</a:t>
            </a:r>
            <a:endParaRPr lang="zh-CN" sz="1275"/>
          </a:p>
        </p:txBody>
      </p:sp>
    </p:spTree>
    <p:extLst>
      <p:ext uri="{BB962C8B-B14F-4D97-AF65-F5344CB8AC3E}">
        <ns3:creationId val="997978090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1" name="shape-403">
            <a:extLst>
              <a:ext uri="{FF2B5EF4-FFF2-40B4-BE49-F238E27FC236}">
                <ns2:creationId id="{ACE9B249-1691-4296-AD80-038DF8468A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00300" cy="6562725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2" name="text-404">
            <a:extLst>
              <a:ext uri="{FF2B5EF4-FFF2-40B4-BE49-F238E27FC236}">
                <ns2:creationId id="{648965C4-B61B-4D50-8C48-35AF0CD3A0E3}"/>
              </a:ext>
            </a:extLst>
          </p:cNvPr>
          <p:cNvSpPr>
            <a:spLocks noGrp="1"/>
          </p:cNvSpPr>
          <p:nvPr/>
        </p:nvSpPr>
        <p:spPr>
          <a:xfrm>
            <a:off x="285750" y="76200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目录</a:t>
            </a:r>
          </a:p>
        </p:txBody>
      </p:sp>
      <p:sp>
        <p:nvSpPr>
          <p:cNvPr id="3" name="text-405">
            <a:extLst>
              <a:ext uri="{FF2B5EF4-FFF2-40B4-BE49-F238E27FC236}">
                <ns2:creationId id="{DCB769A3-30E0-440D-AF51-8BD60E51B529}"/>
              </a:ext>
            </a:extLst>
          </p:cNvPr>
          <p:cNvSpPr>
            <a:spLocks noGrp="1"/>
          </p:cNvSpPr>
          <p:nvPr/>
        </p:nvSpPr>
        <p:spPr>
          <a:xfrm>
            <a:off x="381000" y="1685925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rPr>
              <a:t>CONTENTS</a:t>
            </a:r>
          </a:p>
        </p:txBody>
      </p:sp>
      <p:sp>
        <p:nvSpPr>
          <p:cNvPr id="4" name="text-406">
            <a:extLst>
              <a:ext uri="{FF2B5EF4-FFF2-40B4-BE49-F238E27FC236}">
                <ns2:creationId id="{26C6A3FD-F962-4B40-A3C3-5D22B2AC2063}"/>
              </a:ext>
            </a:extLst>
          </p:cNvPr>
          <p:cNvSpPr>
            <a:spLocks noGrp="1"/>
          </p:cNvSpPr>
          <p:nvPr/>
        </p:nvSpPr>
        <p:spPr>
          <a:xfrm>
            <a:off x="342900" y="25336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 研究背景</a:t>
            </a:r>
            <a:endParaRPr/>
          </a:p>
        </p:txBody>
      </p:sp>
      <p:sp>
        <p:nvSpPr>
          <p:cNvPr id="5" name="text-407">
            <a:extLst>
              <a:ext uri="{FF2B5EF4-FFF2-40B4-BE49-F238E27FC236}">
                <ns2:creationId id="{9EEC8B94-8E22-4FB7-A28C-AA5F2CFB0157}"/>
              </a:ext>
            </a:extLst>
          </p:cNvPr>
          <p:cNvSpPr>
            <a:spLocks noGrp="1"/>
          </p:cNvSpPr>
          <p:nvPr/>
        </p:nvSpPr>
        <p:spPr>
          <a:xfrm>
            <a:off x="342900" y="29718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 机制与假设</a:t>
            </a:r>
            <a:endParaRPr/>
          </a:p>
        </p:txBody>
      </p:sp>
      <p:sp>
        <p:nvSpPr>
          <p:cNvPr id="6" name="text-408">
            <a:extLst>
              <a:ext uri="{FF2B5EF4-FFF2-40B4-BE49-F238E27FC236}">
                <ns2:creationId id="{FF9A0459-E9E5-4072-A60C-EBF418C16203}"/>
              </a:ext>
            </a:extLst>
          </p:cNvPr>
          <p:cNvSpPr>
            <a:spLocks noGrp="1"/>
          </p:cNvSpPr>
          <p:nvPr/>
        </p:nvSpPr>
        <p:spPr>
          <a:xfrm>
            <a:off x="342900" y="34099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 数据与证据</a:t>
            </a:r>
            <a:endParaRPr/>
          </a:p>
        </p:txBody>
      </p:sp>
      <p:sp>
        <p:nvSpPr>
          <p:cNvPr id="7" name="text-409">
            <a:extLst>
              <a:ext uri="{FF2B5EF4-FFF2-40B4-BE49-F238E27FC236}">
                <ns2:creationId id="{A08C066F-135A-4CC9-8EAF-C1C7110A0CCE}"/>
              </a:ext>
            </a:extLst>
          </p:cNvPr>
          <p:cNvSpPr>
            <a:spLocks noGrp="1"/>
          </p:cNvSpPr>
          <p:nvPr/>
        </p:nvSpPr>
        <p:spPr>
          <a:xfrm>
            <a:off x="342900" y="38481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 结论与展望</a:t>
            </a:r>
            <a:endParaRPr/>
          </a:p>
        </p:txBody>
      </p:sp>
      <p:sp>
        <p:nvSpPr>
          <p:cNvPr id="8" name="text-410">
            <a:extLst>
              <a:ext uri="{FF2B5EF4-FFF2-40B4-BE49-F238E27FC236}">
                <ns2:creationId id="{F354DA90-1B3B-4505-9C1B-F0DBE55207E5}"/>
              </a:ext>
            </a:extLst>
          </p:cNvPr>
          <p:cNvSpPr>
            <a:spLocks noGrp="1"/>
          </p:cNvSpPr>
          <p:nvPr/>
        </p:nvSpPr>
        <p:spPr>
          <a:xfrm>
            <a:off x="2686050" y="228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汇报结构｜从问题到证据</a:t>
            </a:r>
            <a:endParaRPr/>
          </a:p>
        </p:txBody>
      </p:sp>
      <p:sp>
        <p:nvSpPr>
          <p:cNvPr id="9" name="shape-411">
            <a:extLst>
              <a:ext uri="{FF2B5EF4-FFF2-40B4-BE49-F238E27FC236}">
                <ns2:creationId id="{6A7D122F-F04B-4DF3-B8B3-5BE3609DA541}"/>
              </a:ext>
            </a:extLst>
          </p:cNvPr>
          <p:cNvSpPr>
            <a:spLocks noGrp="1"/>
          </p:cNvSpPr>
          <p:nvPr/>
        </p:nvSpPr>
        <p:spPr>
          <a:xfrm>
            <a:off x="2686050" y="933450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0" name="shape-412">
            <a:extLst>
              <a:ext uri="{FF2B5EF4-FFF2-40B4-BE49-F238E27FC236}">
                <ns2:creationId id="{3B99CC03-5083-48B6-AAB7-4C6701BF3A9B}"/>
              </a:ext>
            </a:extLst>
          </p:cNvPr>
          <p:cNvSpPr>
            <a:spLocks noGrp="1"/>
          </p:cNvSpPr>
          <p:nvPr/>
        </p:nvSpPr>
        <p:spPr>
          <a:xfrm>
            <a:off x="2895600" y="1295400"/>
            <a:ext cx="495300" cy="4953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1" name="text-413">
            <a:extLst>
              <a:ext uri="{FF2B5EF4-FFF2-40B4-BE49-F238E27FC236}">
                <ns2:creationId id="{F3740706-5F44-4CDE-B689-00E34E8A9969}"/>
              </a:ext>
            </a:extLst>
          </p:cNvPr>
          <p:cNvSpPr>
            <a:spLocks noGrp="1"/>
          </p:cNvSpPr>
          <p:nvPr/>
        </p:nvSpPr>
        <p:spPr>
          <a:xfrm>
            <a:off x="2895600" y="12954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4" name="text-416">
            <a:extLst>
              <a:ext uri="{FF2B5EF4-FFF2-40B4-BE49-F238E27FC236}">
                <ns2:creationId id="{920AB588-1C02-4200-85A8-C07FE2CC7799}"/>
              </a:ext>
            </a:extLst>
          </p:cNvPr>
          <p:cNvSpPr>
            <a:spLocks noGrp="1"/>
          </p:cNvSpPr>
          <p:nvPr/>
        </p:nvSpPr>
        <p:spPr>
          <a:xfrm>
            <a:off x="3752850" y="1066800"/>
            <a:ext cx="7772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研究背景</a:t>
            </a:r>
            <a:endParaRPr/>
          </a:p>
        </p:txBody>
      </p:sp>
      <p:sp>
        <p:nvSpPr>
          <p:cNvPr id="15" name="text-417">
            <a:extLst>
              <a:ext uri="{FF2B5EF4-FFF2-40B4-BE49-F238E27FC236}">
                <ns2:creationId id="{37A112C4-BB72-4D31-9EA4-833D51F8309F}"/>
              </a:ext>
            </a:extLst>
          </p:cNvPr>
          <p:cNvSpPr>
            <a:spLocks noGrp="1"/>
          </p:cNvSpPr>
          <p:nvPr/>
        </p:nvSpPr>
        <p:spPr>
          <a:xfrm>
            <a:off x="3752850" y="1438275"/>
            <a:ext cx="777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界定问题与研究对象</a:t>
            </a:r>
            <a:endParaRPr/>
          </a:p>
        </p:txBody>
      </p:sp>
      <p:sp>
        <p:nvSpPr>
          <p:cNvPr id="16" name="text-418">
            <a:extLst>
              <a:ext uri="{FF2B5EF4-FFF2-40B4-BE49-F238E27FC236}">
                <ns2:creationId id="{43C8BFB3-1567-4A96-A352-5B64BE17C2B0}"/>
              </a:ext>
            </a:extLst>
          </p:cNvPr>
          <p:cNvSpPr>
            <a:spLocks noGrp="1"/>
          </p:cNvSpPr>
          <p:nvPr/>
        </p:nvSpPr>
        <p:spPr>
          <a:xfrm>
            <a:off x="3752850" y="1752600"/>
            <a:ext cx="777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明确研究对象、范围与现实问题</a:t>
            </a:r>
            <a:endParaRPr/>
          </a:p>
        </p:txBody>
      </p:sp>
      <p:sp>
        <p:nvSpPr>
          <p:cNvPr id="21" name="shape-423">
            <a:extLst>
              <a:ext uri="{FF2B5EF4-FFF2-40B4-BE49-F238E27FC236}">
                <ns2:creationId id="{00E7B267-83EB-499C-AFA4-E304D5CA683A}"/>
              </a:ext>
            </a:extLst>
          </p:cNvPr>
          <p:cNvSpPr>
            <a:spLocks noGrp="1"/>
          </p:cNvSpPr>
          <p:nvPr/>
        </p:nvSpPr>
        <p:spPr>
          <a:xfrm>
            <a:off x="2686050" y="2257425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2" name="shape-424">
            <a:extLst>
              <a:ext uri="{FF2B5EF4-FFF2-40B4-BE49-F238E27FC236}">
                <ns2:creationId id="{F06B1AD7-9408-4E2C-AABD-82E347F7C600}"/>
              </a:ext>
            </a:extLst>
          </p:cNvPr>
          <p:cNvSpPr>
            <a:spLocks noGrp="1"/>
          </p:cNvSpPr>
          <p:nvPr/>
        </p:nvSpPr>
        <p:spPr>
          <a:xfrm>
            <a:off x="2895600" y="2619375"/>
            <a:ext cx="495300" cy="4953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23" name="text-425">
            <a:extLst>
              <a:ext uri="{FF2B5EF4-FFF2-40B4-BE49-F238E27FC236}">
                <ns2:creationId id="{E54967D7-C92F-4F8E-A5CB-94C3FD349030}"/>
              </a:ext>
            </a:extLst>
          </p:cNvPr>
          <p:cNvSpPr>
            <a:spLocks noGrp="1"/>
          </p:cNvSpPr>
          <p:nvPr/>
        </p:nvSpPr>
        <p:spPr>
          <a:xfrm>
            <a:off x="2895600" y="26193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6" name="text-438">
            <a:extLst>
              <a:ext uri="{FF2B5EF4-FFF2-40B4-BE49-F238E27FC236}">
                <ns2:creationId id="{9F344B69-4CC5-41C1-9A6C-F47328A21309}"/>
              </a:ext>
            </a:extLst>
          </p:cNvPr>
          <p:cNvSpPr>
            <a:spLocks noGrp="1"/>
          </p:cNvSpPr>
          <p:nvPr/>
        </p:nvSpPr>
        <p:spPr>
          <a:xfrm>
            <a:off x="3752850" y="2390775"/>
            <a:ext cx="7772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机制与假设</a:t>
            </a:r>
            <a:endParaRPr/>
          </a:p>
        </p:txBody>
      </p:sp>
      <p:sp>
        <p:nvSpPr>
          <p:cNvPr id="37" name="text-439">
            <a:extLst>
              <a:ext uri="{FF2B5EF4-FFF2-40B4-BE49-F238E27FC236}">
                <ns2:creationId id="{56EF0471-1E92-467B-AA07-D65CBBDFB6B2}"/>
              </a:ext>
            </a:extLst>
          </p:cNvPr>
          <p:cNvSpPr>
            <a:spLocks noGrp="1"/>
          </p:cNvSpPr>
          <p:nvPr/>
        </p:nvSpPr>
        <p:spPr>
          <a:xfrm>
            <a:off x="3752850" y="2762250"/>
            <a:ext cx="777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把解释转化为可检验预测</a:t>
            </a:r>
            <a:endParaRPr/>
          </a:p>
        </p:txBody>
      </p:sp>
      <p:sp>
        <p:nvSpPr>
          <p:cNvPr id="38" name="text-440">
            <a:extLst>
              <a:ext uri="{FF2B5EF4-FFF2-40B4-BE49-F238E27FC236}">
                <ns2:creationId id="{F931766D-6703-4A9A-BF6E-873C787689F3}"/>
              </a:ext>
            </a:extLst>
          </p:cNvPr>
          <p:cNvSpPr>
            <a:spLocks noGrp="1"/>
          </p:cNvSpPr>
          <p:nvPr/>
        </p:nvSpPr>
        <p:spPr>
          <a:xfrm>
            <a:off x="3752850" y="3076575"/>
            <a:ext cx="777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提出竞争解释及可比较的预测</a:t>
            </a:r>
            <a:endParaRPr/>
          </a:p>
        </p:txBody>
      </p:sp>
      <p:sp>
        <p:nvSpPr>
          <p:cNvPr id="51" name="shape-453">
            <a:extLst>
              <a:ext uri="{FF2B5EF4-FFF2-40B4-BE49-F238E27FC236}">
                <ns2:creationId id="{D2BB80DB-7A8F-429E-8C63-885B95359456}"/>
              </a:ext>
            </a:extLst>
          </p:cNvPr>
          <p:cNvSpPr>
            <a:spLocks noGrp="1"/>
          </p:cNvSpPr>
          <p:nvPr/>
        </p:nvSpPr>
        <p:spPr>
          <a:xfrm>
            <a:off x="2686050" y="3581400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2" name="shape-454">
            <a:extLst>
              <a:ext uri="{FF2B5EF4-FFF2-40B4-BE49-F238E27FC236}">
                <ns2:creationId id="{A9797403-7DC7-4057-A104-4E2381CF0DCB}"/>
              </a:ext>
            </a:extLst>
          </p:cNvPr>
          <p:cNvSpPr>
            <a:spLocks noGrp="1"/>
          </p:cNvSpPr>
          <p:nvPr/>
        </p:nvSpPr>
        <p:spPr>
          <a:xfrm>
            <a:off x="2895600" y="3943350"/>
            <a:ext cx="495300" cy="4953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53" name="text-455">
            <a:extLst>
              <a:ext uri="{FF2B5EF4-FFF2-40B4-BE49-F238E27FC236}">
                <ns2:creationId id="{B2CC4147-1235-4CA3-928F-E8D813847EFA}"/>
              </a:ext>
            </a:extLst>
          </p:cNvPr>
          <p:cNvSpPr>
            <a:spLocks noGrp="1"/>
          </p:cNvSpPr>
          <p:nvPr/>
        </p:nvSpPr>
        <p:spPr>
          <a:xfrm>
            <a:off x="2895600" y="394335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9" name="text-461">
            <a:extLst>
              <a:ext uri="{FF2B5EF4-FFF2-40B4-BE49-F238E27FC236}">
                <ns2:creationId id="{3668047B-A584-4766-95BC-944944A161DA}"/>
              </a:ext>
            </a:extLst>
          </p:cNvPr>
          <p:cNvSpPr>
            <a:spLocks noGrp="1"/>
          </p:cNvSpPr>
          <p:nvPr/>
        </p:nvSpPr>
        <p:spPr>
          <a:xfrm>
            <a:off x="3752850" y="3714750"/>
            <a:ext cx="7772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数据与证据</a:t>
            </a:r>
            <a:endParaRPr/>
          </a:p>
        </p:txBody>
      </p:sp>
      <p:sp>
        <p:nvSpPr>
          <p:cNvPr id="60" name="text-462">
            <a:extLst>
              <a:ext uri="{FF2B5EF4-FFF2-40B4-BE49-F238E27FC236}">
                <ns2:creationId id="{68785B6B-4127-4554-B806-D0005C356789}"/>
              </a:ext>
            </a:extLst>
          </p:cNvPr>
          <p:cNvSpPr>
            <a:spLocks noGrp="1"/>
          </p:cNvSpPr>
          <p:nvPr/>
        </p:nvSpPr>
        <p:spPr>
          <a:xfrm>
            <a:off x="3752850" y="4086225"/>
            <a:ext cx="777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联合观测、比较与模型分析</a:t>
            </a:r>
            <a:endParaRPr/>
          </a:p>
        </p:txBody>
      </p:sp>
      <p:sp>
        <p:nvSpPr>
          <p:cNvPr id="61" name="text-463">
            <a:extLst>
              <a:ext uri="{FF2B5EF4-FFF2-40B4-BE49-F238E27FC236}">
                <ns2:creationId id="{C7F758AF-2B16-4F07-BD3A-798E0916648F}"/>
              </a:ext>
            </a:extLst>
          </p:cNvPr>
          <p:cNvSpPr>
            <a:spLocks noGrp="1"/>
          </p:cNvSpPr>
          <p:nvPr/>
        </p:nvSpPr>
        <p:spPr>
          <a:xfrm>
            <a:off x="3752850" y="4400550"/>
            <a:ext cx="777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组织结果，并检验稳健性与不确定性</a:t>
            </a:r>
            <a:endParaRPr/>
          </a:p>
        </p:txBody>
      </p:sp>
      <p:sp>
        <p:nvSpPr>
          <p:cNvPr id="67" name="shape-469">
            <a:extLst>
              <a:ext uri="{FF2B5EF4-FFF2-40B4-BE49-F238E27FC236}">
                <ns2:creationId id="{D180688E-DB8B-4119-AA2B-3AAE3BE190F2}"/>
              </a:ext>
            </a:extLst>
          </p:cNvPr>
          <p:cNvSpPr>
            <a:spLocks noGrp="1"/>
          </p:cNvSpPr>
          <p:nvPr/>
        </p:nvSpPr>
        <p:spPr>
          <a:xfrm>
            <a:off x="2686050" y="4905375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8" name="shape-470">
            <a:extLst>
              <a:ext uri="{FF2B5EF4-FFF2-40B4-BE49-F238E27FC236}">
                <ns2:creationId id="{C7DBE787-56B1-4FBB-B227-FD243277D05F}"/>
              </a:ext>
            </a:extLst>
          </p:cNvPr>
          <p:cNvSpPr>
            <a:spLocks noGrp="1"/>
          </p:cNvSpPr>
          <p:nvPr/>
        </p:nvSpPr>
        <p:spPr>
          <a:xfrm>
            <a:off x="2895600" y="5267325"/>
            <a:ext cx="495300" cy="4953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9" name="text-471">
            <a:extLst>
              <a:ext uri="{FF2B5EF4-FFF2-40B4-BE49-F238E27FC236}">
                <ns2:creationId id="{1C2AD94F-7A9A-48C3-A545-23DE9EE4807A}"/>
              </a:ext>
            </a:extLst>
          </p:cNvPr>
          <p:cNvSpPr>
            <a:spLocks noGrp="1"/>
          </p:cNvSpPr>
          <p:nvPr/>
        </p:nvSpPr>
        <p:spPr>
          <a:xfrm>
            <a:off x="2895600" y="526732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73" name="text-475">
            <a:extLst>
              <a:ext uri="{FF2B5EF4-FFF2-40B4-BE49-F238E27FC236}">
                <ns2:creationId id="{3C1628D3-7E46-43CB-87B4-2E6B2A1D379F}"/>
              </a:ext>
            </a:extLst>
          </p:cNvPr>
          <p:cNvSpPr>
            <a:spLocks noGrp="1"/>
          </p:cNvSpPr>
          <p:nvPr/>
        </p:nvSpPr>
        <p:spPr>
          <a:xfrm>
            <a:off x="3752850" y="5038725"/>
            <a:ext cx="7772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结论与展望</a:t>
            </a:r>
            <a:endParaRPr/>
          </a:p>
        </p:txBody>
      </p:sp>
      <p:sp>
        <p:nvSpPr>
          <p:cNvPr id="74" name="text-476">
            <a:extLst>
              <a:ext uri="{FF2B5EF4-FFF2-40B4-BE49-F238E27FC236}">
                <ns2:creationId id="{0B7724AE-2FA2-4643-9CA0-540A4CC39DF6}"/>
              </a:ext>
            </a:extLst>
          </p:cNvPr>
          <p:cNvSpPr>
            <a:spLocks noGrp="1"/>
          </p:cNvSpPr>
          <p:nvPr/>
        </p:nvSpPr>
        <p:spPr>
          <a:xfrm>
            <a:off x="3752850" y="5410200"/>
            <a:ext cx="777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明确支持范围与下一步检验</a:t>
            </a:r>
            <a:endParaRPr/>
          </a:p>
        </p:txBody>
      </p:sp>
      <p:sp>
        <p:nvSpPr>
          <p:cNvPr id="75" name="text-477">
            <a:extLst>
              <a:ext uri="{FF2B5EF4-FFF2-40B4-BE49-F238E27FC236}">
                <ns2:creationId id="{2A036C58-11E5-4256-AEC9-C94FE6D416C3}"/>
              </a:ext>
            </a:extLst>
          </p:cNvPr>
          <p:cNvSpPr>
            <a:spLocks noGrp="1"/>
          </p:cNvSpPr>
          <p:nvPr/>
        </p:nvSpPr>
        <p:spPr>
          <a:xfrm>
            <a:off x="3752850" y="5724525"/>
            <a:ext cx="777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区分已有支持、未决问题与后续工作</a:t>
            </a:r>
            <a:endParaRPr/>
          </a:p>
        </p:txBody>
      </p:sp>
      <p:sp>
        <p:nvSpPr>
          <p:cNvPr id="79" name="text-481">
            <a:extLst>
              <a:ext uri="{FF2B5EF4-FFF2-40B4-BE49-F238E27FC236}">
                <ns2:creationId id="{C93298BA-72FE-4ADD-B1CD-50AC4A765F9C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80" name="text-482">
            <a:extLst>
              <a:ext uri="{FF2B5EF4-FFF2-40B4-BE49-F238E27FC236}">
                <ns2:creationId id="{A42496F1-27CB-4BC3-A467-ECDC1352A29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/>
          </a:p>
        </p:txBody>
      </p:sp>
      <p:sp>
        <p:nvSpPr>
          <p:cNvPr id="91" name="toc-bar-0-91"/>
          <p:cNvSpPr/>
          <p:nvPr/>
        </p:nvSpPr>
        <p:spPr>
          <a:xfrm>
            <a:off x="3562350" y="1123950"/>
            <a:ext cx="38100" cy="83820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92" name="toc-bar-1-92"/>
          <p:cNvSpPr/>
          <p:nvPr/>
        </p:nvSpPr>
        <p:spPr>
          <a:xfrm>
            <a:off x="3562350" y="2447925"/>
            <a:ext cx="38100" cy="83820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93" name="toc-bar-2-93"/>
          <p:cNvSpPr/>
          <p:nvPr/>
        </p:nvSpPr>
        <p:spPr>
          <a:xfrm>
            <a:off x="3562350" y="3771900"/>
            <a:ext cx="38100" cy="83820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94" name="toc-bar-3-94"/>
          <p:cNvSpPr/>
          <p:nvPr/>
        </p:nvSpPr>
        <p:spPr>
          <a:xfrm>
            <a:off x="3562350" y="5095875"/>
            <a:ext cx="38100" cy="838200"/>
          </a:xfrm>
          <a:prstGeom prst="rect">
            <a:avLst/>
          </a:prstGeom>
          <a:solidFill>
            <a:srgbClr val="173D67"/>
          </a:solidFill>
        </p:spPr>
      </p:sp>
    </p:spTree>
    <p:extLst>
      <p:ext uri="{BB962C8B-B14F-4D97-AF65-F5344CB8AC3E}">
        <ns3:creationId val="1277812684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text-483">
            <a:extLst>
              <a:ext uri="{FF2B5EF4-FFF2-40B4-BE49-F238E27FC236}">
                <ns2:creationId id="{FE71ACDF-DBA4-41D4-B9CC-290C2CB2EF46}"/>
              </a:ext>
            </a:extLst>
          </p:cNvPr>
          <p:cNvSpPr>
            <a:spLocks noGrp="1"/>
          </p:cNvSpPr>
          <p:nvPr/>
        </p:nvSpPr>
        <p:spPr>
          <a:xfrm>
            <a:off x="342900" y="571500"/>
            <a:ext cx="2619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03</a:t>
            </a:r>
            <a:endParaRPr/>
          </a:p>
        </p:txBody>
      </p:sp>
      <p:sp>
        <p:nvSpPr>
          <p:cNvPr id="3" name="shape-484">
            <a:extLst>
              <a:ext uri="{FF2B5EF4-FFF2-40B4-BE49-F238E27FC236}">
                <ns2:creationId id="{8DBCC840-EB5A-454A-968C-6B46ECC14607}"/>
              </a:ext>
            </a:extLst>
          </p:cNvPr>
          <p:cNvSpPr>
            <a:spLocks noGrp="1"/>
          </p:cNvSpPr>
          <p:nvPr/>
        </p:nvSpPr>
        <p:spPr>
          <a:xfrm>
            <a:off x="2171700" y="904875"/>
            <a:ext cx="47625" cy="819150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4" name="text-485">
            <a:extLst>
              <a:ext uri="{FF2B5EF4-FFF2-40B4-BE49-F238E27FC236}">
                <ns2:creationId id="{74047E7F-3136-4925-87BA-9ABB9F415E03}"/>
              </a:ext>
            </a:extLst>
          </p:cNvPr>
          <p:cNvSpPr>
            <a:spLocks noGrp="1"/>
          </p:cNvSpPr>
          <p:nvPr/>
        </p:nvSpPr>
        <p:spPr>
          <a:xfrm>
            <a:off x="381000" y="2133600"/>
            <a:ext cx="5524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数据与证据</a:t>
            </a:r>
            <a:endParaRPr/>
          </a:p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从观测到解释</a:t>
            </a:r>
            <a:endParaRPr/>
          </a:p>
        </p:txBody>
      </p:sp>
      <p:sp>
        <p:nvSpPr>
          <p:cNvPr id="5" name="text-486">
            <a:extLst>
              <a:ext uri="{FF2B5EF4-FFF2-40B4-BE49-F238E27FC236}">
                <ns2:creationId id="{0CB93EA6-DAD6-4A07-BA2B-C1B361013F10}"/>
              </a:ext>
            </a:extLst>
          </p:cNvPr>
          <p:cNvSpPr>
            <a:spLocks noGrp="1"/>
          </p:cNvSpPr>
          <p:nvPr/>
        </p:nvSpPr>
        <p:spPr>
          <a:xfrm>
            <a:off x="381000" y="4038600"/>
            <a:ext cx="5524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rPr>
              <a:t>结合空间格局、群落指标与模型结果，</a:t>
            </a:r>
            <a:endParaRPr/>
          </a:p>
          <a:p>
            <a: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rPr>
              <a:t>逐步检验生态机制。</a:t>
            </a:r>
            <a:endParaRPr/>
          </a:p>
        </p:txBody>
      </p:sp>
      <p:sp>
        <p:nvSpPr>
          <p:cNvPr id="6" name="line-487">
            <a:extLst>
              <a:ext uri="{FF2B5EF4-FFF2-40B4-BE49-F238E27FC236}">
                <ns2:creationId id="{BAC6F1EB-3958-468C-9786-5F411AA322A5}"/>
              </a:ext>
            </a:extLst>
          </p:cNvPr>
          <p:cNvSpPr>
            <a:spLocks noGrp="1"/>
          </p:cNvSpPr>
          <p:nvPr/>
        </p:nvSpPr>
        <p:spPr>
          <a:xfrm>
            <a:off x="228600" y="6029325"/>
            <a:ext cx="11734800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18" name="text-499">
            <a:extLst>
              <a:ext uri="{FF2B5EF4-FFF2-40B4-BE49-F238E27FC236}">
                <ns2:creationId id="{061CCF53-30C1-4007-8445-9063E2A8B568}"/>
              </a:ext>
            </a:extLst>
          </p:cNvPr>
          <p:cNvSpPr>
            <a:spLocks noGrp="1"/>
          </p:cNvSpPr>
          <p:nvPr/>
        </p:nvSpPr>
        <p:spPr>
          <a:xfrm>
            <a:off x="45720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rPr>
              <a:t>研究背景</a:t>
            </a:r>
            <a:endParaRPr>
              <a:solidFill>
                <a:srgbClr val="5A6B7C"/>
              </a:solidFill>
            </a:endParaRPr>
          </a:p>
        </p:txBody>
      </p:sp>
      <p:sp>
        <p:nvSpPr>
          <p:cNvPr id="31" name="text-512">
            <a:extLst>
              <a:ext uri="{FF2B5EF4-FFF2-40B4-BE49-F238E27FC236}">
                <ns2:creationId id="{31291BDD-6345-4A8C-88D7-8EE83C3F7BA5}"/>
              </a:ext>
            </a:extLst>
          </p:cNvPr>
          <p:cNvSpPr>
            <a:spLocks noGrp="1"/>
          </p:cNvSpPr>
          <p:nvPr/>
        </p:nvSpPr>
        <p:spPr>
          <a:xfrm>
            <a:off x="340995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rPr>
              <a:t>机制与假设</a:t>
            </a:r>
            <a:endParaRPr>
              <a:solidFill>
                <a:srgbClr val="5A6B7C"/>
              </a:solidFill>
            </a:endParaRPr>
          </a:p>
        </p:txBody>
      </p:sp>
      <p:sp>
        <p:nvSpPr>
          <p:cNvPr id="37" name="text-518">
            <a:extLst>
              <a:ext uri="{FF2B5EF4-FFF2-40B4-BE49-F238E27FC236}">
                <ns2:creationId id="{14F671F4-CF60-42E1-BA98-6417E0D706EF}"/>
              </a:ext>
            </a:extLst>
          </p:cNvPr>
          <p:cNvSpPr>
            <a:spLocks noGrp="1"/>
          </p:cNvSpPr>
          <p:nvPr/>
        </p:nvSpPr>
        <p:spPr>
          <a:xfrm>
            <a:off x="636270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数据与证据</a:t>
            </a:r>
            <a:endParaRPr>
              <a:solidFill>
                <a:srgbClr val="173D67"/>
              </a:solidFill>
            </a:endParaRPr>
          </a:p>
        </p:txBody>
      </p:sp>
      <p:sp>
        <p:nvSpPr>
          <p:cNvPr id="38" name="shape-519">
            <a:extLst>
              <a:ext uri="{FF2B5EF4-FFF2-40B4-BE49-F238E27FC236}">
                <ns2:creationId id="{6E875B6B-1B40-4DE5-8694-DDF5E5C3888C}"/>
              </a:ext>
            </a:extLst>
          </p:cNvPr>
          <p:cNvSpPr>
            <a:spLocks noGrp="1"/>
          </p:cNvSpPr>
          <p:nvPr/>
        </p:nvSpPr>
        <p:spPr>
          <a:xfrm>
            <a:off x="6362700" y="6496050"/>
            <a:ext cx="1952625" cy="38100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42" name="text-523">
            <a:extLst>
              <a:ext uri="{FF2B5EF4-FFF2-40B4-BE49-F238E27FC236}">
                <ns2:creationId id="{9257DEBB-2570-4C93-9346-E353284DCE5C}"/>
              </a:ext>
            </a:extLst>
          </p:cNvPr>
          <p:cNvSpPr>
            <a:spLocks noGrp="1"/>
          </p:cNvSpPr>
          <p:nvPr/>
        </p:nvSpPr>
        <p:spPr>
          <a:xfrm>
            <a:off x="931545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rPr>
              <a:t>结论与展望</a:t>
            </a:r>
            <a:endParaRPr>
              <a:solidFill>
                <a:srgbClr val="5A6B7C"/>
              </a:solidFill>
            </a:endParaRPr>
          </a:p>
        </p:txBody>
      </p:sp>
      <p:sp>
        <p:nvSpPr>
          <p:cNvPr id="43" name="text-524">
            <a:extLst>
              <a:ext uri="{FF2B5EF4-FFF2-40B4-BE49-F238E27FC236}">
                <ns2:creationId id="{989F21F9-CA61-4F5D-AC5C-CC983086B202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4" name="text-525">
            <a:extLst>
              <a:ext uri="{FF2B5EF4-FFF2-40B4-BE49-F238E27FC236}">
                <ns2:creationId id="{96F19EAC-3338-433A-85E6-69A7BFC0354C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/>
          </a:p>
        </p:txBody>
      </p:sp>
      <p:sp>
        <p:nvSpPr>
          <p:cNvPr id="55" name="sec-card-bg-55"/>
          <p:cNvSpPr/>
          <p:nvPr/>
        </p:nvSpPr>
        <p:spPr>
          <a:xfrm>
            <a:off x="6362700" y="723900"/>
            <a:ext cx="5410200" cy="4914900"/>
          </a:xfrm>
          <a:prstGeom prst="rect">
            <a:avLst/>
          </a:prstGeom>
          <a:solidFill>
            <a:srgbClr val="FFFFFF"/>
          </a:solidFill>
          <a:ln w="13335" cap="rnd">
            <a:solidFill>
              <a:srgbClr val="173D67"/>
            </a:solidFill>
          </a:ln>
        </p:spPr>
      </p:sp>
      <p:sp>
        <p:nvSpPr>
          <p:cNvPr id="56" name="sec-card-hdr-56"/>
          <p:cNvSpPr/>
          <p:nvPr/>
        </p:nvSpPr>
        <p:spPr>
          <a:xfrm>
            <a:off x="6362700" y="723900"/>
            <a:ext cx="5410200" cy="45720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57" name="sec-card-hdr-txt-57"/>
          <p:cNvSpPr txBox="1"/>
          <p:nvPr/>
        </p:nvSpPr>
        <p:spPr>
          <a:xfrm>
            <a:off x="6572250" y="790575"/>
            <a:ext cx="49911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章节导航  ·  SECTION ROADMAP</a:t>
            </a:r>
            <a:endParaRPr lang="zh-CN" sz="1500"/>
          </a:p>
        </p:txBody>
      </p:sp>
      <p:sp>
        <p:nvSpPr>
          <p:cNvPr id="58" name="sec-ch-box-0-58"/>
          <p:cNvSpPr/>
          <p:nvPr/>
        </p:nvSpPr>
        <p:spPr>
          <a:xfrm>
            <a:off x="6591300" y="1352550"/>
            <a:ext cx="4953000" cy="952500"/>
          </a:xfrm>
          <a:prstGeom prst="rect">
            <a:avLst/>
          </a:prstGeom>
          <a:solidFill>
            <a:srgbClr val="EEF3F8"/>
          </a:solidFill>
          <a:ln w="7620" cap="rnd">
            <a:solidFill>
              <a:srgbClr val="718EAA"/>
            </a:solidFill>
          </a:ln>
        </p:spPr>
      </p:sp>
      <p:sp>
        <p:nvSpPr>
          <p:cNvPr id="59" name="sec-ch-txt-0-59"/>
          <p:cNvSpPr txBox="1"/>
          <p:nvPr/>
        </p:nvSpPr>
        <p:spPr>
          <a:xfrm>
            <a:off x="6800850" y="1485900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01  研究背景</a:t>
            </a:r>
            <a:endParaRPr lang="zh-CN" sz="1650"/>
          </a:p>
        </p:txBody>
      </p:sp>
      <p:sp>
        <p:nvSpPr>
          <p:cNvPr id="60" name="sec-ch-sub-0-60"/>
          <p:cNvSpPr txBox="1"/>
          <p:nvPr/>
        </p:nvSpPr>
        <p:spPr>
          <a:xfrm>
            <a:off x="6800850" y="1781175"/>
            <a:ext cx="45720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第 01 章</a:t>
            </a:r>
            <a:endParaRPr lang="zh-CN" sz="1275"/>
          </a:p>
        </p:txBody>
      </p:sp>
      <p:sp>
        <p:nvSpPr>
          <p:cNvPr id="61" name="sec-ch-box-1-61"/>
          <p:cNvSpPr/>
          <p:nvPr/>
        </p:nvSpPr>
        <p:spPr>
          <a:xfrm>
            <a:off x="6591300" y="2381250"/>
            <a:ext cx="4953000" cy="952500"/>
          </a:xfrm>
          <a:prstGeom prst="rect">
            <a:avLst/>
          </a:prstGeom>
          <a:solidFill>
            <a:srgbClr val="EEF3F8"/>
          </a:solidFill>
          <a:ln w="7620" cap="rnd">
            <a:solidFill>
              <a:srgbClr val="718EAA"/>
            </a:solidFill>
          </a:ln>
        </p:spPr>
      </p:sp>
      <p:sp>
        <p:nvSpPr>
          <p:cNvPr id="62" name="sec-ch-txt-1-62"/>
          <p:cNvSpPr txBox="1"/>
          <p:nvPr/>
        </p:nvSpPr>
        <p:spPr>
          <a:xfrm>
            <a:off x="6800850" y="2514600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02  机制与假设</a:t>
            </a:r>
            <a:endParaRPr lang="zh-CN" sz="1650"/>
          </a:p>
        </p:txBody>
      </p:sp>
      <p:sp>
        <p:nvSpPr>
          <p:cNvPr id="63" name="sec-ch-sub-1-63"/>
          <p:cNvSpPr txBox="1"/>
          <p:nvPr/>
        </p:nvSpPr>
        <p:spPr>
          <a:xfrm>
            <a:off x="6800850" y="2809875"/>
            <a:ext cx="45720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第 02 章</a:t>
            </a:r>
            <a:endParaRPr lang="zh-CN" sz="1275"/>
          </a:p>
        </p:txBody>
      </p:sp>
      <p:sp>
        <p:nvSpPr>
          <p:cNvPr id="64" name="sec-ch-box-2-64"/>
          <p:cNvSpPr/>
          <p:nvPr/>
        </p:nvSpPr>
        <p:spPr>
          <a:xfrm>
            <a:off x="6591300" y="3409950"/>
            <a:ext cx="4953000" cy="952500"/>
          </a:xfrm>
          <a:prstGeom prst="rect">
            <a:avLst/>
          </a:prstGeom>
          <a:solidFill>
            <a:srgbClr val="173D67"/>
          </a:solidFill>
          <a:ln w="11430" cap="rnd">
            <a:solidFill>
              <a:srgbClr val="173D67"/>
            </a:solidFill>
          </a:ln>
        </p:spPr>
      </p:sp>
      <p:sp>
        <p:nvSpPr>
          <p:cNvPr id="65" name="sec-ch-accent-2-65"/>
          <p:cNvSpPr/>
          <p:nvPr/>
        </p:nvSpPr>
        <p:spPr>
          <a:xfrm>
            <a:off x="6591300" y="3409950"/>
            <a:ext cx="76200" cy="952500"/>
          </a:xfrm>
          <a:prstGeom prst="rect">
            <a:avLst/>
          </a:prstGeom>
          <a:solidFill>
            <a:srgbClr val="AF3D3D"/>
          </a:solidFill>
        </p:spPr>
      </p:sp>
      <p:sp>
        <p:nvSpPr>
          <p:cNvPr id="66" name="sec-ch-txt-2-66"/>
          <p:cNvSpPr txBox="1"/>
          <p:nvPr/>
        </p:nvSpPr>
        <p:spPr>
          <a:xfrm>
            <a:off x="6800850" y="3543300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 数据与证据</a:t>
            </a:r>
            <a:endParaRPr lang="zh-CN" sz="1650"/>
          </a:p>
        </p:txBody>
      </p:sp>
      <p:sp>
        <p:nvSpPr>
          <p:cNvPr id="67" name="sec-ch-sub-2-67"/>
          <p:cNvSpPr txBox="1"/>
          <p:nvPr/>
        </p:nvSpPr>
        <p:spPr>
          <a:xfrm>
            <a:off x="6800850" y="3838575"/>
            <a:ext cx="45720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结合空间格局、群落指标与模型结果，</a:t>
            </a:r>
            <a:endParaRPr lang="zh-CN" sz="1275"/>
          </a:p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逐步检验生态机制。</a:t>
            </a:r>
            <a:endParaRPr lang="zh-CN" sz="1275"/>
          </a:p>
        </p:txBody>
      </p:sp>
      <p:sp>
        <p:nvSpPr>
          <p:cNvPr id="68" name="sec-ch-box-3-68"/>
          <p:cNvSpPr/>
          <p:nvPr/>
        </p:nvSpPr>
        <p:spPr>
          <a:xfrm>
            <a:off x="6591300" y="4438650"/>
            <a:ext cx="4953000" cy="952500"/>
          </a:xfrm>
          <a:prstGeom prst="rect">
            <a:avLst/>
          </a:prstGeom>
          <a:solidFill>
            <a:srgbClr val="EEF3F8"/>
          </a:solidFill>
          <a:ln w="7620" cap="rnd">
            <a:solidFill>
              <a:srgbClr val="718EAA"/>
            </a:solidFill>
          </a:ln>
        </p:spPr>
      </p:sp>
      <p:sp>
        <p:nvSpPr>
          <p:cNvPr id="69" name="sec-ch-txt-3-69"/>
          <p:cNvSpPr txBox="1"/>
          <p:nvPr/>
        </p:nvSpPr>
        <p:spPr>
          <a:xfrm>
            <a:off x="6800850" y="4572000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04  结论与展望</a:t>
            </a:r>
            <a:endParaRPr lang="zh-CN" sz="1650"/>
          </a:p>
        </p:txBody>
      </p:sp>
      <p:sp>
        <p:nvSpPr>
          <p:cNvPr id="70" name="sec-ch-sub-3-70"/>
          <p:cNvSpPr txBox="1"/>
          <p:nvPr/>
        </p:nvSpPr>
        <p:spPr>
          <a:xfrm>
            <a:off x="6800850" y="4867275"/>
            <a:ext cx="45720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第 04 章</a:t>
            </a:r>
            <a:endParaRPr lang="zh-CN" sz="1275"/>
          </a:p>
        </p:txBody>
      </p:sp>
    </p:spTree>
    <p:extLst>
      <p:ext uri="{BB962C8B-B14F-4D97-AF65-F5344CB8AC3E}">
        <ns3:creationId val="205765366"/>
      </p:ext>
    </p:extLst>
  </p:cSld>
</p:sld>
</file>

<file path=ppt/slides/slide8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4" name="text-526">
            <a:extLst>
              <a:ext uri="{FF2B5EF4-FFF2-40B4-BE49-F238E27FC236}">
                <ns2:creationId id="{99DFEB74-A564-4E1D-8BA3-F81B4C3EE334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技术体系｜多源生态数据如何形成证据</a:t>
            </a:r>
            <a:endParaRPr/>
          </a:p>
        </p:txBody>
      </p:sp>
      <p:sp>
        <p:nvSpPr>
          <p:cNvPr id="2" name="line-527">
            <a:extLst>
              <a:ext uri="{FF2B5EF4-FFF2-40B4-BE49-F238E27FC236}">
                <ns2:creationId id="{E5B657CB-E28F-4C48-9DE6-383B50640ACE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528">
            <a:extLst>
              <a:ext uri="{FF2B5EF4-FFF2-40B4-BE49-F238E27FC236}">
                <ns2:creationId id="{78DDBEC4-1351-4232-89D4-9259FD033B32}"/>
              </a:ext>
            </a:extLst>
          </p:cNvPr>
          <p:cNvSpPr>
            <a:spLocks noGrp="1"/>
          </p:cNvSpPr>
          <p:nvPr/>
        </p:nvSpPr>
        <p:spPr>
          <a:xfrm>
            <a:off x="228600" y="876300"/>
            <a:ext cx="2743200" cy="5210175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529">
            <a:extLst>
              <a:ext uri="{FF2B5EF4-FFF2-40B4-BE49-F238E27FC236}">
                <ns2:creationId id="{1927AEAB-B31D-4CAA-99A2-04130CEF063A}"/>
              </a:ext>
            </a:extLst>
          </p:cNvPr>
          <p:cNvSpPr>
            <a:spLocks noGrp="1"/>
          </p:cNvSpPr>
          <p:nvPr/>
        </p:nvSpPr>
        <p:spPr>
          <a:xfrm>
            <a:off x="238125" y="885825"/>
            <a:ext cx="27241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icon-camera-530">
            <a:extLst>
              <a:ext uri="{FF2B5EF4-FFF2-40B4-BE49-F238E27FC236}">
                <ns2:creationId id="{245AF056-EB00-4E41-B4D7-3944F68077F6}"/>
              </a:ext>
            </a:extLst>
          </p:cNvPr>
          <p:cNvSpPr>
            <a:spLocks noGrp="1"/>
          </p:cNvSpPr>
          <p:nvPr/>
        </p:nvSpPr>
        <p:spPr>
          <a:xfrm>
            <a:off x="360902" y="1011650"/>
            <a:ext cx="221171" cy="156877"/>
          </a:xfrm>
          <a:prstGeom prst="roundRect">
            <a:avLst>
              <a:gd name="adj" fmla="val 48573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6" name="icon-camera-531">
            <a:extLst>
              <a:ext uri="{FF2B5EF4-FFF2-40B4-BE49-F238E27FC236}">
                <ns2:creationId id="{AF5FDA90-1053-4EDB-A274-68B13126E7AA}"/>
              </a:ext>
            </a:extLst>
          </p:cNvPr>
          <p:cNvSpPr>
            <a:spLocks noGrp="1"/>
          </p:cNvSpPr>
          <p:nvPr/>
        </p:nvSpPr>
        <p:spPr>
          <a:xfrm>
            <a:off x="427768" y="978218"/>
            <a:ext cx="84868" cy="43720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" name="icon-camera-532">
            <a:extLst>
              <a:ext uri="{FF2B5EF4-FFF2-40B4-BE49-F238E27FC236}">
                <ns2:creationId id="{B41B0BB3-C328-4985-A1C1-675503F4D2C3}"/>
              </a:ext>
            </a:extLst>
          </p:cNvPr>
          <p:cNvSpPr>
            <a:spLocks noGrp="1"/>
          </p:cNvSpPr>
          <p:nvPr/>
        </p:nvSpPr>
        <p:spPr>
          <a:xfrm>
            <a:off x="425196" y="1045083"/>
            <a:ext cx="92583" cy="92583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8" name="icon-camera-533">
            <a:extLst>
              <a:ext uri="{FF2B5EF4-FFF2-40B4-BE49-F238E27FC236}">
                <ns2:creationId id="{815D5199-655E-4060-B29B-290396DA699D}"/>
              </a:ext>
            </a:extLst>
          </p:cNvPr>
          <p:cNvSpPr>
            <a:spLocks noGrp="1"/>
          </p:cNvSpPr>
          <p:nvPr/>
        </p:nvSpPr>
        <p:spPr>
          <a:xfrm>
            <a:off x="533210" y="1032224"/>
            <a:ext cx="20574" cy="20574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" name="text-534">
            <a:extLst>
              <a:ext uri="{FF2B5EF4-FFF2-40B4-BE49-F238E27FC236}">
                <ns2:creationId id="{7115DC89-8BC1-49DD-81FF-A1F843F94118}"/>
              </a:ext>
            </a:extLst>
          </p:cNvPr>
          <p:cNvSpPr>
            <a:spLocks noGrp="1"/>
          </p:cNvSpPr>
          <p:nvPr/>
        </p:nvSpPr>
        <p:spPr>
          <a:xfrm>
            <a:off x="685800" y="9429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观测基础</a:t>
            </a:r>
            <a:endParaRPr/>
          </a:p>
        </p:txBody>
      </p:sp>
      <p:sp>
        <p:nvSpPr>
          <p:cNvPr id="10" name="panel-535">
            <a:extLst>
              <a:ext uri="{FF2B5EF4-FFF2-40B4-BE49-F238E27FC236}">
                <ns2:creationId id="{56ADBDF6-CB63-4C3D-9F81-6C2850C752BC}"/>
              </a:ext>
            </a:extLst>
          </p:cNvPr>
          <p:cNvSpPr>
            <a:spLocks noGrp="1"/>
          </p:cNvSpPr>
          <p:nvPr/>
        </p:nvSpPr>
        <p:spPr>
          <a:xfrm>
            <a:off x="3143250" y="876300"/>
            <a:ext cx="5238750" cy="5210175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1" name="shape-536">
            <a:extLst>
              <a:ext uri="{FF2B5EF4-FFF2-40B4-BE49-F238E27FC236}">
                <ns2:creationId id="{4FACB0EE-A9BD-4647-8671-D294D75C6EDA}"/>
              </a:ext>
            </a:extLst>
          </p:cNvPr>
          <p:cNvSpPr>
            <a:spLocks noGrp="1"/>
          </p:cNvSpPr>
          <p:nvPr/>
        </p:nvSpPr>
        <p:spPr>
          <a:xfrm>
            <a:off x="3152775" y="885825"/>
            <a:ext cx="521970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" name="vector-537">
            <a:extLst>
              <a:ext uri="{FF2B5EF4-FFF2-40B4-BE49-F238E27FC236}">
                <ns2:creationId id="{80F955F9-CFD5-4E7A-BC41-6DE95AFC4A77}"/>
              </a:ext>
            </a:extLst>
          </p:cNvPr>
          <p:cNvSpPr>
            <a:spLocks noGrp="1"/>
          </p:cNvSpPr>
          <p:nvPr/>
        </p:nvSpPr>
        <p:spPr>
          <a:xfrm>
            <a:off x="3257550" y="1045083"/>
            <a:ext cx="25717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3" name="vector-538">
            <a:extLst>
              <a:ext uri="{FF2B5EF4-FFF2-40B4-BE49-F238E27FC236}">
                <ns2:creationId id="{1D25E8F9-1860-4ABA-9889-FB5326CB440A}"/>
              </a:ext>
            </a:extLst>
          </p:cNvPr>
          <p:cNvSpPr>
            <a:spLocks noGrp="1"/>
          </p:cNvSpPr>
          <p:nvPr/>
        </p:nvSpPr>
        <p:spPr>
          <a:xfrm>
            <a:off x="3257550" y="998792"/>
            <a:ext cx="25717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4" name="vector-539">
            <a:extLst>
              <a:ext uri="{FF2B5EF4-FFF2-40B4-BE49-F238E27FC236}">
                <ns2:creationId id="{B2044ADB-EC92-4831-9549-CB4AC6563860}"/>
              </a:ext>
            </a:extLst>
          </p:cNvPr>
          <p:cNvSpPr>
            <a:spLocks noGrp="1"/>
          </p:cNvSpPr>
          <p:nvPr/>
        </p:nvSpPr>
        <p:spPr>
          <a:xfrm>
            <a:off x="3257550" y="952500"/>
            <a:ext cx="25717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5" name="text-540">
            <a:extLst>
              <a:ext uri="{FF2B5EF4-FFF2-40B4-BE49-F238E27FC236}">
                <ns2:creationId id="{99569474-C5CC-4E9A-8E1D-944EEF17A315}"/>
              </a:ext>
            </a:extLst>
          </p:cNvPr>
          <p:cNvSpPr>
            <a:spLocks noGrp="1"/>
          </p:cNvSpPr>
          <p:nvPr/>
        </p:nvSpPr>
        <p:spPr>
          <a:xfrm>
            <a:off x="3600450" y="942975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分析架构</a:t>
            </a:r>
            <a:endParaRPr/>
          </a:p>
        </p:txBody>
      </p:sp>
      <p:sp>
        <p:nvSpPr>
          <p:cNvPr id="16" name="panel-541">
            <a:extLst>
              <a:ext uri="{FF2B5EF4-FFF2-40B4-BE49-F238E27FC236}">
                <ns2:creationId id="{D5425D94-76C4-41D7-9010-FE21694D7555}"/>
              </a:ext>
            </a:extLst>
          </p:cNvPr>
          <p:cNvSpPr>
            <a:spLocks noGrp="1"/>
          </p:cNvSpPr>
          <p:nvPr/>
        </p:nvSpPr>
        <p:spPr>
          <a:xfrm>
            <a:off x="8553450" y="876300"/>
            <a:ext cx="3409950" cy="5210175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7" name="shape-542">
            <a:extLst>
              <a:ext uri="{FF2B5EF4-FFF2-40B4-BE49-F238E27FC236}">
                <ns2:creationId id="{0B8DDA60-636E-485F-A1A3-FF90BE08D090}"/>
              </a:ext>
            </a:extLst>
          </p:cNvPr>
          <p:cNvSpPr>
            <a:spLocks noGrp="1"/>
          </p:cNvSpPr>
          <p:nvPr/>
        </p:nvSpPr>
        <p:spPr>
          <a:xfrm>
            <a:off x="8562975" y="885825"/>
            <a:ext cx="339090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8" name="icon-check-543">
            <a:extLst>
              <a:ext uri="{FF2B5EF4-FFF2-40B4-BE49-F238E27FC236}">
                <ns2:creationId id="{C9DA72BB-805F-4E93-830A-8A652B3DA5D3}"/>
              </a:ext>
            </a:extLst>
          </p:cNvPr>
          <p:cNvSpPr>
            <a:spLocks noGrp="1"/>
          </p:cNvSpPr>
          <p:nvPr/>
        </p:nvSpPr>
        <p:spPr>
          <a:xfrm>
            <a:off x="8693468" y="978218"/>
            <a:ext cx="205740" cy="20574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9" name="vector-544">
            <a:extLst>
              <a:ext uri="{FF2B5EF4-FFF2-40B4-BE49-F238E27FC236}">
                <ns2:creationId id="{A56E3A04-7116-4364-A7FF-8461CB4F5AB2}"/>
              </a:ext>
            </a:extLst>
          </p:cNvPr>
          <p:cNvSpPr>
            <a:spLocks noGrp="1"/>
          </p:cNvSpPr>
          <p:nvPr/>
        </p:nvSpPr>
        <p:spPr>
          <a:xfrm>
            <a:off x="8667750" y="952500"/>
            <a:ext cx="257175" cy="2571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0" name="vector-545">
            <a:extLst>
              <a:ext uri="{FF2B5EF4-FFF2-40B4-BE49-F238E27FC236}">
                <ns2:creationId id="{8DE79069-6AF5-48A6-B32A-AC5FA1480B76}"/>
              </a:ext>
            </a:extLst>
          </p:cNvPr>
          <p:cNvSpPr>
            <a:spLocks noGrp="1"/>
          </p:cNvSpPr>
          <p:nvPr/>
        </p:nvSpPr>
        <p:spPr>
          <a:xfrm>
            <a:off x="8667750" y="952500"/>
            <a:ext cx="257175" cy="2571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1" name="text-546">
            <a:extLst>
              <a:ext uri="{FF2B5EF4-FFF2-40B4-BE49-F238E27FC236}">
                <ns2:creationId id="{2C7F0703-CC2F-43AA-AF55-67CF1A7BF56E}"/>
              </a:ext>
            </a:extLst>
          </p:cNvPr>
          <p:cNvSpPr>
            <a:spLocks noGrp="1"/>
          </p:cNvSpPr>
          <p:nvPr/>
        </p:nvSpPr>
        <p:spPr>
          <a:xfrm>
            <a:off x="9010650" y="942975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  <a:endParaRPr/>
          </a:p>
        </p:txBody>
      </p:sp>
      <p:sp>
        <p:nvSpPr>
          <p:cNvPr id="22" name="vector-547">
            <a:extLst>
              <a:ext uri="{FF2B5EF4-FFF2-40B4-BE49-F238E27FC236}">
                <ns2:creationId id="{027B0820-14BF-4CF1-844D-9C6467DF9711}"/>
              </a:ext>
            </a:extLst>
          </p:cNvPr>
          <p:cNvSpPr>
            <a:spLocks noGrp="1"/>
          </p:cNvSpPr>
          <p:nvPr/>
        </p:nvSpPr>
        <p:spPr>
          <a:xfrm>
            <a:off x="381000" y="1555242"/>
            <a:ext cx="457200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3" name="vector-548">
            <a:extLst>
              <a:ext uri="{FF2B5EF4-FFF2-40B4-BE49-F238E27FC236}">
                <ns2:creationId id="{442FFC2F-3175-4DA8-8AFB-4A1228B42247}"/>
              </a:ext>
            </a:extLst>
          </p:cNvPr>
          <p:cNvSpPr>
            <a:spLocks noGrp="1"/>
          </p:cNvSpPr>
          <p:nvPr/>
        </p:nvSpPr>
        <p:spPr>
          <a:xfrm>
            <a:off x="381000" y="1472946"/>
            <a:ext cx="457200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4" name="vector-549">
            <a:extLst>
              <a:ext uri="{FF2B5EF4-FFF2-40B4-BE49-F238E27FC236}">
                <ns2:creationId id="{884C612C-52E7-4191-84DC-2470785EEEF1}"/>
              </a:ext>
            </a:extLst>
          </p:cNvPr>
          <p:cNvSpPr>
            <a:spLocks noGrp="1"/>
          </p:cNvSpPr>
          <p:nvPr/>
        </p:nvSpPr>
        <p:spPr>
          <a:xfrm>
            <a:off x="381000" y="1390650"/>
            <a:ext cx="457200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5" name="text-550">
            <a:extLst>
              <a:ext uri="{FF2B5EF4-FFF2-40B4-BE49-F238E27FC236}">
                <ns2:creationId id="{CE9A2810-D451-44E4-9929-4AF2003E3F86}"/>
              </a:ext>
            </a:extLst>
          </p:cNvPr>
          <p:cNvSpPr>
            <a:spLocks noGrp="1"/>
          </p:cNvSpPr>
          <p:nvPr/>
        </p:nvSpPr>
        <p:spPr>
          <a:xfrm>
            <a:off x="933450" y="1447800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遥感影像</a:t>
            </a:r>
            <a:endParaRPr/>
          </a:p>
        </p:txBody>
      </p:sp>
      <p:sp>
        <p:nvSpPr>
          <p:cNvPr id="26" name="text-551">
            <a:extLst>
              <a:ext uri="{FF2B5EF4-FFF2-40B4-BE49-F238E27FC236}">
                <ns2:creationId id="{84D6335B-1622-488B-B973-E32E87CDDDFB}"/>
              </a:ext>
            </a:extLst>
          </p:cNvPr>
          <p:cNvSpPr>
            <a:spLocks noGrp="1"/>
          </p:cNvSpPr>
          <p:nvPr/>
        </p:nvSpPr>
        <p:spPr>
          <a:xfrm>
            <a:off x="381000" y="1828800"/>
            <a:ext cx="2438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土地覆盖与空间格局</a:t>
            </a:r>
            <a:endParaRPr/>
          </a:p>
        </p:txBody>
      </p:sp>
      <p:sp>
        <p:nvSpPr>
          <p:cNvPr id="30" name="vector-555">
            <a:extLst>
              <a:ext uri="{FF2B5EF4-FFF2-40B4-BE49-F238E27FC236}">
                <ns2:creationId id="{F75DC68C-847B-4884-8D57-7A2EEF660747}"/>
              </a:ext>
            </a:extLst>
          </p:cNvPr>
          <p:cNvSpPr>
            <a:spLocks noGrp="1"/>
          </p:cNvSpPr>
          <p:nvPr/>
        </p:nvSpPr>
        <p:spPr>
          <a:xfrm>
            <a:off x="381000" y="2895600"/>
            <a:ext cx="457200" cy="4572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5240">
            <a:solidFill>
              <a:srgbClr val="173D67"/>
            </a:solidFill>
            <a:prstDash val="solid"/>
          </a:ln>
        </p:spPr>
      </p:sp>
      <p:sp>
        <p:nvSpPr>
          <p:cNvPr id="31" name="icon-leaf-556">
            <a:extLst>
              <a:ext uri="{FF2B5EF4-FFF2-40B4-BE49-F238E27FC236}">
                <ns2:creationId id="{F7166803-B11E-4A95-AB55-9E07B4830FA4}"/>
              </a:ext>
            </a:extLst>
          </p:cNvPr>
          <p:cNvSpPr>
            <a:spLocks noGrp="1"/>
          </p:cNvSpPr>
          <p:nvPr/>
        </p:nvSpPr>
        <p:spPr>
          <a:xfrm>
            <a:off x="486156" y="2932176"/>
            <a:ext cx="123444" cy="205740"/>
          </a:xfrm>
          <a:prstGeom prst="ellipse">
            <a:avLst/>
          </a:prstGeom>
          <a:solidFill>
            <a:srgbClr val="68819C"/>
          </a:solidFill>
          <a:ln w="14288">
            <a:solidFill>
              <a:srgbClr val="173D67"/>
            </a:solidFill>
            <a:prstDash val="solid"/>
          </a:ln>
        </p:spPr>
      </p:sp>
      <p:sp>
        <p:nvSpPr>
          <p:cNvPr id="32" name="icon-leaf-557">
            <a:extLst>
              <a:ext uri="{FF2B5EF4-FFF2-40B4-BE49-F238E27FC236}">
                <ns2:creationId id="{47411549-DF18-40D1-A3C6-1B88E962B824}"/>
              </a:ext>
            </a:extLst>
          </p:cNvPr>
          <p:cNvSpPr>
            <a:spLocks noGrp="1"/>
          </p:cNvSpPr>
          <p:nvPr/>
        </p:nvSpPr>
        <p:spPr>
          <a:xfrm>
            <a:off x="614172" y="3032760"/>
            <a:ext cx="137160" cy="205740"/>
          </a:xfrm>
          <a:prstGeom prst="ellipse">
            <a:avLst/>
          </a:prstGeom>
          <a:solidFill>
            <a:srgbClr val="9EAEBF"/>
          </a:solidFill>
          <a:ln w="14288">
            <a:solidFill>
              <a:srgbClr val="173D67"/>
            </a:solidFill>
            <a:prstDash val="solid"/>
          </a:ln>
        </p:spPr>
      </p:sp>
      <p:sp>
        <p:nvSpPr>
          <p:cNvPr id="33" name="vector-558">
            <a:extLst>
              <a:ext uri="{FF2B5EF4-FFF2-40B4-BE49-F238E27FC236}">
                <ns2:creationId id="{CED29FCE-0B6E-41C8-ACF4-DAF6CB3C85BB}"/>
              </a:ext>
            </a:extLst>
          </p:cNvPr>
          <p:cNvSpPr>
            <a:spLocks noGrp="1"/>
          </p:cNvSpPr>
          <p:nvPr/>
        </p:nvSpPr>
        <p:spPr>
          <a:xfrm>
            <a:off x="381000" y="2895600"/>
            <a:ext cx="457200" cy="4572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5240">
            <a:solidFill>
              <a:srgbClr val="173D67"/>
            </a:solidFill>
            <a:prstDash val="solid"/>
          </a:ln>
        </p:spPr>
      </p:sp>
      <p:sp>
        <p:nvSpPr>
          <p:cNvPr id="34" name="vector-559">
            <a:extLst>
              <a:ext uri="{FF2B5EF4-FFF2-40B4-BE49-F238E27FC236}">
                <ns2:creationId id="{87FBFAED-CCC4-4A92-9E05-F710BE46A6D5}"/>
              </a:ext>
            </a:extLst>
          </p:cNvPr>
          <p:cNvSpPr>
            <a:spLocks noGrp="1"/>
          </p:cNvSpPr>
          <p:nvPr/>
        </p:nvSpPr>
        <p:spPr>
          <a:xfrm>
            <a:off x="381000" y="2895600"/>
            <a:ext cx="457200" cy="4572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5240">
            <a:solidFill>
              <a:srgbClr val="173D67"/>
            </a:solidFill>
            <a:prstDash val="solid"/>
          </a:ln>
        </p:spPr>
      </p:sp>
      <p:sp>
        <p:nvSpPr>
          <p:cNvPr id="35" name="text-560">
            <a:extLst>
              <a:ext uri="{FF2B5EF4-FFF2-40B4-BE49-F238E27FC236}">
                <ns2:creationId id="{E37540E1-6DE5-4DC7-8658-39CC55E291F2}"/>
              </a:ext>
            </a:extLst>
          </p:cNvPr>
          <p:cNvSpPr>
            <a:spLocks noGrp="1"/>
          </p:cNvSpPr>
          <p:nvPr/>
        </p:nvSpPr>
        <p:spPr>
          <a:xfrm>
            <a:off x="933450" y="2971800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样地调查</a:t>
            </a:r>
            <a:endParaRPr/>
          </a:p>
        </p:txBody>
      </p:sp>
      <p:sp>
        <p:nvSpPr>
          <p:cNvPr id="36" name="text-561">
            <a:extLst>
              <a:ext uri="{FF2B5EF4-FFF2-40B4-BE49-F238E27FC236}">
                <ns2:creationId id="{473A9901-E755-4BAD-A944-5009CF456201}"/>
              </a:ext>
            </a:extLst>
          </p:cNvPr>
          <p:cNvSpPr>
            <a:spLocks noGrp="1"/>
          </p:cNvSpPr>
          <p:nvPr/>
        </p:nvSpPr>
        <p:spPr>
          <a:xfrm>
            <a:off x="381000" y="3352800"/>
            <a:ext cx="2438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群落记录与植被结构</a:t>
            </a:r>
            <a:endParaRPr/>
          </a:p>
        </p:txBody>
      </p:sp>
      <p:sp>
        <p:nvSpPr>
          <p:cNvPr id="38" name="icon-camera-562">
            <a:extLst>
              <a:ext uri="{FF2B5EF4-FFF2-40B4-BE49-F238E27FC236}">
                <ns2:creationId id="{03883105-3CE8-4F1C-B0B6-C3D963A7F8BE}"/>
              </a:ext>
            </a:extLst>
          </p:cNvPr>
          <p:cNvSpPr>
            <a:spLocks noGrp="1"/>
          </p:cNvSpPr>
          <p:nvPr/>
        </p:nvSpPr>
        <p:spPr>
          <a:xfrm>
            <a:off x="413004" y="4505706"/>
            <a:ext cx="393192" cy="278892"/>
          </a:xfrm>
          <a:prstGeom prst="roundRect">
            <a:avLst>
              <a:gd name="adj" fmla="val 27322"/>
            </a:avLst>
          </a:pr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39" name="icon-camera-563">
            <a:extLst>
              <a:ext uri="{FF2B5EF4-FFF2-40B4-BE49-F238E27FC236}">
                <ns2:creationId id="{009EC0FB-57C7-4E83-8084-BC543B5E4A89}"/>
              </a:ext>
            </a:extLst>
          </p:cNvPr>
          <p:cNvSpPr>
            <a:spLocks noGrp="1"/>
          </p:cNvSpPr>
          <p:nvPr/>
        </p:nvSpPr>
        <p:spPr>
          <a:xfrm>
            <a:off x="531876" y="4446270"/>
            <a:ext cx="150876" cy="77724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0" name="icon-camera-564">
            <a:extLst>
              <a:ext uri="{FF2B5EF4-FFF2-40B4-BE49-F238E27FC236}">
                <ns2:creationId id="{DD9C9CC2-D610-4C69-BCA7-70B32C8223F8}"/>
              </a:ext>
            </a:extLst>
          </p:cNvPr>
          <p:cNvSpPr>
            <a:spLocks noGrp="1"/>
          </p:cNvSpPr>
          <p:nvPr/>
        </p:nvSpPr>
        <p:spPr>
          <a:xfrm>
            <a:off x="527304" y="4565142"/>
            <a:ext cx="164592" cy="164592"/>
          </a:xfrm>
          <a:prstGeom prst="ellipse">
            <a:avLst/>
          </a:pr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1" name="icon-camera-565">
            <a:extLst>
              <a:ext uri="{FF2B5EF4-FFF2-40B4-BE49-F238E27FC236}">
                <ns2:creationId id="{0CCC0165-B5DC-4CE9-B6EA-7E8C522CED5C}"/>
              </a:ext>
            </a:extLst>
          </p:cNvPr>
          <p:cNvSpPr>
            <a:spLocks noGrp="1"/>
          </p:cNvSpPr>
          <p:nvPr/>
        </p:nvSpPr>
        <p:spPr>
          <a:xfrm>
            <a:off x="719328" y="4542282"/>
            <a:ext cx="36576" cy="36576"/>
          </a:xfrm>
          <a:prstGeom prst="ellipse">
            <a:avLst/>
          </a:prstGeom>
          <a:solidFill>
            <a:srgbClr val="173D67"/>
          </a:solidFill>
          <a:ln w="14288">
            <a:solidFill>
              <a:srgbClr val="173D67"/>
            </a:solidFill>
            <a:prstDash val="solid"/>
          </a:ln>
        </p:spPr>
      </p:sp>
      <p:sp>
        <p:nvSpPr>
          <p:cNvPr id="42" name="text-566">
            <a:extLst>
              <a:ext uri="{FF2B5EF4-FFF2-40B4-BE49-F238E27FC236}">
                <ns2:creationId id="{24DCDAD6-B63B-4A49-B3D6-A45558FA1348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相机监测</a:t>
            </a:r>
            <a:endParaRPr/>
          </a:p>
        </p:txBody>
      </p:sp>
      <p:sp>
        <p:nvSpPr>
          <p:cNvPr id="43" name="text-567">
            <a:extLst>
              <a:ext uri="{FF2B5EF4-FFF2-40B4-BE49-F238E27FC236}">
                <ns2:creationId id="{5E04CB0A-3D46-4705-834C-F5E9A02C5E67}"/>
              </a:ext>
            </a:extLst>
          </p:cNvPr>
          <p:cNvSpPr>
            <a:spLocks noGrp="1"/>
          </p:cNvSpPr>
          <p:nvPr/>
        </p:nvSpPr>
        <p:spPr>
          <a:xfrm>
            <a:off x="381000" y="4876800"/>
            <a:ext cx="2438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物种检出与活动记录</a:t>
            </a:r>
            <a:endParaRPr/>
          </a:p>
        </p:txBody>
      </p:sp>
      <p:sp>
        <p:nvSpPr>
          <p:cNvPr id="48" name="shape-572">
            <a:extLst>
              <a:ext uri="{FF2B5EF4-FFF2-40B4-BE49-F238E27FC236}">
                <ns2:creationId id="{6AD6AB8E-0B7D-43B2-BCA3-7DF5D683B3A8}"/>
              </a:ext>
            </a:extLst>
          </p:cNvPr>
          <p:cNvSpPr>
            <a:spLocks noGrp="1"/>
          </p:cNvSpPr>
          <p:nvPr/>
        </p:nvSpPr>
        <p:spPr>
          <a:xfrm>
            <a:off x="3276600" y="1400175"/>
            <a:ext cx="1562100" cy="110490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9" name="vector-573">
            <a:extLst>
              <a:ext uri="{FF2B5EF4-FFF2-40B4-BE49-F238E27FC236}">
                <ns2:creationId id="{580069C0-F0F5-4ED8-9A9A-74036D9A2027}"/>
              </a:ext>
            </a:extLst>
          </p:cNvPr>
          <p:cNvSpPr>
            <a:spLocks noGrp="1"/>
          </p:cNvSpPr>
          <p:nvPr/>
        </p:nvSpPr>
        <p:spPr>
          <a:xfrm>
            <a:off x="3400425" y="1682877"/>
            <a:ext cx="361950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50" name="vector-574">
            <a:extLst>
              <a:ext uri="{FF2B5EF4-FFF2-40B4-BE49-F238E27FC236}">
                <ns2:creationId id="{488AB210-6D26-4044-AF10-0A97989B1C85}"/>
              </a:ext>
            </a:extLst>
          </p:cNvPr>
          <p:cNvSpPr>
            <a:spLocks noGrp="1"/>
          </p:cNvSpPr>
          <p:nvPr/>
        </p:nvSpPr>
        <p:spPr>
          <a:xfrm>
            <a:off x="3400425" y="1617726"/>
            <a:ext cx="361950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51" name="vector-575">
            <a:extLst>
              <a:ext uri="{FF2B5EF4-FFF2-40B4-BE49-F238E27FC236}">
                <ns2:creationId id="{532EC72D-12B9-496F-83E6-9F6A981AD9D2}"/>
              </a:ext>
            </a:extLst>
          </p:cNvPr>
          <p:cNvSpPr>
            <a:spLocks noGrp="1"/>
          </p:cNvSpPr>
          <p:nvPr/>
        </p:nvSpPr>
        <p:spPr>
          <a:xfrm>
            <a:off x="3400425" y="1552575"/>
            <a:ext cx="361950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52" name="text-576">
            <a:extLst>
              <a:ext uri="{FF2B5EF4-FFF2-40B4-BE49-F238E27FC236}">
                <ns2:creationId id="{42EF814F-AB8A-4F0E-922E-6DB417704286}"/>
              </a:ext>
            </a:extLst>
          </p:cNvPr>
          <p:cNvSpPr>
            <a:spLocks noGrp="1"/>
          </p:cNvSpPr>
          <p:nvPr/>
        </p:nvSpPr>
        <p:spPr>
          <a:xfrm>
            <a:off x="3838575" y="1543050"/>
            <a:ext cx="962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景观格局</a:t>
            </a:r>
            <a:endParaRPr/>
          </a:p>
        </p:txBody>
      </p:sp>
      <p:sp>
        <p:nvSpPr>
          <p:cNvPr id="53" name="text-577">
            <a:extLst>
              <a:ext uri="{FF2B5EF4-FFF2-40B4-BE49-F238E27FC236}">
                <ns2:creationId id="{A7B770B5-5DE2-44D6-BC77-7A303E541842}"/>
              </a:ext>
            </a:extLst>
          </p:cNvPr>
          <p:cNvSpPr>
            <a:spLocks noGrp="1"/>
          </p:cNvSpPr>
          <p:nvPr/>
        </p:nvSpPr>
        <p:spPr>
          <a:xfrm>
            <a:off x="3390900" y="2038350"/>
            <a:ext cx="1371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斑块特征与连通性</a:t>
            </a:r>
            <a:endParaRPr/>
          </a:p>
        </p:txBody>
      </p:sp>
      <p:sp>
        <p:nvSpPr>
          <p:cNvPr id="54" name="shape-578">
            <a:extLst>
              <a:ext uri="{FF2B5EF4-FFF2-40B4-BE49-F238E27FC236}">
                <ns2:creationId id="{DEE8B1F3-5A95-451F-AF4F-D70789A99316}"/>
              </a:ext>
            </a:extLst>
          </p:cNvPr>
          <p:cNvSpPr>
            <a:spLocks noGrp="1"/>
          </p:cNvSpPr>
          <p:nvPr/>
        </p:nvSpPr>
        <p:spPr>
          <a:xfrm>
            <a:off x="4953000" y="1400175"/>
            <a:ext cx="1562100" cy="110490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5" name="vector-579">
            <a:extLst>
              <a:ext uri="{FF2B5EF4-FFF2-40B4-BE49-F238E27FC236}">
                <ns2:creationId id="{29BF771E-F766-4AF9-91BA-0269B8BE71AE}"/>
              </a:ext>
            </a:extLst>
          </p:cNvPr>
          <p:cNvSpPr>
            <a:spLocks noGrp="1"/>
          </p:cNvSpPr>
          <p:nvPr/>
        </p:nvSpPr>
        <p:spPr>
          <a:xfrm>
            <a:off x="5076825" y="1552575"/>
            <a:ext cx="361950" cy="3619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56" name="vector-580">
            <a:extLst>
              <a:ext uri="{FF2B5EF4-FFF2-40B4-BE49-F238E27FC236}">
                <ns2:creationId id="{F82B2C3B-1D66-4AEC-9A02-7CB40A8521B6}"/>
              </a:ext>
            </a:extLst>
          </p:cNvPr>
          <p:cNvSpPr>
            <a:spLocks noGrp="1"/>
          </p:cNvSpPr>
          <p:nvPr/>
        </p:nvSpPr>
        <p:spPr>
          <a:xfrm>
            <a:off x="5076825" y="1552575"/>
            <a:ext cx="361950" cy="3619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7" name="vector-581">
            <a:extLst>
              <a:ext uri="{FF2B5EF4-FFF2-40B4-BE49-F238E27FC236}">
                <ns2:creationId id="{BEF731AF-CABE-4C35-9DB2-33CD10AFB2E8}"/>
              </a:ext>
            </a:extLst>
          </p:cNvPr>
          <p:cNvSpPr>
            <a:spLocks noGrp="1"/>
          </p:cNvSpPr>
          <p:nvPr/>
        </p:nvSpPr>
        <p:spPr>
          <a:xfrm>
            <a:off x="5076825" y="1552575"/>
            <a:ext cx="361950" cy="3619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8" name="icon-map-582">
            <a:extLst>
              <a:ext uri="{FF2B5EF4-FFF2-40B4-BE49-F238E27FC236}">
                <ns2:creationId id="{818C5A2B-8C5D-4FC6-9877-2DEF49926991}"/>
              </a:ext>
            </a:extLst>
          </p:cNvPr>
          <p:cNvSpPr>
            <a:spLocks noGrp="1"/>
          </p:cNvSpPr>
          <p:nvPr/>
        </p:nvSpPr>
        <p:spPr>
          <a:xfrm>
            <a:off x="5221605" y="1639443"/>
            <a:ext cx="79629" cy="79629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9" name="text-583">
            <a:extLst>
              <a:ext uri="{FF2B5EF4-FFF2-40B4-BE49-F238E27FC236}">
                <ns2:creationId id="{29CDA372-ECD8-4969-AFBD-B711756FA879}"/>
              </a:ext>
            </a:extLst>
          </p:cNvPr>
          <p:cNvSpPr>
            <a:spLocks noGrp="1"/>
          </p:cNvSpPr>
          <p:nvPr/>
        </p:nvSpPr>
        <p:spPr>
          <a:xfrm>
            <a:off x="5514975" y="1543050"/>
            <a:ext cx="962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/>
          </a:p>
        </p:txBody>
      </p:sp>
      <p:sp>
        <p:nvSpPr>
          <p:cNvPr id="60" name="text-584">
            <a:extLst>
              <a:ext uri="{FF2B5EF4-FFF2-40B4-BE49-F238E27FC236}">
                <ns2:creationId id="{C891F1D2-FBD4-4DE7-A41C-7140BDAC9794}"/>
              </a:ext>
            </a:extLst>
          </p:cNvPr>
          <p:cNvSpPr>
            <a:spLocks noGrp="1"/>
          </p:cNvSpPr>
          <p:nvPr/>
        </p:nvSpPr>
        <p:spPr>
          <a:xfrm>
            <a:off x="5067300" y="2038350"/>
            <a:ext cx="1371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气候、地形与干扰</a:t>
            </a:r>
            <a:endParaRPr/>
          </a:p>
        </p:txBody>
      </p:sp>
      <p:sp>
        <p:nvSpPr>
          <p:cNvPr id="61" name="shape-585">
            <a:extLst>
              <a:ext uri="{FF2B5EF4-FFF2-40B4-BE49-F238E27FC236}">
                <ns2:creationId id="{590EF44D-4F8C-45DC-9402-DAA06BB0D9C1}"/>
              </a:ext>
            </a:extLst>
          </p:cNvPr>
          <p:cNvSpPr>
            <a:spLocks noGrp="1"/>
          </p:cNvSpPr>
          <p:nvPr/>
        </p:nvSpPr>
        <p:spPr>
          <a:xfrm>
            <a:off x="6629400" y="1400175"/>
            <a:ext cx="1562100" cy="110490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2" name="vector-586">
            <a:extLst>
              <a:ext uri="{FF2B5EF4-FFF2-40B4-BE49-F238E27FC236}">
                <ns2:creationId id="{39BB6DB8-482B-497D-B8CA-DA918823701D}"/>
              </a:ext>
            </a:extLst>
          </p:cNvPr>
          <p:cNvSpPr>
            <a:spLocks noGrp="1"/>
          </p:cNvSpPr>
          <p:nvPr/>
        </p:nvSpPr>
        <p:spPr>
          <a:xfrm>
            <a:off x="6753225" y="1552575"/>
            <a:ext cx="361950" cy="36195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3" name="icon-leaf-587">
            <a:extLst>
              <a:ext uri="{FF2B5EF4-FFF2-40B4-BE49-F238E27FC236}">
                <ns2:creationId id="{A6259AA4-944D-4B1E-A899-4AAA981DF32F}"/>
              </a:ext>
            </a:extLst>
          </p:cNvPr>
          <p:cNvSpPr>
            <a:spLocks noGrp="1"/>
          </p:cNvSpPr>
          <p:nvPr/>
        </p:nvSpPr>
        <p:spPr>
          <a:xfrm>
            <a:off x="6836474" y="1581531"/>
            <a:ext cx="97727" cy="162878"/>
          </a:xfrm>
          <a:prstGeom prst="ellipse">
            <a:avLst/>
          </a:prstGeom>
          <a:solidFill>
            <a:srgbClr val="68819C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4" name="icon-leaf-588">
            <a:extLst>
              <a:ext uri="{FF2B5EF4-FFF2-40B4-BE49-F238E27FC236}">
                <ns2:creationId id="{D419CD8D-F393-41CB-9F4C-2AC2AFA29684}"/>
              </a:ext>
            </a:extLst>
          </p:cNvPr>
          <p:cNvSpPr>
            <a:spLocks noGrp="1"/>
          </p:cNvSpPr>
          <p:nvPr/>
        </p:nvSpPr>
        <p:spPr>
          <a:xfrm>
            <a:off x="6937820" y="1661160"/>
            <a:ext cx="108585" cy="162878"/>
          </a:xfrm>
          <a:prstGeom prst="ellipse">
            <a:avLst/>
          </a:prstGeom>
          <a:solidFill>
            <a:srgbClr val="9EAEB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5" name="vector-589">
            <a:extLst>
              <a:ext uri="{FF2B5EF4-FFF2-40B4-BE49-F238E27FC236}">
                <ns2:creationId id="{074A1175-BA74-44C5-AB5B-3D1D90A0E61F}"/>
              </a:ext>
            </a:extLst>
          </p:cNvPr>
          <p:cNvSpPr>
            <a:spLocks noGrp="1"/>
          </p:cNvSpPr>
          <p:nvPr/>
        </p:nvSpPr>
        <p:spPr>
          <a:xfrm>
            <a:off x="6753225" y="1552575"/>
            <a:ext cx="361950" cy="36195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6" name="vector-590">
            <a:extLst>
              <a:ext uri="{FF2B5EF4-FFF2-40B4-BE49-F238E27FC236}">
                <ns2:creationId id="{C2A9A4AB-7AFE-4A3B-A7B2-D20BFDC43AAF}"/>
              </a:ext>
            </a:extLst>
          </p:cNvPr>
          <p:cNvSpPr>
            <a:spLocks noGrp="1"/>
          </p:cNvSpPr>
          <p:nvPr/>
        </p:nvSpPr>
        <p:spPr>
          <a:xfrm>
            <a:off x="6753225" y="1552575"/>
            <a:ext cx="361950" cy="36195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7" name="text-591">
            <a:extLst>
              <a:ext uri="{FF2B5EF4-FFF2-40B4-BE49-F238E27FC236}">
                <ns2:creationId id="{87F6A024-5806-45D4-A1E7-C60EF5C2E61B}"/>
              </a:ext>
            </a:extLst>
          </p:cNvPr>
          <p:cNvSpPr>
            <a:spLocks noGrp="1"/>
          </p:cNvSpPr>
          <p:nvPr/>
        </p:nvSpPr>
        <p:spPr>
          <a:xfrm>
            <a:off x="7191375" y="1543050"/>
            <a:ext cx="962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群落数据</a:t>
            </a:r>
            <a:endParaRPr/>
          </a:p>
        </p:txBody>
      </p:sp>
      <p:sp>
        <p:nvSpPr>
          <p:cNvPr id="68" name="text-592">
            <a:extLst>
              <a:ext uri="{FF2B5EF4-FFF2-40B4-BE49-F238E27FC236}">
                <ns2:creationId id="{627E777B-11F6-4D99-B293-404EF5F5BDAD}"/>
              </a:ext>
            </a:extLst>
          </p:cNvPr>
          <p:cNvSpPr>
            <a:spLocks noGrp="1"/>
          </p:cNvSpPr>
          <p:nvPr/>
        </p:nvSpPr>
        <p:spPr>
          <a:xfrm>
            <a:off x="6743700" y="2038350"/>
            <a:ext cx="1371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物种组成与多度</a:t>
            </a:r>
            <a:endParaRPr/>
          </a:p>
        </p:txBody>
      </p:sp>
      <p:sp>
        <p:nvSpPr>
          <p:cNvPr id="69" name="node-593">
            <a:extLst>
              <a:ext uri="{FF2B5EF4-FFF2-40B4-BE49-F238E27FC236}">
                <ns2:creationId id="{55C88FF9-82EA-4D39-8A16-5CFBB277B542}"/>
              </a:ext>
            </a:extLst>
          </p:cNvPr>
          <p:cNvSpPr>
            <a:spLocks noGrp="1"/>
          </p:cNvSpPr>
          <p:nvPr/>
        </p:nvSpPr>
        <p:spPr>
          <a:xfrm>
            <a:off x="3276600" y="2828925"/>
            <a:ext cx="1562100" cy="714375"/>
          </a:xfrm>
          <a:prstGeom prst="roundRect">
            <a:avLst>
              <a:gd name="adj" fmla="val 10667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70" name="icon-database-594">
            <a:extLst>
              <a:ext uri="{FF2B5EF4-FFF2-40B4-BE49-F238E27FC236}">
                <ns2:creationId id="{173DB326-4FE2-4791-9BF8-00E436CBBD5E}"/>
              </a:ext>
            </a:extLst>
          </p:cNvPr>
          <p:cNvSpPr>
            <a:spLocks noGrp="1"/>
          </p:cNvSpPr>
          <p:nvPr/>
        </p:nvSpPr>
        <p:spPr>
          <a:xfrm>
            <a:off x="3436620" y="2997518"/>
            <a:ext cx="194310" cy="180023"/>
          </a:xfrm>
          <a:prstGeom prst="can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1" name="vector-595">
            <a:extLst>
              <a:ext uri="{FF2B5EF4-FFF2-40B4-BE49-F238E27FC236}">
                <ns2:creationId id="{814CBF5C-99C9-4FA3-BB18-B0A97F54CE4D}"/>
              </a:ext>
            </a:extLst>
          </p:cNvPr>
          <p:cNvSpPr>
            <a:spLocks noGrp="1"/>
          </p:cNvSpPr>
          <p:nvPr/>
        </p:nvSpPr>
        <p:spPr>
          <a:xfrm>
            <a:off x="3390900" y="2943225"/>
            <a:ext cx="285750" cy="2857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2" name="vector-596">
            <a:extLst>
              <a:ext uri="{FF2B5EF4-FFF2-40B4-BE49-F238E27FC236}">
                <ns2:creationId id="{8D4103E5-A8E1-48A6-8CAA-B64A0291C9BF}"/>
              </a:ext>
            </a:extLst>
          </p:cNvPr>
          <p:cNvSpPr>
            <a:spLocks noGrp="1"/>
          </p:cNvSpPr>
          <p:nvPr/>
        </p:nvSpPr>
        <p:spPr>
          <a:xfrm>
            <a:off x="3390900" y="2943225"/>
            <a:ext cx="285750" cy="2857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3" name="text-597">
            <a:extLst>
              <a:ext uri="{FF2B5EF4-FFF2-40B4-BE49-F238E27FC236}">
                <ns2:creationId id="{A7359CC4-E917-4C1E-A7A1-D6E26FFC998F}"/>
              </a:ext>
            </a:extLst>
          </p:cNvPr>
          <p:cNvSpPr>
            <a:spLocks noGrp="1"/>
          </p:cNvSpPr>
          <p:nvPr/>
        </p:nvSpPr>
        <p:spPr>
          <a:xfrm>
            <a:off x="3752850" y="2905125"/>
            <a:ext cx="9906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尺度统一</a:t>
            </a:r>
            <a:endParaRPr/>
          </a:p>
        </p:txBody>
      </p:sp>
      <p:sp>
        <p:nvSpPr>
          <p:cNvPr id="74" name="node-598">
            <a:extLst>
              <a:ext uri="{FF2B5EF4-FFF2-40B4-BE49-F238E27FC236}">
                <ns2:creationId id="{2A0E2C1D-E9C5-44FB-9299-51A9CBA587DD}"/>
              </a:ext>
            </a:extLst>
          </p:cNvPr>
          <p:cNvSpPr>
            <a:spLocks noGrp="1"/>
          </p:cNvSpPr>
          <p:nvPr/>
        </p:nvSpPr>
        <p:spPr>
          <a:xfrm>
            <a:off x="4953000" y="2828925"/>
            <a:ext cx="1562100" cy="714375"/>
          </a:xfrm>
          <a:prstGeom prst="roundRect">
            <a:avLst>
              <a:gd name="adj" fmla="val 10667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75" name="icon-clipboard-599">
            <a:extLst>
              <a:ext uri="{FF2B5EF4-FFF2-40B4-BE49-F238E27FC236}">
                <ns2:creationId id="{A0FC453F-4D8B-4EA0-9BB4-F74232F81839}"/>
              </a:ext>
            </a:extLst>
          </p:cNvPr>
          <p:cNvSpPr>
            <a:spLocks noGrp="1"/>
          </p:cNvSpPr>
          <p:nvPr/>
        </p:nvSpPr>
        <p:spPr>
          <a:xfrm>
            <a:off x="5118735" y="2977515"/>
            <a:ext cx="185738" cy="222885"/>
          </a:xfrm>
          <a:prstGeom prst="roundRect">
            <a:avLst>
              <a:gd name="adj" fmla="val 41026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6" name="icon-clipboard-600">
            <a:extLst>
              <a:ext uri="{FF2B5EF4-FFF2-40B4-BE49-F238E27FC236}">
                <ns2:creationId id="{791FD318-1167-4DD9-8C08-F2E3A297CE0C}"/>
              </a:ext>
            </a:extLst>
          </p:cNvPr>
          <p:cNvSpPr>
            <a:spLocks noGrp="1"/>
          </p:cNvSpPr>
          <p:nvPr/>
        </p:nvSpPr>
        <p:spPr>
          <a:xfrm>
            <a:off x="5167313" y="2957513"/>
            <a:ext cx="85725" cy="428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77" name="vector-601">
            <a:extLst>
              <a:ext uri="{FF2B5EF4-FFF2-40B4-BE49-F238E27FC236}">
                <ns2:creationId id="{5048D618-F769-4058-ACE1-79F6CD2A092B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8" name="vector-602">
            <a:extLst>
              <a:ext uri="{FF2B5EF4-FFF2-40B4-BE49-F238E27FC236}">
                <ns2:creationId id="{80DF0865-2C13-4B92-8CBD-835683C09B36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9" name="vector-603">
            <a:extLst>
              <a:ext uri="{FF2B5EF4-FFF2-40B4-BE49-F238E27FC236}">
                <ns2:creationId id="{C3D46E04-F5F4-492F-848B-9AB52FF4AC1F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0" name="vector-604">
            <a:extLst>
              <a:ext uri="{FF2B5EF4-FFF2-40B4-BE49-F238E27FC236}">
                <ns2:creationId id="{7E7E0498-873A-41D0-9431-5F1C26D52C4A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1" name="vector-605">
            <a:extLst>
              <a:ext uri="{FF2B5EF4-FFF2-40B4-BE49-F238E27FC236}">
                <ns2:creationId id="{76F05BA0-018B-43B0-A594-B853E8472878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2" name="vector-606">
            <a:extLst>
              <a:ext uri="{FF2B5EF4-FFF2-40B4-BE49-F238E27FC236}">
                <ns2:creationId id="{9BF0ED34-770A-4EA2-9602-7E29A08A0C7F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3" name="vector-607">
            <a:extLst>
              <a:ext uri="{FF2B5EF4-FFF2-40B4-BE49-F238E27FC236}">
                <ns2:creationId id="{181F1AB4-5087-4922-87FB-3AF03D1E4252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4" name="vector-608">
            <a:extLst>
              <a:ext uri="{FF2B5EF4-FFF2-40B4-BE49-F238E27FC236}">
                <ns2:creationId id="{1687479F-2169-462F-9EE9-86133E75BB45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5" name="vector-609">
            <a:extLst>
              <a:ext uri="{FF2B5EF4-FFF2-40B4-BE49-F238E27FC236}">
                <ns2:creationId id="{3E5B70AA-2BF1-415E-A21B-8B6B9C21361D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6" name="text-610">
            <a:extLst>
              <a:ext uri="{FF2B5EF4-FFF2-40B4-BE49-F238E27FC236}">
                <ns2:creationId id="{CC2DF574-6D34-4CAB-B354-D2D0A10E82C5}"/>
              </a:ext>
            </a:extLst>
          </p:cNvPr>
          <p:cNvSpPr>
            <a:spLocks noGrp="1"/>
          </p:cNvSpPr>
          <p:nvPr/>
        </p:nvSpPr>
        <p:spPr>
          <a:xfrm>
            <a:off x="5429250" y="2905125"/>
            <a:ext cx="9906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质量检查</a:t>
            </a:r>
            <a:endParaRPr/>
          </a:p>
        </p:txBody>
      </p:sp>
      <p:sp>
        <p:nvSpPr>
          <p:cNvPr id="87" name="node-611">
            <a:extLst>
              <a:ext uri="{FF2B5EF4-FFF2-40B4-BE49-F238E27FC236}">
                <ns2:creationId id="{25472043-0A76-49AC-8F65-3785BCAA5FF2}"/>
              </a:ext>
            </a:extLst>
          </p:cNvPr>
          <p:cNvSpPr>
            <a:spLocks noGrp="1"/>
          </p:cNvSpPr>
          <p:nvPr/>
        </p:nvSpPr>
        <p:spPr>
          <a:xfrm>
            <a:off x="6629400" y="2828925"/>
            <a:ext cx="1562100" cy="714375"/>
          </a:xfrm>
          <a:prstGeom prst="roundRect">
            <a:avLst>
              <a:gd name="adj" fmla="val 10667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88" name="vector-612">
            <a:extLst>
              <a:ext uri="{FF2B5EF4-FFF2-40B4-BE49-F238E27FC236}">
                <ns2:creationId id="{3FA39A8F-4FB3-4CD5-B728-3A15F8A08643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9" name="vector-613">
            <a:extLst>
              <a:ext uri="{FF2B5EF4-FFF2-40B4-BE49-F238E27FC236}">
                <ns2:creationId id="{0D3728E5-0AB8-4883-A0A6-EDA117EB24C0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0" name="vector-614">
            <a:extLst>
              <a:ext uri="{FF2B5EF4-FFF2-40B4-BE49-F238E27FC236}">
                <ns2:creationId id="{0FDAB259-0A9C-4FC4-8F00-F64A2AC20B44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1" name="vector-615">
            <a:extLst>
              <a:ext uri="{FF2B5EF4-FFF2-40B4-BE49-F238E27FC236}">
                <ns2:creationId id="{BFD365CF-0C92-4C98-B792-C824C1861DA0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2" name="vector-616">
            <a:extLst>
              <a:ext uri="{FF2B5EF4-FFF2-40B4-BE49-F238E27FC236}">
                <ns2:creationId id="{8717E7A3-D896-42D6-B961-1AC5E3B9A343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3" name="vector-617">
            <a:extLst>
              <a:ext uri="{FF2B5EF4-FFF2-40B4-BE49-F238E27FC236}">
                <ns2:creationId id="{80F098BC-75EC-4CFE-ADDA-1C2982417D7A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4" name="vector-618">
            <a:extLst>
              <a:ext uri="{FF2B5EF4-FFF2-40B4-BE49-F238E27FC236}">
                <ns2:creationId id="{7DB5397D-2496-4E2E-916B-7C810504FB19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5" name="icon-network-619">
            <a:extLst>
              <a:ext uri="{FF2B5EF4-FFF2-40B4-BE49-F238E27FC236}">
                <ns2:creationId id="{16BE003F-E415-4FA6-8E52-FC466E94246C}"/>
              </a:ext>
            </a:extLst>
          </p:cNvPr>
          <p:cNvSpPr>
            <a:spLocks noGrp="1"/>
          </p:cNvSpPr>
          <p:nvPr/>
        </p:nvSpPr>
        <p:spPr>
          <a:xfrm>
            <a:off x="6760845" y="3028950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6" name="icon-network-620">
            <a:extLst>
              <a:ext uri="{FF2B5EF4-FFF2-40B4-BE49-F238E27FC236}">
                <ns2:creationId id="{9661D4C1-BF96-4C5F-A583-3A15EC03ADC9}"/>
              </a:ext>
            </a:extLst>
          </p:cNvPr>
          <p:cNvSpPr>
            <a:spLocks noGrp="1"/>
          </p:cNvSpPr>
          <p:nvPr/>
        </p:nvSpPr>
        <p:spPr>
          <a:xfrm>
            <a:off x="6852285" y="2957513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7" name="icon-network-621">
            <a:extLst>
              <a:ext uri="{FF2B5EF4-FFF2-40B4-BE49-F238E27FC236}">
                <ns2:creationId id="{FF61DF28-008D-4BB9-AC06-FCAE263F2C62}"/>
              </a:ext>
            </a:extLst>
          </p:cNvPr>
          <p:cNvSpPr>
            <a:spLocks noGrp="1"/>
          </p:cNvSpPr>
          <p:nvPr/>
        </p:nvSpPr>
        <p:spPr>
          <a:xfrm>
            <a:off x="6963728" y="3008948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8" name="icon-network-622">
            <a:extLst>
              <a:ext uri="{FF2B5EF4-FFF2-40B4-BE49-F238E27FC236}">
                <ns2:creationId id="{8653BD32-2D6B-4F1E-AD4F-228C21037D9F}"/>
              </a:ext>
            </a:extLst>
          </p:cNvPr>
          <p:cNvSpPr>
            <a:spLocks noGrp="1"/>
          </p:cNvSpPr>
          <p:nvPr/>
        </p:nvSpPr>
        <p:spPr>
          <a:xfrm>
            <a:off x="6920865" y="3160395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9" name="icon-network-623">
            <a:extLst>
              <a:ext uri="{FF2B5EF4-FFF2-40B4-BE49-F238E27FC236}">
                <ns2:creationId id="{2B7120D8-F13C-4CE8-849B-7C2F69A1737C}"/>
              </a:ext>
            </a:extLst>
          </p:cNvPr>
          <p:cNvSpPr>
            <a:spLocks noGrp="1"/>
          </p:cNvSpPr>
          <p:nvPr/>
        </p:nvSpPr>
        <p:spPr>
          <a:xfrm>
            <a:off x="6792278" y="3157538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00" name="text-624">
            <a:extLst>
              <a:ext uri="{FF2B5EF4-FFF2-40B4-BE49-F238E27FC236}">
                <ns2:creationId id="{55BAB358-CB33-4D7E-A483-94C2D43E0C96}"/>
              </a:ext>
            </a:extLst>
          </p:cNvPr>
          <p:cNvSpPr>
            <a:spLocks noGrp="1"/>
          </p:cNvSpPr>
          <p:nvPr/>
        </p:nvSpPr>
        <p:spPr>
          <a:xfrm>
            <a:off x="7105650" y="2905125"/>
            <a:ext cx="9906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特征构建</a:t>
            </a:r>
            <a:endParaRPr/>
          </a:p>
        </p:txBody>
      </p:sp>
      <p:cxnSp>
        <p:nvCxnSpPr>
          <p:cNvPr id="101" name="">
            <a:extLst>
              <a:ext uri="{FF2B5EF4-FFF2-40B4-BE49-F238E27FC236}">
                <ns2:creationId id="{745E3870-1C02-4A96-98BA-270C7FFE8845}"/>
              </a:ext>
            </a:extLst>
          </p:cNvPr>
          <p:cNvCxnSpPr>
            <a:stCxn id="69" idx="3"/>
            <a:endCxn id="74" idx="1"/>
          </p:cNvCxnSpPr>
          <p:nvPr/>
        </p:nvCxnSpPr>
        <p:spPr>
          <a:xfrm>
            <a:off x="4838700" y="3186113"/>
            <a:ext cx="11430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02" name="">
            <a:extLst>
              <a:ext uri="{FF2B5EF4-FFF2-40B4-BE49-F238E27FC236}">
                <ns2:creationId id="{61196C3E-7464-42B9-AAAA-B778EC750606}"/>
              </a:ext>
            </a:extLst>
          </p:cNvPr>
          <p:cNvCxnSpPr>
            <a:stCxn id="74" idx="3"/>
            <a:endCxn id="87" idx="1"/>
          </p:cNvCxnSpPr>
          <p:nvPr/>
        </p:nvCxnSpPr>
        <p:spPr>
          <a:xfrm>
            <a:off x="6515100" y="3186113"/>
            <a:ext cx="11430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03" name="">
            <a:extLst>
              <a:ext uri="{FF2B5EF4-FFF2-40B4-BE49-F238E27FC236}">
                <ns2:creationId id="{038C51C5-6556-4CA9-99D4-5DA775229489}"/>
              </a:ext>
            </a:extLst>
          </p:cNvPr>
          <p:cNvCxnSpPr>
            <a:stCxn id="48" idx="2"/>
            <a:endCxn id="69" idx="0"/>
          </p:cNvCxnSpPr>
          <p:nvPr/>
        </p:nvCxnSpPr>
        <p:spPr>
          <a:xfrm>
            <a:off x="4057650" y="2505075"/>
            <a:ext cx="0" cy="323850"/>
          </a:xfrm>
          <a:prstGeom prst="straightConnector1">
            <a:avLst/>
          </a:prstGeom>
          <a:ln w="19050">
            <a:solidFill>
              <a:srgbClr val="718EAA"/>
            </a:solidFill>
            <a:prstDash val="solid"/>
            <a:tailEnd type="triangle" w="med" len="med"/>
          </a:ln>
        </p:spPr>
      </p:cxnSp>
      <p:cxnSp>
        <p:nvCxnSpPr>
          <p:cNvPr id="104" name="">
            <a:extLst>
              <a:ext uri="{FF2B5EF4-FFF2-40B4-BE49-F238E27FC236}">
                <ns2:creationId id="{4DD15BA3-CD75-4D66-AE54-57312134BC1F}"/>
              </a:ext>
            </a:extLst>
          </p:cNvPr>
          <p:cNvCxnSpPr>
            <a:stCxn id="54" idx="2"/>
            <a:endCxn id="74" idx="0"/>
          </p:cNvCxnSpPr>
          <p:nvPr/>
        </p:nvCxnSpPr>
        <p:spPr>
          <a:xfrm>
            <a:off x="5734050" y="2505075"/>
            <a:ext cx="0" cy="323850"/>
          </a:xfrm>
          <a:prstGeom prst="straightConnector1">
            <a:avLst/>
          </a:prstGeom>
          <a:ln w="19050">
            <a:solidFill>
              <a:srgbClr val="718EAA"/>
            </a:solidFill>
            <a:prstDash val="solid"/>
            <a:tailEnd type="triangle" w="med" len="med"/>
          </a:ln>
        </p:spPr>
      </p:cxnSp>
      <p:cxnSp>
        <p:nvCxnSpPr>
          <p:cNvPr id="105" name="">
            <a:extLst>
              <a:ext uri="{FF2B5EF4-FFF2-40B4-BE49-F238E27FC236}">
                <ns2:creationId id="{991E939E-9EA2-4566-9436-B83C54E25C22}"/>
              </a:ext>
            </a:extLst>
          </p:cNvPr>
          <p:cNvCxnSpPr>
            <a:stCxn id="61" idx="2"/>
            <a:endCxn id="87" idx="0"/>
          </p:cNvCxnSpPr>
          <p:nvPr/>
        </p:nvCxnSpPr>
        <p:spPr>
          <a:xfrm>
            <a:off x="7410450" y="2505075"/>
            <a:ext cx="0" cy="323850"/>
          </a:xfrm>
          <a:prstGeom prst="straightConnector1">
            <a:avLst/>
          </a:prstGeom>
          <a:ln w="19050">
            <a:solidFill>
              <a:srgbClr val="718EAA"/>
            </a:solidFill>
            <a:prstDash val="solid"/>
            <a:tailEnd type="triangle" w="med" len="med"/>
          </a:ln>
        </p:spPr>
      </p:cxnSp>
      <p:sp>
        <p:nvSpPr>
          <p:cNvPr id="106" name="node-625">
            <a:extLst>
              <a:ext uri="{FF2B5EF4-FFF2-40B4-BE49-F238E27FC236}">
                <ns2:creationId id="{6EF21D18-D552-4EA3-A6D6-2E49C16A203A}"/>
              </a:ext>
            </a:extLst>
          </p:cNvPr>
          <p:cNvSpPr>
            <a:spLocks noGrp="1"/>
          </p:cNvSpPr>
          <p:nvPr/>
        </p:nvSpPr>
        <p:spPr>
          <a:xfrm>
            <a:off x="3276600" y="3990975"/>
            <a:ext cx="2400300" cy="885825"/>
          </a:xfrm>
          <a:prstGeom prst="roundRect">
            <a:avLst>
              <a:gd name="adj" fmla="val 8602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07" name="icon-grid-626">
            <a:extLst>
              <a:ext uri="{FF2B5EF4-FFF2-40B4-BE49-F238E27FC236}">
                <ns2:creationId id="{EE9D4ED0-D09C-4A75-83DF-5F86225D8C82}"/>
              </a:ext>
            </a:extLst>
          </p:cNvPr>
          <p:cNvSpPr>
            <a:spLocks noGrp="1"/>
          </p:cNvSpPr>
          <p:nvPr/>
        </p:nvSpPr>
        <p:spPr>
          <a:xfrm>
            <a:off x="3436620" y="4131945"/>
            <a:ext cx="280035" cy="280035"/>
          </a:xfrm>
          <a:prstGeom prst="rect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08" name="vector-627">
            <a:extLst>
              <a:ext uri="{FF2B5EF4-FFF2-40B4-BE49-F238E27FC236}">
                <ns2:creationId id="{D402C095-DAA3-4841-BDC7-457593A4EC7B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09" name="vector-628">
            <a:extLst>
              <a:ext uri="{FF2B5EF4-FFF2-40B4-BE49-F238E27FC236}">
                <ns2:creationId id="{7C3AEFD8-5222-48B6-BAEB-ECFA14C7E76A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0" name="vector-629">
            <a:extLst>
              <a:ext uri="{FF2B5EF4-FFF2-40B4-BE49-F238E27FC236}">
                <ns2:creationId id="{C13F4154-5EAB-43D4-8083-6C571CB5CBA0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1" name="vector-630">
            <a:extLst>
              <a:ext uri="{FF2B5EF4-FFF2-40B4-BE49-F238E27FC236}">
                <ns2:creationId id="{1C01EF4F-B3DA-4C81-B7AA-39F430798EBF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2" name="vector-631">
            <a:extLst>
              <a:ext uri="{FF2B5EF4-FFF2-40B4-BE49-F238E27FC236}">
                <ns2:creationId id="{7B0CAA82-EC26-4456-BD70-AFC906CDD731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3" name="vector-632">
            <a:extLst>
              <a:ext uri="{FF2B5EF4-FFF2-40B4-BE49-F238E27FC236}">
                <ns2:creationId id="{19B82398-5964-4909-ABE0-545A10922BDF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4" name="text-633">
            <a:extLst>
              <a:ext uri="{FF2B5EF4-FFF2-40B4-BE49-F238E27FC236}">
                <ns2:creationId id="{D46716D4-A555-4B24-96CD-D828E4D21AAA}"/>
              </a:ext>
            </a:extLst>
          </p:cNvPr>
          <p:cNvSpPr>
            <a:spLocks noGrp="1"/>
          </p:cNvSpPr>
          <p:nvPr/>
        </p:nvSpPr>
        <p:spPr>
          <a:xfrm>
            <a:off x="3857625" y="4105275"/>
            <a:ext cx="1695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格局分析</a:t>
            </a:r>
            <a:endParaRPr/>
          </a:p>
        </p:txBody>
      </p:sp>
      <p:sp>
        <p:nvSpPr>
          <p:cNvPr id="115" name="text-634">
            <a:extLst>
              <a:ext uri="{FF2B5EF4-FFF2-40B4-BE49-F238E27FC236}">
                <ns2:creationId id="{2C866A2F-E0A4-4536-9C5C-218D70936BD1}"/>
              </a:ext>
            </a:extLst>
          </p:cNvPr>
          <p:cNvSpPr>
            <a:spLocks noGrp="1"/>
          </p:cNvSpPr>
          <p:nvPr/>
        </p:nvSpPr>
        <p:spPr>
          <a:xfrm>
            <a:off x="3409950" y="4533900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识别空间结构与梯度</a:t>
            </a:r>
            <a:endParaRPr/>
          </a:p>
        </p:txBody>
      </p:sp>
      <p:sp>
        <p:nvSpPr>
          <p:cNvPr id="116" name="node-635">
            <a:extLst>
              <a:ext uri="{FF2B5EF4-FFF2-40B4-BE49-F238E27FC236}">
                <ns2:creationId id="{2F4EF974-6688-45CB-AA22-72D38D007364}"/>
              </a:ext>
            </a:extLst>
          </p:cNvPr>
          <p:cNvSpPr>
            <a:spLocks noGrp="1"/>
          </p:cNvSpPr>
          <p:nvPr/>
        </p:nvSpPr>
        <p:spPr>
          <a:xfrm>
            <a:off x="5800725" y="3990975"/>
            <a:ext cx="2400300" cy="885825"/>
          </a:xfrm>
          <a:prstGeom prst="roundRect">
            <a:avLst>
              <a:gd name="adj" fmla="val 8602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17" name="vector-636">
            <a:extLst>
              <a:ext uri="{FF2B5EF4-FFF2-40B4-BE49-F238E27FC236}">
                <ns2:creationId id="{7F4B6986-31C8-49CC-9E28-6F303DDC4411}"/>
              </a:ext>
            </a:extLst>
          </p:cNvPr>
          <p:cNvSpPr>
            <a:spLocks noGrp="1"/>
          </p:cNvSpPr>
          <p:nvPr/>
        </p:nvSpPr>
        <p:spPr>
          <a:xfrm>
            <a:off x="5934075" y="4105275"/>
            <a:ext cx="333375" cy="3333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8" name="vector-637">
            <a:extLst>
              <a:ext uri="{FF2B5EF4-FFF2-40B4-BE49-F238E27FC236}">
                <ns2:creationId id="{E84991D4-43C0-45E8-B187-F0ADAA5E196E}"/>
              </a:ext>
            </a:extLst>
          </p:cNvPr>
          <p:cNvSpPr>
            <a:spLocks noGrp="1"/>
          </p:cNvSpPr>
          <p:nvPr/>
        </p:nvSpPr>
        <p:spPr>
          <a:xfrm>
            <a:off x="5934075" y="4105275"/>
            <a:ext cx="333375" cy="3333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9" name="icon-chart-638">
            <a:extLst>
              <a:ext uri="{FF2B5EF4-FFF2-40B4-BE49-F238E27FC236}">
                <ns2:creationId id="{F33A5696-B163-4263-9C93-4DDBB0585A86}"/>
              </a:ext>
            </a:extLst>
          </p:cNvPr>
          <p:cNvSpPr>
            <a:spLocks noGrp="1"/>
          </p:cNvSpPr>
          <p:nvPr/>
        </p:nvSpPr>
        <p:spPr>
          <a:xfrm>
            <a:off x="6017419" y="4285298"/>
            <a:ext cx="43339" cy="110014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20" name="icon-chart-639">
            <a:extLst>
              <a:ext uri="{FF2B5EF4-FFF2-40B4-BE49-F238E27FC236}">
                <ns2:creationId id="{11157F1B-A7F1-45F6-B593-E9124BAF9C9F}"/>
              </a:ext>
            </a:extLst>
          </p:cNvPr>
          <p:cNvSpPr>
            <a:spLocks noGrp="1"/>
          </p:cNvSpPr>
          <p:nvPr/>
        </p:nvSpPr>
        <p:spPr>
          <a:xfrm>
            <a:off x="6090761" y="4225290"/>
            <a:ext cx="43339" cy="170021"/>
          </a:xfrm>
          <a:prstGeom prst="rect">
            <a:avLst/>
          </a:prstGeom>
          <a:solidFill>
            <a:srgbClr val="5D7795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21" name="icon-chart-640">
            <a:extLst>
              <a:ext uri="{FF2B5EF4-FFF2-40B4-BE49-F238E27FC236}">
                <ns2:creationId id="{D859CF2B-2427-4F2B-8E24-25BDAAF5DB25}"/>
              </a:ext>
            </a:extLst>
          </p:cNvPr>
          <p:cNvSpPr>
            <a:spLocks noGrp="1"/>
          </p:cNvSpPr>
          <p:nvPr/>
        </p:nvSpPr>
        <p:spPr>
          <a:xfrm>
            <a:off x="6164104" y="4158615"/>
            <a:ext cx="43339" cy="23669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22" name="text-641">
            <a:extLst>
              <a:ext uri="{FF2B5EF4-FFF2-40B4-BE49-F238E27FC236}">
                <ns2:creationId id="{A09C5BDB-54D5-4123-A467-5E24F760EFE4}"/>
              </a:ext>
            </a:extLst>
          </p:cNvPr>
          <p:cNvSpPr>
            <a:spLocks noGrp="1"/>
          </p:cNvSpPr>
          <p:nvPr/>
        </p:nvSpPr>
        <p:spPr>
          <a:xfrm>
            <a:off x="6381750" y="4105275"/>
            <a:ext cx="1695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响应模型</a:t>
            </a:r>
            <a:endParaRPr/>
          </a:p>
        </p:txBody>
      </p:sp>
      <p:sp>
        <p:nvSpPr>
          <p:cNvPr id="123" name="text-642">
            <a:extLst>
              <a:ext uri="{FF2B5EF4-FFF2-40B4-BE49-F238E27FC236}">
                <ns2:creationId id="{9FF2DD64-BAFF-4E49-8643-2340797FC23C}"/>
              </a:ext>
            </a:extLst>
          </p:cNvPr>
          <p:cNvSpPr>
            <a:spLocks noGrp="1"/>
          </p:cNvSpPr>
          <p:nvPr/>
        </p:nvSpPr>
        <p:spPr>
          <a:xfrm>
            <a:off x="5934075" y="4533900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比较效应方向与不确定性</a:t>
            </a:r>
            <a:endParaRPr/>
          </a:p>
        </p:txBody>
      </p:sp>
      <p:cxnSp>
        <p:nvCxnSpPr>
          <p:cNvPr id="124" name="">
            <a:extLst>
              <a:ext uri="{FF2B5EF4-FFF2-40B4-BE49-F238E27FC236}">
                <ns2:creationId id="{9BDA0920-9762-4558-B8DF-6021CD51F36D}"/>
              </a:ext>
            </a:extLst>
          </p:cNvPr>
          <p:cNvCxnSpPr>
            <a:stCxn id="74" idx="2"/>
            <a:endCxn id="106" idx="0"/>
          </p:cNvCxnSpPr>
          <p:nvPr/>
        </p:nvCxnSpPr>
        <p:spPr>
          <a:xfrm flipH="1">
            <a:off x="4476750" y="3543300"/>
            <a:ext cx="1257300" cy="4476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25" name="">
            <a:extLst>
              <a:ext uri="{FF2B5EF4-FFF2-40B4-BE49-F238E27FC236}">
                <ns2:creationId id="{FBB5D068-A827-4964-A564-42FC02CD1BE2}"/>
              </a:ext>
            </a:extLst>
          </p:cNvPr>
          <p:cNvCxnSpPr>
            <a:stCxn id="74" idx="2"/>
            <a:endCxn id="116" idx="0"/>
          </p:cNvCxnSpPr>
          <p:nvPr/>
        </p:nvCxnSpPr>
        <p:spPr>
          <a:xfrm>
            <a:off x="5734050" y="3543300"/>
            <a:ext cx="1266825" cy="4476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126" name="node-643">
            <a:extLst>
              <a:ext uri="{FF2B5EF4-FFF2-40B4-BE49-F238E27FC236}">
                <ns2:creationId id="{375EC324-EAFC-49B4-8EE8-82C24883DA2D}"/>
              </a:ext>
            </a:extLst>
          </p:cNvPr>
          <p:cNvSpPr>
            <a:spLocks noGrp="1"/>
          </p:cNvSpPr>
          <p:nvPr/>
        </p:nvSpPr>
        <p:spPr>
          <a:xfrm>
            <a:off x="4124325" y="5505450"/>
            <a:ext cx="3286125" cy="428625"/>
          </a:xfrm>
          <a:prstGeom prst="roundRect">
            <a:avLst>
              <a:gd name="adj" fmla="val 17778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27" name="text-644">
            <a:extLst>
              <a:ext uri="{FF2B5EF4-FFF2-40B4-BE49-F238E27FC236}">
                <ns2:creationId id="{6CD7756A-CC6B-4B7E-83E7-A3B2467D751E}"/>
              </a:ext>
            </a:extLst>
          </p:cNvPr>
          <p:cNvSpPr>
            <a:spLocks noGrp="1"/>
          </p:cNvSpPr>
          <p:nvPr/>
        </p:nvSpPr>
        <p:spPr>
          <a:xfrm>
            <a:off x="4219575" y="5581650"/>
            <a:ext cx="3095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机制比较</a:t>
            </a:r>
            <a:endParaRPr/>
          </a:p>
        </p:txBody>
      </p:sp>
      <p:cxnSp>
        <p:nvCxnSpPr>
          <p:cNvPr id="128" name="">
            <a:extLst>
              <a:ext uri="{FF2B5EF4-FFF2-40B4-BE49-F238E27FC236}">
                <ns2:creationId id="{EE8F1370-C2C3-48E4-9EEC-EA3C5F6A749C}"/>
              </a:ext>
            </a:extLst>
          </p:cNvPr>
          <p:cNvCxnSpPr>
            <a:stCxn id="106" idx="2"/>
            <a:endCxn id="126" idx="0"/>
          </p:cNvCxnSpPr>
          <p:nvPr/>
        </p:nvCxnSpPr>
        <p:spPr>
          <a:xfrm>
            <a:off x="4476750" y="4876800"/>
            <a:ext cx="1290638" cy="6286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29" name="">
            <a:extLst>
              <a:ext uri="{FF2B5EF4-FFF2-40B4-BE49-F238E27FC236}">
                <ns2:creationId id="{174A42BA-D47F-4C47-A798-112C5D2B174F}"/>
              </a:ext>
            </a:extLst>
          </p:cNvPr>
          <p:cNvCxnSpPr>
            <a:stCxn id="116" idx="2"/>
            <a:endCxn id="126" idx="0"/>
          </p:cNvCxnSpPr>
          <p:nvPr/>
        </p:nvCxnSpPr>
        <p:spPr>
          <a:xfrm flipH="1">
            <a:off x="5767388" y="4876800"/>
            <a:ext cx="1233488" cy="6286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130" name="text-645">
            <a:extLst>
              <a:ext uri="{FF2B5EF4-FFF2-40B4-BE49-F238E27FC236}">
                <ns2:creationId id="{161E34AB-2322-4C7B-A21B-5432F76F4C8E}"/>
              </a:ext>
            </a:extLst>
          </p:cNvPr>
          <p:cNvSpPr>
            <a:spLocks noGrp="1"/>
          </p:cNvSpPr>
          <p:nvPr/>
        </p:nvSpPr>
        <p:spPr>
          <a:xfrm>
            <a:off x="8705850" y="140017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131" name="Chart">
            <a:extLst>
              <a:ext uri="{FF2B5EF4-FFF2-40B4-BE49-F238E27FC236}">
                <ns2:creationId id="{6F56A08E-521C-403C-8B9F-CA029BAE16FF}"/>
              </a:ext>
            </a:extLst>
          </p:cNvPr>
          <p:cNvGraphicFramePr/>
          <p:nvPr/>
        </p:nvGraphicFramePr>
        <p:xfrm>
          <a:off x="8639175" y="1752600"/>
          <a:ext cx="3219450" cy="2295525"/>
        </p:xfrm>
        <a:graphic>
          <a:graphicData uri="http://schemas.openxmlformats.org/drawingml/2006/chart">
            <c:chart r:id="Rb01c90e26ef64a2d"/>
          </a:graphicData>
        </a:graphic>
      </p:graphicFrame>
      <p:sp>
        <p:nvSpPr>
          <p:cNvPr id="132" name="text-646">
            <a:extLst>
              <a:ext uri="{FF2B5EF4-FFF2-40B4-BE49-F238E27FC236}">
                <ns2:creationId id="{4F0A6ABF-687A-4B96-BA21-C8F449C34289}"/>
              </a:ext>
            </a:extLst>
          </p:cNvPr>
          <p:cNvSpPr>
            <a:spLocks noGrp="1"/>
          </p:cNvSpPr>
          <p:nvPr/>
        </p:nvSpPr>
        <p:spPr>
          <a:xfrm>
            <a:off x="8639175" y="2088909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133" name="text-647">
            <a:extLst>
              <a:ext uri="{FF2B5EF4-FFF2-40B4-BE49-F238E27FC236}">
                <ns2:creationId id="{A9FD7FB5-BCEF-4B4F-BD2F-EFADD59AEF2E}"/>
              </a:ext>
            </a:extLst>
          </p:cNvPr>
          <p:cNvSpPr>
            <a:spLocks noGrp="1"/>
          </p:cNvSpPr>
          <p:nvPr/>
        </p:nvSpPr>
        <p:spPr>
          <a:xfrm>
            <a:off x="8639175" y="2405691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134" name="text-648">
            <a:extLst>
              <a:ext uri="{FF2B5EF4-FFF2-40B4-BE49-F238E27FC236}">
                <ns2:creationId id="{C7EFB0F2-F63B-4688-A1FD-72DDE1B10537}"/>
              </a:ext>
            </a:extLst>
          </p:cNvPr>
          <p:cNvSpPr>
            <a:spLocks noGrp="1"/>
          </p:cNvSpPr>
          <p:nvPr/>
        </p:nvSpPr>
        <p:spPr>
          <a:xfrm>
            <a:off x="8639175" y="2722474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135" name="text-649">
            <a:extLst>
              <a:ext uri="{FF2B5EF4-FFF2-40B4-BE49-F238E27FC236}">
                <ns2:creationId id="{F4A8FA9C-B5A5-4F75-9176-3B19DE03ECE0}"/>
              </a:ext>
            </a:extLst>
          </p:cNvPr>
          <p:cNvSpPr>
            <a:spLocks noGrp="1"/>
          </p:cNvSpPr>
          <p:nvPr/>
        </p:nvSpPr>
        <p:spPr>
          <a:xfrm>
            <a:off x="8639175" y="3039256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136" name="text-650">
            <a:extLst>
              <a:ext uri="{FF2B5EF4-FFF2-40B4-BE49-F238E27FC236}">
                <ns2:creationId id="{87F88F4D-5D56-46C5-893B-33BF7D8003BA}"/>
              </a:ext>
            </a:extLst>
          </p:cNvPr>
          <p:cNvSpPr>
            <a:spLocks noGrp="1"/>
          </p:cNvSpPr>
          <p:nvPr/>
        </p:nvSpPr>
        <p:spPr>
          <a:xfrm>
            <a:off x="9669399" y="3857625"/>
            <a:ext cx="1609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137" name="text-651">
            <a:extLst>
              <a:ext uri="{FF2B5EF4-FFF2-40B4-BE49-F238E27FC236}">
                <ns2:creationId id="{097BF0D9-A4CE-4971-A594-F633AB7FEDA6}"/>
              </a:ext>
            </a:extLst>
          </p:cNvPr>
          <p:cNvSpPr>
            <a:spLocks noGrp="1"/>
          </p:cNvSpPr>
          <p:nvPr/>
        </p:nvSpPr>
        <p:spPr>
          <a:xfrm>
            <a:off x="8705850" y="416242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  <a:endParaRPr/>
          </a:p>
        </p:txBody>
      </p:sp>
      <p:sp>
        <p:nvSpPr>
          <p:cNvPr id="138" name="icon-check-652">
            <a:extLst>
              <a:ext uri="{FF2B5EF4-FFF2-40B4-BE49-F238E27FC236}">
                <ns2:creationId id="{DB511005-783A-4590-84ED-48DC31A6B5A0}"/>
              </a:ext>
            </a:extLst>
          </p:cNvPr>
          <p:cNvSpPr>
            <a:spLocks noGrp="1"/>
          </p:cNvSpPr>
          <p:nvPr/>
        </p:nvSpPr>
        <p:spPr>
          <a:xfrm>
            <a:off x="8748713" y="4605338"/>
            <a:ext cx="190500" cy="19050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39" name="vector-653">
            <a:extLst>
              <a:ext uri="{FF2B5EF4-FFF2-40B4-BE49-F238E27FC236}">
                <ns2:creationId id="{B7C0770D-EB12-4C22-910F-7EA83BE96391}"/>
              </a:ext>
            </a:extLst>
          </p:cNvPr>
          <p:cNvSpPr>
            <a:spLocks noGrp="1"/>
          </p:cNvSpPr>
          <p:nvPr/>
        </p:nvSpPr>
        <p:spPr>
          <a:xfrm>
            <a:off x="8724900" y="4581525"/>
            <a:ext cx="238125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0" name="vector-654">
            <a:extLst>
              <a:ext uri="{FF2B5EF4-FFF2-40B4-BE49-F238E27FC236}">
                <ns2:creationId id="{A95DE63F-278C-4124-9403-AF4DEAAA7847}"/>
              </a:ext>
            </a:extLst>
          </p:cNvPr>
          <p:cNvSpPr>
            <a:spLocks noGrp="1"/>
          </p:cNvSpPr>
          <p:nvPr/>
        </p:nvSpPr>
        <p:spPr>
          <a:xfrm>
            <a:off x="8724900" y="4581525"/>
            <a:ext cx="238125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1" name="text-655">
            <a:extLst>
              <a:ext uri="{FF2B5EF4-FFF2-40B4-BE49-F238E27FC236}">
                <ns2:creationId id="{79BED791-FDA7-43A4-AEA6-548CAC26DB81}"/>
              </a:ext>
            </a:extLst>
          </p:cNvPr>
          <p:cNvSpPr>
            <a:spLocks noGrp="1"/>
          </p:cNvSpPr>
          <p:nvPr/>
        </p:nvSpPr>
        <p:spPr>
          <a:xfrm>
            <a:off x="9067800" y="4552950"/>
            <a:ext cx="2705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核对来源与尺度一致性</a:t>
            </a:r>
            <a:endParaRPr/>
          </a:p>
        </p:txBody>
      </p:sp>
      <p:sp>
        <p:nvSpPr>
          <p:cNvPr id="142" name="icon-check-656">
            <a:extLst>
              <a:ext uri="{FF2B5EF4-FFF2-40B4-BE49-F238E27FC236}">
                <ns2:creationId id="{AF8FE4D7-B3B8-46DE-8572-4BB7FFBF4AA7}"/>
              </a:ext>
            </a:extLst>
          </p:cNvPr>
          <p:cNvSpPr>
            <a:spLocks noGrp="1"/>
          </p:cNvSpPr>
          <p:nvPr/>
        </p:nvSpPr>
        <p:spPr>
          <a:xfrm>
            <a:off x="8748713" y="5053013"/>
            <a:ext cx="190500" cy="19050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43" name="vector-657">
            <a:extLst>
              <a:ext uri="{FF2B5EF4-FFF2-40B4-BE49-F238E27FC236}">
                <ns2:creationId id="{EE2231E1-24CB-44ED-9352-C5FD69470791}"/>
              </a:ext>
            </a:extLst>
          </p:cNvPr>
          <p:cNvSpPr>
            <a:spLocks noGrp="1"/>
          </p:cNvSpPr>
          <p:nvPr/>
        </p:nvSpPr>
        <p:spPr>
          <a:xfrm>
            <a:off x="8724900" y="5029200"/>
            <a:ext cx="238125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4" name="vector-658">
            <a:extLst>
              <a:ext uri="{FF2B5EF4-FFF2-40B4-BE49-F238E27FC236}">
                <ns2:creationId id="{CB436D63-7E05-4975-9349-79C1926164EA}"/>
              </a:ext>
            </a:extLst>
          </p:cNvPr>
          <p:cNvSpPr>
            <a:spLocks noGrp="1"/>
          </p:cNvSpPr>
          <p:nvPr/>
        </p:nvSpPr>
        <p:spPr>
          <a:xfrm>
            <a:off x="8724900" y="5029200"/>
            <a:ext cx="238125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5" name="text-659">
            <a:extLst>
              <a:ext uri="{FF2B5EF4-FFF2-40B4-BE49-F238E27FC236}">
                <ns2:creationId id="{4C0DCC66-C1FE-4D33-B603-85D43D0E3EFA}"/>
              </a:ext>
            </a:extLst>
          </p:cNvPr>
          <p:cNvSpPr>
            <a:spLocks noGrp="1"/>
          </p:cNvSpPr>
          <p:nvPr/>
        </p:nvSpPr>
        <p:spPr>
          <a:xfrm>
            <a:off x="9067800" y="5000625"/>
            <a:ext cx="2705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比较替代模型和参数设定</a:t>
            </a:r>
            <a:endParaRPr/>
          </a:p>
        </p:txBody>
      </p:sp>
      <p:sp>
        <p:nvSpPr>
          <p:cNvPr id="146" name="icon-check-660">
            <a:extLst>
              <a:ext uri="{FF2B5EF4-FFF2-40B4-BE49-F238E27FC236}">
                <ns2:creationId id="{56727CCB-2D44-4F31-BE92-34B8F2B95629}"/>
              </a:ext>
            </a:extLst>
          </p:cNvPr>
          <p:cNvSpPr>
            <a:spLocks noGrp="1"/>
          </p:cNvSpPr>
          <p:nvPr/>
        </p:nvSpPr>
        <p:spPr>
          <a:xfrm>
            <a:off x="8748713" y="5500688"/>
            <a:ext cx="190500" cy="19050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47" name="vector-661">
            <a:extLst>
              <a:ext uri="{FF2B5EF4-FFF2-40B4-BE49-F238E27FC236}">
                <ns2:creationId id="{40E10BCF-77B1-4956-9040-494120056319}"/>
              </a:ext>
            </a:extLst>
          </p:cNvPr>
          <p:cNvSpPr>
            <a:spLocks noGrp="1"/>
          </p:cNvSpPr>
          <p:nvPr/>
        </p:nvSpPr>
        <p:spPr>
          <a:xfrm>
            <a:off x="8724900" y="5476875"/>
            <a:ext cx="238125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8" name="vector-662">
            <a:extLst>
              <a:ext uri="{FF2B5EF4-FFF2-40B4-BE49-F238E27FC236}">
                <ns2:creationId id="{9A626557-C956-4AE6-9432-11C5B08E9349}"/>
              </a:ext>
            </a:extLst>
          </p:cNvPr>
          <p:cNvSpPr>
            <a:spLocks noGrp="1"/>
          </p:cNvSpPr>
          <p:nvPr/>
        </p:nvSpPr>
        <p:spPr>
          <a:xfrm>
            <a:off x="8724900" y="5476875"/>
            <a:ext cx="238125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9" name="text-663">
            <a:extLst>
              <a:ext uri="{FF2B5EF4-FFF2-40B4-BE49-F238E27FC236}">
                <ns2:creationId id="{E50FB9F9-DC10-475E-BE6D-E0B89F4A2157}"/>
              </a:ext>
            </a:extLst>
          </p:cNvPr>
          <p:cNvSpPr>
            <a:spLocks noGrp="1"/>
          </p:cNvSpPr>
          <p:nvPr/>
        </p:nvSpPr>
        <p:spPr>
          <a:xfrm>
            <a:off x="9067800" y="5448300"/>
            <a:ext cx="2705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明确适用区域与外推边界</a:t>
            </a:r>
            <a:endParaRPr/>
          </a:p>
        </p:txBody>
      </p:sp>
      <p:sp>
        <p:nvSpPr>
          <p:cNvPr id="150" name="shape-664">
            <a:extLst>
              <a:ext uri="{FF2B5EF4-FFF2-40B4-BE49-F238E27FC236}">
                <ns2:creationId id="{DCA815E7-5F75-45A4-9123-EA0DBB440F9D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51" name="text-665">
            <a:extLst>
              <a:ext uri="{FF2B5EF4-FFF2-40B4-BE49-F238E27FC236}">
                <ns2:creationId id="{5FD86928-A117-4D7E-A5C5-5C5FCF068E04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技术路线的核心：每一步处理都能追溯到研究问题</a:t>
            </a:r>
            <a:endParaRPr/>
          </a:p>
        </p:txBody>
      </p:sp>
      <p:sp>
        <p:nvSpPr>
          <p:cNvPr id="152" name="text-666">
            <a:extLst>
              <a:ext uri="{FF2B5EF4-FFF2-40B4-BE49-F238E27FC236}">
                <ns2:creationId id="{A67DC5B8-5E0F-476A-B646-5FA09F515C1F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53" name="text-667">
            <a:extLst>
              <a:ext uri="{FF2B5EF4-FFF2-40B4-BE49-F238E27FC236}">
                <ns2:creationId id="{A35C5E10-5FC7-4840-AEDF-4FD9251CE6E3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/>
          </a:p>
        </p:txBody>
      </p:sp>
    </p:spTree>
    <p:extLst>
      <p:ext uri="{BB962C8B-B14F-4D97-AF65-F5344CB8AC3E}">
        <ns5:creationId val="912345835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text-668">
            <a:extLst>
              <a:ext uri="{FF2B5EF4-FFF2-40B4-BE49-F238E27FC236}">
                <ns2:creationId id="{6F93912D-739A-462A-ACF8-066C2D8DBB5C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竞争解释｜生境面积还是空间隔离？</a:t>
            </a:r>
            <a:endParaRPr/>
          </a:p>
        </p:txBody>
      </p:sp>
      <p:sp>
        <p:nvSpPr>
          <p:cNvPr id="2" name="line-669">
            <a:extLst>
              <a:ext uri="{FF2B5EF4-FFF2-40B4-BE49-F238E27FC236}">
                <ns2:creationId id="{3BB5AD08-8DAA-4000-AA3E-43C8AE5FAF2F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670">
            <a:extLst>
              <a:ext uri="{FF2B5EF4-FFF2-40B4-BE49-F238E27FC236}">
                <ns2:creationId id="{AA886134-F6EC-4850-ACB9-39ABFF6BBC90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91200" cy="380047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671">
            <a:extLst>
              <a:ext uri="{FF2B5EF4-FFF2-40B4-BE49-F238E27FC236}">
                <ns2:creationId id="{BD8F2A86-4D03-48C8-97BA-6B3451E3337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721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text-672">
            <a:extLst>
              <a:ext uri="{FF2B5EF4-FFF2-40B4-BE49-F238E27FC236}">
                <ns2:creationId id="{B91519D1-8011-49D4-BCB5-1FC764D05B23}"/>
              </a:ext>
            </a:extLst>
          </p:cNvPr>
          <p:cNvSpPr>
            <a:spLocks noGrp="1"/>
          </p:cNvSpPr>
          <p:nvPr/>
        </p:nvSpPr>
        <p:spPr>
          <a:xfrm>
            <a:off x="361950" y="9525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假说 A：生境面积效应</a:t>
            </a:r>
            <a:endParaRPr/>
          </a:p>
        </p:txBody>
      </p:sp>
      <p:sp>
        <p:nvSpPr>
          <p:cNvPr id="6" name="text-673">
            <a:extLst>
              <a:ext uri="{FF2B5EF4-FFF2-40B4-BE49-F238E27FC236}">
                <ns2:creationId id="{E4F44F3A-CB21-4047-BA04-614D5AF81C8A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5448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固定隔离程度，比较生境面积变化对应的群落响应。</a:t>
            </a:r>
            <a:endParaRPr/>
          </a:p>
        </p:txBody>
      </p:sp>
      <p:sp>
        <p:nvSpPr>
          <p:cNvPr id="8" name="arrow-674">
            <a:extLst>
              <a:ext uri="{FF2B5EF4-FFF2-40B4-BE49-F238E27FC236}">
                <ns2:creationId id="{77859C15-A61E-470D-A5A1-1427150DA7DC}"/>
              </a:ext>
            </a:extLst>
          </p:cNvPr>
          <p:cNvSpPr>
            <a:spLocks noGrp="1"/>
          </p:cNvSpPr>
          <p:nvPr/>
        </p:nvSpPr>
        <p:spPr>
          <a:xfrm>
            <a:off x="2600325" y="2524125"/>
            <a:ext cx="742950" cy="2095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41" name="l9-state-card-10-41"/>
          <p:cNvSpPr/>
          <p:nvPr/>
        </p:nvSpPr>
        <p:spPr>
          <a:xfrm>
            <a:off x="438150" y="2114550"/>
            <a:ext cx="2076450" cy="1200150"/>
          </a:xfrm>
          <a:prstGeom prst="rect">
            <a:avLst/>
          </a:prstGeom>
          <a:solidFill>
            <a:srgbClr val="EEF3F8"/>
          </a:solidFill>
          <a:ln w="12382" cap="rnd">
            <a:solidFill>
              <a:srgbClr val="718EAA"/>
            </a:solidFill>
          </a:ln>
        </p:spPr>
      </p:sp>
      <p:sp>
        <p:nvSpPr>
          <p:cNvPr id="42" name="l9-state-bar-10-42"/>
          <p:cNvSpPr/>
          <p:nvPr/>
        </p:nvSpPr>
        <p:spPr>
          <a:xfrm>
            <a:off x="438150" y="2114550"/>
            <a:ext cx="2076450" cy="57150"/>
          </a:xfrm>
          <a:prstGeom prst="rect">
            <a:avLst/>
          </a:prstGeom>
          <a:solidFill>
            <a:srgbClr val="718EAA"/>
          </a:solidFill>
        </p:spPr>
      </p:sp>
      <p:sp>
        <p:nvSpPr>
          <p:cNvPr id="10" name="text-675">
            <a:extLst>
              <a:ext uri="{FF2B5EF4-FFF2-40B4-BE49-F238E27FC236}">
                <ns2:creationId id="{7EFEFEB6-15BB-4123-912B-9BB765A1B1D7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809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大面积生境</a:t>
            </a:r>
            <a:endParaRPr/>
          </a:p>
        </p:txBody>
      </p:sp>
      <p:sp>
        <p:nvSpPr>
          <p:cNvPr id="43" name="l9-state-card-11-43"/>
          <p:cNvSpPr/>
          <p:nvPr/>
        </p:nvSpPr>
        <p:spPr>
          <a:xfrm>
            <a:off x="3409950" y="2114550"/>
            <a:ext cx="2343150" cy="1200150"/>
          </a:xfrm>
          <a:prstGeom prst="rect">
            <a:avLst/>
          </a:prstGeom>
          <a:solidFill>
            <a:srgbClr val="FFFFFF"/>
          </a:solidFill>
          <a:ln w="12382" cap="rnd">
            <a:solidFill>
              <a:srgbClr val="173D67"/>
            </a:solidFill>
          </a:ln>
        </p:spPr>
      </p:sp>
      <p:sp>
        <p:nvSpPr>
          <p:cNvPr id="44" name="l9-state-bar-11-44"/>
          <p:cNvSpPr/>
          <p:nvPr/>
        </p:nvSpPr>
        <p:spPr>
          <a:xfrm>
            <a:off x="3409950" y="2114550"/>
            <a:ext cx="2343150" cy="5715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11" name="text-676">
            <a:extLst>
              <a:ext uri="{FF2B5EF4-FFF2-40B4-BE49-F238E27FC236}">
                <ns2:creationId id="{5859349E-6FE1-4E8C-9CE8-1F34F50C4D25}"/>
              </a:ext>
            </a:extLst>
          </p:cNvPr>
          <p:cNvSpPr>
            <a:spLocks noGrp="1"/>
          </p:cNvSpPr>
          <p:nvPr/>
        </p:nvSpPr>
        <p:spPr>
          <a:xfrm>
            <a:off x="3543300" y="2286000"/>
            <a:ext cx="2076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小面积生境</a:t>
            </a:r>
            <a:endParaRPr/>
          </a:p>
        </p:txBody>
      </p:sp>
      <p:sp>
        <p:nvSpPr>
          <p:cNvPr id="12" name="text-677">
            <a:extLst>
              <a:ext uri="{FF2B5EF4-FFF2-40B4-BE49-F238E27FC236}">
                <ns2:creationId id="{C84A4020-E5EC-4CAC-BDA1-B76E7E0DE001}"/>
              </a:ext>
            </a:extLst>
          </p:cNvPr>
          <p:cNvSpPr>
            <a:spLocks noGrp="1"/>
          </p:cNvSpPr>
          <p:nvPr/>
        </p:nvSpPr>
        <p:spPr>
          <a:xfrm>
            <a:off x="476250" y="4124325"/>
            <a:ext cx="529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预测：丰富度随面积改变</a:t>
            </a:r>
            <a:endParaRPr/>
          </a:p>
        </p:txBody>
      </p:sp>
      <p:sp>
        <p:nvSpPr>
          <p:cNvPr id="13" name="panel-678">
            <a:extLst>
              <a:ext uri="{FF2B5EF4-FFF2-40B4-BE49-F238E27FC236}">
                <ns2:creationId id="{56510612-5B04-434A-8369-D58C3F6E0C36}"/>
              </a:ext>
            </a:extLst>
          </p:cNvPr>
          <p:cNvSpPr>
            <a:spLocks noGrp="1"/>
          </p:cNvSpPr>
          <p:nvPr/>
        </p:nvSpPr>
        <p:spPr>
          <a:xfrm>
            <a:off x="6172200" y="885825"/>
            <a:ext cx="5791200" cy="380047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4" name="shape-679">
            <a:extLst>
              <a:ext uri="{FF2B5EF4-FFF2-40B4-BE49-F238E27FC236}">
                <ns2:creationId id="{6624AB24-92A6-4EAF-8312-68B81E0B7A03}"/>
              </a:ext>
            </a:extLst>
          </p:cNvPr>
          <p:cNvSpPr>
            <a:spLocks noGrp="1"/>
          </p:cNvSpPr>
          <p:nvPr/>
        </p:nvSpPr>
        <p:spPr>
          <a:xfrm>
            <a:off x="6181725" y="895350"/>
            <a:ext cx="57721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5" name="text-680">
            <a:extLst>
              <a:ext uri="{FF2B5EF4-FFF2-40B4-BE49-F238E27FC236}">
                <ns2:creationId id="{7F5B0496-78B1-45A3-A4B8-C514E6B196D3}"/>
              </a:ext>
            </a:extLst>
          </p:cNvPr>
          <p:cNvSpPr>
            <a:spLocks noGrp="1"/>
          </p:cNvSpPr>
          <p:nvPr/>
        </p:nvSpPr>
        <p:spPr>
          <a:xfrm>
            <a:off x="6305550" y="9525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假说 B：空间隔离效应</a:t>
            </a:r>
            <a:endParaRPr/>
          </a:p>
        </p:txBody>
      </p:sp>
      <p:sp>
        <p:nvSpPr>
          <p:cNvPr id="16" name="text-681">
            <a:extLst>
              <a:ext uri="{FF2B5EF4-FFF2-40B4-BE49-F238E27FC236}">
                <ns2:creationId id="{E7C987B3-ED09-4CE4-9C8C-98BEAACAA899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5448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固定生境总面积，比较斑块分离后的扩散与组成变化。</a:t>
            </a:r>
            <a:endParaRPr/>
          </a:p>
        </p:txBody>
      </p:sp>
      <p:sp>
        <p:nvSpPr>
          <p:cNvPr id="18" name="arrow-682">
            <a:extLst>
              <a:ext uri="{FF2B5EF4-FFF2-40B4-BE49-F238E27FC236}">
                <ns2:creationId id="{1059A1F6-6B48-480C-957D-B2D4FE4E85F8}"/>
              </a:ext>
            </a:extLst>
          </p:cNvPr>
          <p:cNvSpPr>
            <a:spLocks noGrp="1"/>
          </p:cNvSpPr>
          <p:nvPr/>
        </p:nvSpPr>
        <p:spPr>
          <a:xfrm>
            <a:off x="8543925" y="2524125"/>
            <a:ext cx="742950" cy="2095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45" name="l9-state-card-23-45"/>
          <p:cNvSpPr/>
          <p:nvPr/>
        </p:nvSpPr>
        <p:spPr>
          <a:xfrm>
            <a:off x="6381750" y="2114550"/>
            <a:ext cx="2076450" cy="1200150"/>
          </a:xfrm>
          <a:prstGeom prst="rect">
            <a:avLst/>
          </a:prstGeom>
          <a:solidFill>
            <a:srgbClr val="EEF3F8"/>
          </a:solidFill>
          <a:ln w="12382" cap="rnd">
            <a:solidFill>
              <a:srgbClr val="718EAA"/>
            </a:solidFill>
          </a:ln>
        </p:spPr>
      </p:sp>
      <p:sp>
        <p:nvSpPr>
          <p:cNvPr id="46" name="l9-state-bar-23-46"/>
          <p:cNvSpPr/>
          <p:nvPr/>
        </p:nvSpPr>
        <p:spPr>
          <a:xfrm>
            <a:off x="6381750" y="2114550"/>
            <a:ext cx="2076450" cy="57150"/>
          </a:xfrm>
          <a:prstGeom prst="rect">
            <a:avLst/>
          </a:prstGeom>
          <a:solidFill>
            <a:srgbClr val="718EAA"/>
          </a:solidFill>
        </p:spPr>
      </p:sp>
      <p:sp>
        <p:nvSpPr>
          <p:cNvPr id="23" name="text-683">
            <a:extLst>
              <a:ext uri="{FF2B5EF4-FFF2-40B4-BE49-F238E27FC236}">
                <ns2:creationId id="{94811222-9D7B-4EC3-8179-209B7B2B8C15}"/>
              </a:ext>
            </a:extLst>
          </p:cNvPr>
          <p:cNvSpPr>
            <a:spLocks noGrp="1"/>
          </p:cNvSpPr>
          <p:nvPr/>
        </p:nvSpPr>
        <p:spPr>
          <a:xfrm>
            <a:off x="6515100" y="2286000"/>
            <a:ext cx="1809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连续生境</a:t>
            </a:r>
            <a:endParaRPr/>
          </a:p>
        </p:txBody>
      </p:sp>
      <p:sp>
        <p:nvSpPr>
          <p:cNvPr id="47" name="l9-state-card-24-47"/>
          <p:cNvSpPr/>
          <p:nvPr/>
        </p:nvSpPr>
        <p:spPr>
          <a:xfrm>
            <a:off x="9353550" y="2114550"/>
            <a:ext cx="2343150" cy="1200150"/>
          </a:xfrm>
          <a:prstGeom prst="rect">
            <a:avLst/>
          </a:prstGeom>
          <a:solidFill>
            <a:srgbClr val="FFFFFF"/>
          </a:solidFill>
          <a:ln w="12382" cap="rnd">
            <a:solidFill>
              <a:srgbClr val="173D67"/>
            </a:solidFill>
          </a:ln>
        </p:spPr>
      </p:sp>
      <p:sp>
        <p:nvSpPr>
          <p:cNvPr id="48" name="l9-state-bar-24-48"/>
          <p:cNvSpPr/>
          <p:nvPr/>
        </p:nvSpPr>
        <p:spPr>
          <a:xfrm>
            <a:off x="9353550" y="2114550"/>
            <a:ext cx="2343150" cy="5715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24" name="text-684">
            <a:extLst>
              <a:ext uri="{FF2B5EF4-FFF2-40B4-BE49-F238E27FC236}">
                <ns2:creationId id="{265C44F1-3D80-4722-B07C-036D3FBDEB23}"/>
              </a:ext>
            </a:extLst>
          </p:cNvPr>
          <p:cNvSpPr>
            <a:spLocks noGrp="1"/>
          </p:cNvSpPr>
          <p:nvPr/>
        </p:nvSpPr>
        <p:spPr>
          <a:xfrm>
            <a:off x="9486900" y="2286000"/>
            <a:ext cx="2076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隔离的生境斑块</a:t>
            </a:r>
            <a:endParaRPr/>
          </a:p>
        </p:txBody>
      </p:sp>
      <p:sp>
        <p:nvSpPr>
          <p:cNvPr id="25" name="text-685">
            <a:extLst>
              <a:ext uri="{FF2B5EF4-FFF2-40B4-BE49-F238E27FC236}">
                <ns2:creationId id="{225BCAD0-173D-4604-9379-25C18AE47927}"/>
              </a:ext>
            </a:extLst>
          </p:cNvPr>
          <p:cNvSpPr>
            <a:spLocks noGrp="1"/>
          </p:cNvSpPr>
          <p:nvPr/>
        </p:nvSpPr>
        <p:spPr>
          <a:xfrm>
            <a:off x="6419850" y="4124325"/>
            <a:ext cx="529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预测：组成随隔离改变</a:t>
            </a:r>
            <a:endParaRPr/>
          </a:p>
        </p:txBody>
      </p:sp>
      <p:graphicFrame>
        <p:nvGraphicFramePr>
          <p:cNvPr id="26" name="">
            <a:extLst>
              <a:ext uri="{FF2B5EF4-FFF2-40B4-BE49-F238E27FC236}">
                <ns2:creationId id="{BCEDAE83-2AE0-4735-991E-9FE9881224A0}"/>
              </a:ext>
            </a:extLst>
          </p:cNvPr>
          <p:cNvGraphicFramePr/>
          <p:nvPr/>
        </p:nvGraphicFramePr>
        <p:xfrm>
          <a:off x="228600" y="4857750"/>
          <a:ext cx="11734800" cy="1314450"/>
        </p:xfrm>
        <a:graphic>
          <a:graphicData uri="http://schemas.openxmlformats.org/drawingml/2006/table">
            <a:tbl>
              <a:tblPr/>
              <a:tblGrid>
                <a:gridCol w="2683743"/>
                <a:gridCol w="4788640"/>
                <a:gridCol w="4262417"/>
              </a:tblGrid>
              <a:tr h="328612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检验维度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面积效应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隔离效应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</a:tr>
              <a:tr h="328612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控制条件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固定隔离程度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固定总面积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关键预测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丰富度随面积变化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组成随隔离变化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328612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需要证据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面积梯度比较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连通性梯度比较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-686">
            <a:extLst>
              <a:ext uri="{FF2B5EF4-FFF2-40B4-BE49-F238E27FC236}">
                <ns2:creationId id="{75878179-AAB9-4BEF-8E3A-3D09CDED29E5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8" name="text-687">
            <a:extLst>
              <a:ext uri="{FF2B5EF4-FFF2-40B4-BE49-F238E27FC236}">
                <ns2:creationId id="{6935C6BE-D530-4ACD-BA13-5F4F88E35FB0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两种机制可能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共同作用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；需通过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对照设计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区分</a:t>
            </a:r>
            <a:endParaRPr/>
          </a:p>
        </p:txBody>
      </p:sp>
      <p:sp>
        <p:nvSpPr>
          <p:cNvPr id="29" name="text-688">
            <a:extLst>
              <a:ext uri="{FF2B5EF4-FFF2-40B4-BE49-F238E27FC236}">
                <ns2:creationId id="{49AE60B5-9E5B-41BB-8A43-B977E62D79F4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30" name="text-689">
            <a:extLst>
              <a:ext uri="{FF2B5EF4-FFF2-40B4-BE49-F238E27FC236}">
                <ns2:creationId id="{7D830F3E-B6BE-4B97-914E-D424F1258932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/>
          </a:p>
        </p:txBody>
      </p:sp>
    </p:spTree>
    <p:extLst>
      <p:ext uri="{BB962C8B-B14F-4D97-AF65-F5344CB8AC3E}">
        <ns3:creationId val="161307495"/>
      </p:ext>
    </p:extLst>
  </p:cSld>
</p:sld>
</file>

<file path=ppt/slides/slide10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2" name="text-690">
            <a:extLst>
              <a:ext uri="{FF2B5EF4-FFF2-40B4-BE49-F238E27FC236}">
                <ns2:creationId id="{BE046215-C713-4A03-9CC0-8E509B4C6E6F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机制模型｜连接景观、群落与生态过程</a:t>
            </a:r>
            <a:endParaRPr/>
          </a:p>
        </p:txBody>
      </p:sp>
      <p:sp>
        <p:nvSpPr>
          <p:cNvPr id="2" name="line-691">
            <a:extLst>
              <a:ext uri="{FF2B5EF4-FFF2-40B4-BE49-F238E27FC236}">
                <ns2:creationId id="{4BA091DF-567E-4DEC-9FEC-7150963C6FA6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692">
            <a:extLst>
              <a:ext uri="{FF2B5EF4-FFF2-40B4-BE49-F238E27FC236}">
                <ns2:creationId id="{2A49F383-73C5-49BC-AB7D-5698EBF526B9}"/>
              </a:ext>
            </a:extLst>
          </p:cNvPr>
          <p:cNvSpPr>
            <a:spLocks noGrp="1"/>
          </p:cNvSpPr>
          <p:nvPr/>
        </p:nvSpPr>
        <p:spPr>
          <a:xfrm>
            <a:off x="228600" y="895350"/>
            <a:ext cx="2619375" cy="35242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" name="text-693">
            <a:extLst>
              <a:ext uri="{FF2B5EF4-FFF2-40B4-BE49-F238E27FC236}">
                <ns2:creationId id="{885E4859-9896-452A-B972-38C9249FD8AC}"/>
              </a:ext>
            </a:extLst>
          </p:cNvPr>
          <p:cNvSpPr>
            <a:spLocks noGrp="1"/>
          </p:cNvSpPr>
          <p:nvPr/>
        </p:nvSpPr>
        <p:spPr>
          <a:xfrm>
            <a:off x="342900" y="923925"/>
            <a:ext cx="2390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输入证据</a:t>
            </a:r>
          </a:p>
        </p:txBody>
      </p:sp>
      <p:sp>
        <p:nvSpPr>
          <p:cNvPr id="5" name="shape-694">
            <a:extLst>
              <a:ext uri="{FF2B5EF4-FFF2-40B4-BE49-F238E27FC236}">
                <ns2:creationId id="{B9079D83-932D-4A67-8234-CD1EEA95C74D}"/>
              </a:ext>
            </a:extLst>
          </p:cNvPr>
          <p:cNvSpPr>
            <a:spLocks noGrp="1"/>
          </p:cNvSpPr>
          <p:nvPr/>
        </p:nvSpPr>
        <p:spPr>
          <a:xfrm>
            <a:off x="3019425" y="895350"/>
            <a:ext cx="5391150" cy="35242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" name="text-695">
            <a:extLst>
              <a:ext uri="{FF2B5EF4-FFF2-40B4-BE49-F238E27FC236}">
                <ns2:creationId id="{B089125C-7CDB-478C-88B7-04F2FE95A62E}"/>
              </a:ext>
            </a:extLst>
          </p:cNvPr>
          <p:cNvSpPr>
            <a:spLocks noGrp="1"/>
          </p:cNvSpPr>
          <p:nvPr/>
        </p:nvSpPr>
        <p:spPr>
          <a:xfrm>
            <a:off x="3133725" y="923925"/>
            <a:ext cx="516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机制模型</a:t>
            </a:r>
          </a:p>
        </p:txBody>
      </p:sp>
      <p:sp>
        <p:nvSpPr>
          <p:cNvPr id="7" name="shape-696">
            <a:extLst>
              <a:ext uri="{FF2B5EF4-FFF2-40B4-BE49-F238E27FC236}">
                <ns2:creationId id="{70317811-38FA-45FD-A5DB-B3631A970460}"/>
              </a:ext>
            </a:extLst>
          </p:cNvPr>
          <p:cNvSpPr>
            <a:spLocks noGrp="1"/>
          </p:cNvSpPr>
          <p:nvPr/>
        </p:nvSpPr>
        <p:spPr>
          <a:xfrm>
            <a:off x="8582025" y="895350"/>
            <a:ext cx="3381375" cy="35242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8" name="text-697">
            <a:extLst>
              <a:ext uri="{FF2B5EF4-FFF2-40B4-BE49-F238E27FC236}">
                <ns2:creationId id="{A45ABA9F-8717-4E21-BE6B-D50A4BCD2ED3}"/>
              </a:ext>
            </a:extLst>
          </p:cNvPr>
          <p:cNvSpPr>
            <a:spLocks noGrp="1"/>
          </p:cNvSpPr>
          <p:nvPr/>
        </p:nvSpPr>
        <p:spPr>
          <a:xfrm>
            <a:off x="8696325" y="923925"/>
            <a:ext cx="3152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检验输出</a:t>
            </a:r>
          </a:p>
        </p:txBody>
      </p:sp>
      <p:sp>
        <p:nvSpPr>
          <p:cNvPr id="9" name="shape-698">
            <a:extLst>
              <a:ext uri="{FF2B5EF4-FFF2-40B4-BE49-F238E27FC236}">
                <ns2:creationId id="{A094B222-644A-448C-9EA5-D701B59D0F12}"/>
              </a:ext>
            </a:extLst>
          </p:cNvPr>
          <p:cNvSpPr>
            <a:spLocks noGrp="1"/>
          </p:cNvSpPr>
          <p:nvPr/>
        </p:nvSpPr>
        <p:spPr>
          <a:xfrm>
            <a:off x="228600" y="1409700"/>
            <a:ext cx="2619375" cy="1409700"/>
          </a:xfrm>
          <a:prstGeom prst="roundRect">
            <a:avLst>
              <a:gd name="adj" fmla="val 5405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0" name="vector-699">
            <a:extLst>
              <a:ext uri="{FF2B5EF4-FFF2-40B4-BE49-F238E27FC236}">
                <ns2:creationId id="{91296188-58C2-4ECD-B639-4E09D95225E2}"/>
              </a:ext>
            </a:extLst>
          </p:cNvPr>
          <p:cNvSpPr>
            <a:spLocks noGrp="1"/>
          </p:cNvSpPr>
          <p:nvPr/>
        </p:nvSpPr>
        <p:spPr>
          <a:xfrm>
            <a:off x="371475" y="1543050"/>
            <a:ext cx="438150" cy="4381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11" name="vector-700">
            <a:extLst>
              <a:ext uri="{FF2B5EF4-FFF2-40B4-BE49-F238E27FC236}">
                <ns2:creationId id="{48623E79-69B6-4017-B48C-7B866DAF3EE7}"/>
              </a:ext>
            </a:extLst>
          </p:cNvPr>
          <p:cNvSpPr>
            <a:spLocks noGrp="1"/>
          </p:cNvSpPr>
          <p:nvPr/>
        </p:nvSpPr>
        <p:spPr>
          <a:xfrm>
            <a:off x="371475" y="1543050"/>
            <a:ext cx="438150" cy="4381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12" name="vector-701">
            <a:extLst>
              <a:ext uri="{FF2B5EF4-FFF2-40B4-BE49-F238E27FC236}">
                <ns2:creationId id="{FD249F3C-1E88-4302-94D0-D8DFFED457FD}"/>
              </a:ext>
            </a:extLst>
          </p:cNvPr>
          <p:cNvSpPr>
            <a:spLocks noGrp="1"/>
          </p:cNvSpPr>
          <p:nvPr/>
        </p:nvSpPr>
        <p:spPr>
          <a:xfrm>
            <a:off x="371475" y="1543050"/>
            <a:ext cx="438150" cy="4381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13" name="icon-map-702">
            <a:extLst>
              <a:ext uri="{FF2B5EF4-FFF2-40B4-BE49-F238E27FC236}">
                <ns2:creationId id="{9BE7EA37-E0C8-437F-A78A-E7165388EEE4}"/>
              </a:ext>
            </a:extLst>
          </p:cNvPr>
          <p:cNvSpPr>
            <a:spLocks noGrp="1"/>
          </p:cNvSpPr>
          <p:nvPr/>
        </p:nvSpPr>
        <p:spPr>
          <a:xfrm>
            <a:off x="546735" y="1648206"/>
            <a:ext cx="96393" cy="96393"/>
          </a:xfrm>
          <a:prstGeom prst="ellipse">
            <a:avLst/>
          </a:prstGeom>
          <a:solidFill>
            <a:srgbClr val="173D67"/>
          </a:solidFill>
          <a:ln w="13692">
            <a:solidFill>
              <a:srgbClr val="173D67"/>
            </a:solidFill>
            <a:prstDash val="solid"/>
          </a:ln>
        </p:spPr>
      </p:sp>
      <p:sp>
        <p:nvSpPr>
          <p:cNvPr id="14" name="text-703">
            <a:extLst>
              <a:ext uri="{FF2B5EF4-FFF2-40B4-BE49-F238E27FC236}">
                <ns2:creationId id="{58A6077E-B12B-4B9B-95B6-A956C83C02F0}"/>
              </a:ext>
            </a:extLst>
          </p:cNvPr>
          <p:cNvSpPr>
            <a:spLocks noGrp="1"/>
          </p:cNvSpPr>
          <p:nvPr/>
        </p:nvSpPr>
        <p:spPr>
          <a:xfrm>
            <a:off x="952500" y="1533525"/>
            <a:ext cx="1762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景观格局</a:t>
            </a:r>
            <a:endParaRPr/>
          </a:p>
        </p:txBody>
      </p:sp>
      <p:sp>
        <p:nvSpPr>
          <p:cNvPr id="15" name="text-704">
            <a:extLst>
              <a:ext uri="{FF2B5EF4-FFF2-40B4-BE49-F238E27FC236}">
                <ns2:creationId id="{E2260CB7-2444-48EF-B5C5-20D4C832E635}"/>
              </a:ext>
            </a:extLst>
          </p:cNvPr>
          <p:cNvSpPr>
            <a:spLocks noGrp="1"/>
          </p:cNvSpPr>
          <p:nvPr/>
        </p:nvSpPr>
        <p:spPr>
          <a:xfrm>
            <a:off x="381000" y="2009775"/>
            <a:ext cx="2314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斑块大小、形状及其空间配置</a:t>
            </a:r>
            <a:endParaRPr/>
          </a:p>
        </p:txBody>
      </p:sp>
      <p:sp>
        <p:nvSpPr>
          <p:cNvPr id="16" name="shape-705">
            <a:extLst>
              <a:ext uri="{FF2B5EF4-FFF2-40B4-BE49-F238E27FC236}">
                <ns2:creationId id="{0987876A-101F-4882-806E-BBAC33B7358A}"/>
              </a:ext>
            </a:extLst>
          </p:cNvPr>
          <p:cNvSpPr>
            <a:spLocks noGrp="1"/>
          </p:cNvSpPr>
          <p:nvPr/>
        </p:nvSpPr>
        <p:spPr>
          <a:xfrm>
            <a:off x="228600" y="2952750"/>
            <a:ext cx="2619375" cy="1409700"/>
          </a:xfrm>
          <a:prstGeom prst="roundRect">
            <a:avLst>
              <a:gd name="adj" fmla="val 5405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7" name="vector-706">
            <a:extLst>
              <a:ext uri="{FF2B5EF4-FFF2-40B4-BE49-F238E27FC236}">
                <ns2:creationId id="{656139E8-0206-4A84-82E5-BC9880392626}"/>
              </a:ext>
            </a:extLst>
          </p:cNvPr>
          <p:cNvSpPr>
            <a:spLocks noGrp="1"/>
          </p:cNvSpPr>
          <p:nvPr/>
        </p:nvSpPr>
        <p:spPr>
          <a:xfrm>
            <a:off x="371475" y="3243834"/>
            <a:ext cx="43815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8" name="vector-707">
            <a:extLst>
              <a:ext uri="{FF2B5EF4-FFF2-40B4-BE49-F238E27FC236}">
                <ns2:creationId id="{A72B4D98-ADE3-40AF-9E67-C2236BCCCCD0}"/>
              </a:ext>
            </a:extLst>
          </p:cNvPr>
          <p:cNvSpPr>
            <a:spLocks noGrp="1"/>
          </p:cNvSpPr>
          <p:nvPr/>
        </p:nvSpPr>
        <p:spPr>
          <a:xfrm>
            <a:off x="371475" y="3164967"/>
            <a:ext cx="43815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9" name="vector-708">
            <a:extLst>
              <a:ext uri="{FF2B5EF4-FFF2-40B4-BE49-F238E27FC236}">
                <ns2:creationId id="{65CFC610-1479-424C-B365-0F8713CB2705}"/>
              </a:ext>
            </a:extLst>
          </p:cNvPr>
          <p:cNvSpPr>
            <a:spLocks noGrp="1"/>
          </p:cNvSpPr>
          <p:nvPr/>
        </p:nvSpPr>
        <p:spPr>
          <a:xfrm>
            <a:off x="371475" y="3086100"/>
            <a:ext cx="43815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0" name="text-709">
            <a:extLst>
              <a:ext uri="{FF2B5EF4-FFF2-40B4-BE49-F238E27FC236}">
                <ns2:creationId id="{3448EDD6-4972-4598-BA9C-66EE119CFFE4}"/>
              </a:ext>
            </a:extLst>
          </p:cNvPr>
          <p:cNvSpPr>
            <a:spLocks noGrp="1"/>
          </p:cNvSpPr>
          <p:nvPr/>
        </p:nvSpPr>
        <p:spPr>
          <a:xfrm>
            <a:off x="952500" y="3076575"/>
            <a:ext cx="1762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环境梯度</a:t>
            </a:r>
            <a:endParaRPr/>
          </a:p>
        </p:txBody>
      </p:sp>
      <p:sp>
        <p:nvSpPr>
          <p:cNvPr id="21" name="text-710">
            <a:extLst>
              <a:ext uri="{FF2B5EF4-FFF2-40B4-BE49-F238E27FC236}">
                <ns2:creationId id="{031BFAA9-AB8C-4FCC-B46E-CE3C33D59E88}"/>
              </a:ext>
            </a:extLst>
          </p:cNvPr>
          <p:cNvSpPr>
            <a:spLocks noGrp="1"/>
          </p:cNvSpPr>
          <p:nvPr/>
        </p:nvSpPr>
        <p:spPr>
          <a:xfrm>
            <a:off x="381000" y="3552825"/>
            <a:ext cx="2314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温度、地形与人为干扰的变化</a:t>
            </a:r>
            <a:endParaRPr/>
          </a:p>
        </p:txBody>
      </p:sp>
      <p:sp>
        <p:nvSpPr>
          <p:cNvPr id="22" name="shape-711">
            <a:extLst>
              <a:ext uri="{FF2B5EF4-FFF2-40B4-BE49-F238E27FC236}">
                <ns2:creationId id="{009BE411-26E8-4FFE-B29E-A1F32CB32FBB}"/>
              </a:ext>
            </a:extLst>
          </p:cNvPr>
          <p:cNvSpPr>
            <a:spLocks noGrp="1"/>
          </p:cNvSpPr>
          <p:nvPr/>
        </p:nvSpPr>
        <p:spPr>
          <a:xfrm>
            <a:off x="228600" y="4495800"/>
            <a:ext cx="2619375" cy="1409700"/>
          </a:xfrm>
          <a:prstGeom prst="roundRect">
            <a:avLst>
              <a:gd name="adj" fmla="val 5405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3" name="icon-database-712">
            <a:extLst>
              <a:ext uri="{FF2B5EF4-FFF2-40B4-BE49-F238E27FC236}">
                <ns2:creationId id="{514424D3-4B42-434B-80A0-F0F9A91AC65C}"/>
              </a:ext>
            </a:extLst>
          </p:cNvPr>
          <p:cNvSpPr>
            <a:spLocks noGrp="1"/>
          </p:cNvSpPr>
          <p:nvPr/>
        </p:nvSpPr>
        <p:spPr>
          <a:xfrm>
            <a:off x="441579" y="4712399"/>
            <a:ext cx="297942" cy="276035"/>
          </a:xfrm>
          <a:prstGeom prst="can">
            <a:avLst/>
          </a:prstGeom>
          <a:noFill/>
          <a:ln w="13692">
            <a:solidFill>
              <a:srgbClr val="173D67"/>
            </a:solidFill>
            <a:prstDash val="solid"/>
          </a:ln>
        </p:spPr>
      </p:sp>
      <p:sp>
        <p:nvSpPr>
          <p:cNvPr id="24" name="vector-713">
            <a:extLst>
              <a:ext uri="{FF2B5EF4-FFF2-40B4-BE49-F238E27FC236}">
                <ns2:creationId id="{CB512FC4-40F1-4E58-B113-878B586A10CB}"/>
              </a:ext>
            </a:extLst>
          </p:cNvPr>
          <p:cNvSpPr>
            <a:spLocks noGrp="1"/>
          </p:cNvSpPr>
          <p:nvPr/>
        </p:nvSpPr>
        <p:spPr>
          <a:xfrm>
            <a:off x="371475" y="4629150"/>
            <a:ext cx="438150" cy="4381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25" name="vector-714">
            <a:extLst>
              <a:ext uri="{FF2B5EF4-FFF2-40B4-BE49-F238E27FC236}">
                <ns2:creationId id="{ABE74259-230C-4D90-AA6A-C89DFE77B450}"/>
              </a:ext>
            </a:extLst>
          </p:cNvPr>
          <p:cNvSpPr>
            <a:spLocks noGrp="1"/>
          </p:cNvSpPr>
          <p:nvPr/>
        </p:nvSpPr>
        <p:spPr>
          <a:xfrm>
            <a:off x="371475" y="4629150"/>
            <a:ext cx="438150" cy="4381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26" name="text-715">
            <a:extLst>
              <a:ext uri="{FF2B5EF4-FFF2-40B4-BE49-F238E27FC236}">
                <ns2:creationId id="{A1E8712E-9AA7-47B8-ABE2-FB680572D07B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762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群落记录</a:t>
            </a:r>
            <a:endParaRPr/>
          </a:p>
        </p:txBody>
      </p:sp>
      <p:sp>
        <p:nvSpPr>
          <p:cNvPr id="27" name="text-716">
            <a:extLst>
              <a:ext uri="{FF2B5EF4-FFF2-40B4-BE49-F238E27FC236}">
                <ns2:creationId id="{52212A1B-44EA-4385-AB13-4F81B322E6BA}"/>
              </a:ext>
            </a:extLst>
          </p:cNvPr>
          <p:cNvSpPr>
            <a:spLocks noGrp="1"/>
          </p:cNvSpPr>
          <p:nvPr/>
        </p:nvSpPr>
        <p:spPr>
          <a:xfrm>
            <a:off x="381000" y="5095875"/>
            <a:ext cx="2314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物种出现、多度与时间记录</a:t>
            </a:r>
            <a:endParaRPr/>
          </a:p>
        </p:txBody>
      </p:sp>
      <p:sp>
        <p:nvSpPr>
          <p:cNvPr id="28" name="node-717">
            <a:extLst>
              <a:ext uri="{FF2B5EF4-FFF2-40B4-BE49-F238E27FC236}">
                <ns2:creationId id="{E8E825FC-E065-4394-96AD-E2EB7CB2E956}"/>
              </a:ext>
            </a:extLst>
          </p:cNvPr>
          <p:cNvSpPr>
            <a:spLocks noGrp="1"/>
          </p:cNvSpPr>
          <p:nvPr/>
        </p:nvSpPr>
        <p:spPr>
          <a:xfrm>
            <a:off x="3124200" y="149542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29" name="vector-718">
            <a:extLst>
              <a:ext uri="{FF2B5EF4-FFF2-40B4-BE49-F238E27FC236}">
                <ns2:creationId id="{A805F1D1-BCF5-4ABC-A25C-51593F747D89}"/>
              </a:ext>
            </a:extLst>
          </p:cNvPr>
          <p:cNvSpPr>
            <a:spLocks noGrp="1"/>
          </p:cNvSpPr>
          <p:nvPr/>
        </p:nvSpPr>
        <p:spPr>
          <a:xfrm>
            <a:off x="3238500" y="1764030"/>
            <a:ext cx="428625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0" name="vector-719">
            <a:extLst>
              <a:ext uri="{FF2B5EF4-FFF2-40B4-BE49-F238E27FC236}">
                <ns2:creationId id="{33AA6A50-D727-4E4F-B36A-CC04D8E0D0CC}"/>
              </a:ext>
            </a:extLst>
          </p:cNvPr>
          <p:cNvSpPr>
            <a:spLocks noGrp="1"/>
          </p:cNvSpPr>
          <p:nvPr/>
        </p:nvSpPr>
        <p:spPr>
          <a:xfrm>
            <a:off x="3238500" y="1686878"/>
            <a:ext cx="428625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1" name="vector-720">
            <a:extLst>
              <a:ext uri="{FF2B5EF4-FFF2-40B4-BE49-F238E27FC236}">
                <ns2:creationId id="{E6130890-74B5-4293-8546-DBB55C7F517A}"/>
              </a:ext>
            </a:extLst>
          </p:cNvPr>
          <p:cNvSpPr>
            <a:spLocks noGrp="1"/>
          </p:cNvSpPr>
          <p:nvPr/>
        </p:nvSpPr>
        <p:spPr>
          <a:xfrm>
            <a:off x="3238500" y="1609725"/>
            <a:ext cx="428625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2" name="text-721">
            <a:extLst>
              <a:ext uri="{FF2B5EF4-FFF2-40B4-BE49-F238E27FC236}">
                <ns2:creationId id="{7DBA225C-74FB-4870-883B-2B1C3C3BAC20}"/>
              </a:ext>
            </a:extLst>
          </p:cNvPr>
          <p:cNvSpPr>
            <a:spLocks noGrp="1"/>
          </p:cNvSpPr>
          <p:nvPr/>
        </p:nvSpPr>
        <p:spPr>
          <a:xfrm>
            <a:off x="3771900" y="157162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3" name="node-722">
            <a:extLst>
              <a:ext uri="{FF2B5EF4-FFF2-40B4-BE49-F238E27FC236}">
                <ns2:creationId id="{26492E4E-6FDA-4109-BAFD-479FCC0F23AB}"/>
              </a:ext>
            </a:extLst>
          </p:cNvPr>
          <p:cNvSpPr>
            <a:spLocks noGrp="1"/>
          </p:cNvSpPr>
          <p:nvPr/>
        </p:nvSpPr>
        <p:spPr>
          <a:xfrm>
            <a:off x="5924550" y="149542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34" name="vector-723">
            <a:extLst>
              <a:ext uri="{FF2B5EF4-FFF2-40B4-BE49-F238E27FC236}">
                <ns2:creationId id="{6C2D415F-8AE6-477B-A5EE-EE219D144BAA}"/>
              </a:ext>
            </a:extLst>
          </p:cNvPr>
          <p:cNvSpPr>
            <a:spLocks noGrp="1"/>
          </p:cNvSpPr>
          <p:nvPr/>
        </p:nvSpPr>
        <p:spPr>
          <a:xfrm>
            <a:off x="6038850" y="1609725"/>
            <a:ext cx="428625" cy="4286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35" name="vector-724">
            <a:extLst>
              <a:ext uri="{FF2B5EF4-FFF2-40B4-BE49-F238E27FC236}">
                <ns2:creationId id="{2D1DA295-FC77-466A-88FE-ED617D006320}"/>
              </a:ext>
            </a:extLst>
          </p:cNvPr>
          <p:cNvSpPr>
            <a:spLocks noGrp="1"/>
          </p:cNvSpPr>
          <p:nvPr/>
        </p:nvSpPr>
        <p:spPr>
          <a:xfrm>
            <a:off x="6038850" y="1609725"/>
            <a:ext cx="428625" cy="4286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36" name="vector-725">
            <a:extLst>
              <a:ext uri="{FF2B5EF4-FFF2-40B4-BE49-F238E27FC236}">
                <ns2:creationId id="{CA954965-121C-43E7-8919-AC611A16A044}"/>
              </a:ext>
            </a:extLst>
          </p:cNvPr>
          <p:cNvSpPr>
            <a:spLocks noGrp="1"/>
          </p:cNvSpPr>
          <p:nvPr/>
        </p:nvSpPr>
        <p:spPr>
          <a:xfrm>
            <a:off x="6038850" y="1609725"/>
            <a:ext cx="428625" cy="4286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37" name="icon-map-726">
            <a:extLst>
              <a:ext uri="{FF2B5EF4-FFF2-40B4-BE49-F238E27FC236}">
                <ns2:creationId id="{D8A79725-A3B7-48DA-A9EA-5D779AF261E3}"/>
              </a:ext>
            </a:extLst>
          </p:cNvPr>
          <p:cNvSpPr>
            <a:spLocks noGrp="1"/>
          </p:cNvSpPr>
          <p:nvPr/>
        </p:nvSpPr>
        <p:spPr>
          <a:xfrm>
            <a:off x="6210300" y="1712595"/>
            <a:ext cx="94298" cy="94298"/>
          </a:xfrm>
          <a:prstGeom prst="ellipse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38" name="text-727">
            <a:extLst>
              <a:ext uri="{FF2B5EF4-FFF2-40B4-BE49-F238E27FC236}">
                <ns2:creationId id="{20E4F937-F78F-4738-9613-3824160B7B89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空间隔离</a:t>
            </a:r>
            <a:endParaRPr/>
          </a:p>
        </p:txBody>
      </p:sp>
      <p:sp>
        <p:nvSpPr>
          <p:cNvPr id="39" name="node-728">
            <a:extLst>
              <a:ext uri="{FF2B5EF4-FFF2-40B4-BE49-F238E27FC236}">
                <ns2:creationId id="{29DCB5FC-EFAC-4F05-A332-B053AF4EB151}"/>
              </a:ext>
            </a:extLst>
          </p:cNvPr>
          <p:cNvSpPr>
            <a:spLocks noGrp="1"/>
          </p:cNvSpPr>
          <p:nvPr/>
        </p:nvSpPr>
        <p:spPr>
          <a:xfrm>
            <a:off x="3124200" y="3219450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40" name="vector-729">
            <a:extLst>
              <a:ext uri="{FF2B5EF4-FFF2-40B4-BE49-F238E27FC236}">
                <ns2:creationId id="{F1A6EB70-7942-4830-9800-3A52A881B1D0}"/>
              </a:ext>
            </a:extLst>
          </p:cNvPr>
          <p:cNvSpPr>
            <a:spLocks noGrp="1"/>
          </p:cNvSpPr>
          <p:nvPr/>
        </p:nvSpPr>
        <p:spPr>
          <a:xfrm>
            <a:off x="3238500" y="3333750"/>
            <a:ext cx="428625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1" name="icon-leaf-730">
            <a:extLst>
              <a:ext uri="{FF2B5EF4-FFF2-40B4-BE49-F238E27FC236}">
                <ns2:creationId id="{DD6AF184-3784-4D60-A55D-3EFBC9E88225}"/>
              </a:ext>
            </a:extLst>
          </p:cNvPr>
          <p:cNvSpPr>
            <a:spLocks noGrp="1"/>
          </p:cNvSpPr>
          <p:nvPr/>
        </p:nvSpPr>
        <p:spPr>
          <a:xfrm>
            <a:off x="3337084" y="3368040"/>
            <a:ext cx="115729" cy="192881"/>
          </a:xfrm>
          <a:prstGeom prst="ellipse">
            <a:avLst/>
          </a:prstGeom>
          <a:solidFill>
            <a:srgbClr val="68819C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42" name="icon-leaf-731">
            <a:extLst>
              <a:ext uri="{FF2B5EF4-FFF2-40B4-BE49-F238E27FC236}">
                <ns2:creationId id="{F57F2A84-4967-4F12-A0FF-D306F07F18D9}"/>
              </a:ext>
            </a:extLst>
          </p:cNvPr>
          <p:cNvSpPr>
            <a:spLocks noGrp="1"/>
          </p:cNvSpPr>
          <p:nvPr/>
        </p:nvSpPr>
        <p:spPr>
          <a:xfrm>
            <a:off x="3457099" y="3462338"/>
            <a:ext cx="128588" cy="192881"/>
          </a:xfrm>
          <a:prstGeom prst="ellipse">
            <a:avLst/>
          </a:prstGeom>
          <a:solidFill>
            <a:srgbClr val="9EAEB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43" name="vector-732">
            <a:extLst>
              <a:ext uri="{FF2B5EF4-FFF2-40B4-BE49-F238E27FC236}">
                <ns2:creationId id="{6A9B13B7-9175-46BE-8BB7-6EA990DF9469}"/>
              </a:ext>
            </a:extLst>
          </p:cNvPr>
          <p:cNvSpPr>
            <a:spLocks noGrp="1"/>
          </p:cNvSpPr>
          <p:nvPr/>
        </p:nvSpPr>
        <p:spPr>
          <a:xfrm>
            <a:off x="3238500" y="3333750"/>
            <a:ext cx="428625" cy="42862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4" name="vector-733">
            <a:extLst>
              <a:ext uri="{FF2B5EF4-FFF2-40B4-BE49-F238E27FC236}">
                <ns2:creationId id="{0FA325D6-60D0-4932-9711-5E04F94A0BDF}"/>
              </a:ext>
            </a:extLst>
          </p:cNvPr>
          <p:cNvSpPr>
            <a:spLocks noGrp="1"/>
          </p:cNvSpPr>
          <p:nvPr/>
        </p:nvSpPr>
        <p:spPr>
          <a:xfrm>
            <a:off x="3238500" y="3333750"/>
            <a:ext cx="428625" cy="42862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5" name="text-734">
            <a:extLst>
              <a:ext uri="{FF2B5EF4-FFF2-40B4-BE49-F238E27FC236}">
                <ns2:creationId id="{CB4AADD4-8D57-42C7-8CB2-CE085A57EF76}"/>
              </a:ext>
            </a:extLst>
          </p:cNvPr>
          <p:cNvSpPr>
            <a:spLocks noGrp="1"/>
          </p:cNvSpPr>
          <p:nvPr/>
        </p:nvSpPr>
        <p:spPr>
          <a:xfrm>
            <a:off x="3771900" y="3295650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资源供给</a:t>
            </a:r>
            <a:endParaRPr/>
          </a:p>
        </p:txBody>
      </p:sp>
      <p:sp>
        <p:nvSpPr>
          <p:cNvPr id="46" name="node-735">
            <a:extLst>
              <a:ext uri="{FF2B5EF4-FFF2-40B4-BE49-F238E27FC236}">
                <ns2:creationId id="{35DFD995-F435-489A-81F0-BDB8BB047883}"/>
              </a:ext>
            </a:extLst>
          </p:cNvPr>
          <p:cNvSpPr>
            <a:spLocks noGrp="1"/>
          </p:cNvSpPr>
          <p:nvPr/>
        </p:nvSpPr>
        <p:spPr>
          <a:xfrm>
            <a:off x="5924550" y="3219450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47" name="vector-736">
            <a:extLst>
              <a:ext uri="{FF2B5EF4-FFF2-40B4-BE49-F238E27FC236}">
                <ns2:creationId id="{3B554001-EC8F-4F04-B94D-56553CD3DA10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8" name="vector-737">
            <a:extLst>
              <a:ext uri="{FF2B5EF4-FFF2-40B4-BE49-F238E27FC236}">
                <ns2:creationId id="{E6CBF9F1-D9E0-4D22-989A-1650BDC1E1D0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9" name="vector-738">
            <a:extLst>
              <a:ext uri="{FF2B5EF4-FFF2-40B4-BE49-F238E27FC236}">
                <ns2:creationId id="{F8592629-59DA-4B4D-8D23-0412D29976AE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0" name="vector-739">
            <a:extLst>
              <a:ext uri="{FF2B5EF4-FFF2-40B4-BE49-F238E27FC236}">
                <ns2:creationId id="{7CDD550F-F064-446A-BBAD-77AB4CBCE345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1" name="vector-740">
            <a:extLst>
              <a:ext uri="{FF2B5EF4-FFF2-40B4-BE49-F238E27FC236}">
                <ns2:creationId id="{51C6A9C1-2B46-4A47-9016-9251B9AD01CD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2" name="vector-741">
            <a:extLst>
              <a:ext uri="{FF2B5EF4-FFF2-40B4-BE49-F238E27FC236}">
                <ns2:creationId id="{49866C12-E3C4-4C61-95F9-5B25961A76F6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3" name="vector-742">
            <a:extLst>
              <a:ext uri="{FF2B5EF4-FFF2-40B4-BE49-F238E27FC236}">
                <ns2:creationId id="{9C57ADF1-83E0-4D55-AD95-7CFA4EDB025C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4" name="icon-network-743">
            <a:extLst>
              <a:ext uri="{FF2B5EF4-FFF2-40B4-BE49-F238E27FC236}">
                <ns2:creationId id="{36CF8364-FAAA-47D0-9824-5134C80C17A1}"/>
              </a:ext>
            </a:extLst>
          </p:cNvPr>
          <p:cNvSpPr>
            <a:spLocks noGrp="1"/>
          </p:cNvSpPr>
          <p:nvPr/>
        </p:nvSpPr>
        <p:spPr>
          <a:xfrm>
            <a:off x="6064568" y="3462338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5" name="icon-network-744">
            <a:extLst>
              <a:ext uri="{FF2B5EF4-FFF2-40B4-BE49-F238E27FC236}">
                <ns2:creationId id="{60D9B44C-44C6-4236-BF50-92AE0C1A71B8}"/>
              </a:ext>
            </a:extLst>
          </p:cNvPr>
          <p:cNvSpPr>
            <a:spLocks noGrp="1"/>
          </p:cNvSpPr>
          <p:nvPr/>
        </p:nvSpPr>
        <p:spPr>
          <a:xfrm>
            <a:off x="6201728" y="3355181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6" name="icon-network-745">
            <a:extLst>
              <a:ext uri="{FF2B5EF4-FFF2-40B4-BE49-F238E27FC236}">
                <ns2:creationId id="{5CA28338-B566-4D1A-8BAA-1BAD04B740B8}"/>
              </a:ext>
            </a:extLst>
          </p:cNvPr>
          <p:cNvSpPr>
            <a:spLocks noGrp="1"/>
          </p:cNvSpPr>
          <p:nvPr/>
        </p:nvSpPr>
        <p:spPr>
          <a:xfrm>
            <a:off x="6368891" y="3432334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7" name="icon-network-746">
            <a:extLst>
              <a:ext uri="{FF2B5EF4-FFF2-40B4-BE49-F238E27FC236}">
                <ns2:creationId id="{0B4A6D73-D4A1-4FE0-82A7-3335211A3E3B}"/>
              </a:ext>
            </a:extLst>
          </p:cNvPr>
          <p:cNvSpPr>
            <a:spLocks noGrp="1"/>
          </p:cNvSpPr>
          <p:nvPr/>
        </p:nvSpPr>
        <p:spPr>
          <a:xfrm>
            <a:off x="6304598" y="3659505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8" name="icon-network-747">
            <a:extLst>
              <a:ext uri="{FF2B5EF4-FFF2-40B4-BE49-F238E27FC236}">
                <ns2:creationId id="{43BEC919-430B-499C-B336-6D10B955A3DB}"/>
              </a:ext>
            </a:extLst>
          </p:cNvPr>
          <p:cNvSpPr>
            <a:spLocks noGrp="1"/>
          </p:cNvSpPr>
          <p:nvPr/>
        </p:nvSpPr>
        <p:spPr>
          <a:xfrm>
            <a:off x="6111716" y="3655219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9" name="text-748">
            <a:extLst>
              <a:ext uri="{FF2B5EF4-FFF2-40B4-BE49-F238E27FC236}">
                <ns2:creationId id="{11672E43-002C-46F8-ADDA-29C6AAFD8D63}"/>
              </a:ext>
            </a:extLst>
          </p:cNvPr>
          <p:cNvSpPr>
            <a:spLocks noGrp="1"/>
          </p:cNvSpPr>
          <p:nvPr/>
        </p:nvSpPr>
        <p:spPr>
          <a:xfrm>
            <a:off x="6572250" y="3295650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扩散过程</a:t>
            </a:r>
            <a:endParaRPr/>
          </a:p>
        </p:txBody>
      </p:sp>
      <p:sp>
        <p:nvSpPr>
          <p:cNvPr id="60" name="node-749">
            <a:extLst>
              <a:ext uri="{FF2B5EF4-FFF2-40B4-BE49-F238E27FC236}">
                <ns2:creationId id="{0B8A1AFA-6F60-42A6-B557-BAAE994A9A1D}"/>
              </a:ext>
            </a:extLst>
          </p:cNvPr>
          <p:cNvSpPr>
            <a:spLocks noGrp="1"/>
          </p:cNvSpPr>
          <p:nvPr/>
        </p:nvSpPr>
        <p:spPr>
          <a:xfrm>
            <a:off x="3124200" y="494347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61" name="vector-750">
            <a:extLst>
              <a:ext uri="{FF2B5EF4-FFF2-40B4-BE49-F238E27FC236}">
                <ns2:creationId id="{E8E10E82-9215-409D-98CF-81F2F86B4E4E}"/>
              </a:ext>
            </a:extLst>
          </p:cNvPr>
          <p:cNvSpPr>
            <a:spLocks noGrp="1"/>
          </p:cNvSpPr>
          <p:nvPr/>
        </p:nvSpPr>
        <p:spPr>
          <a:xfrm>
            <a:off x="3238500" y="5057775"/>
            <a:ext cx="428625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2" name="icon-tree-751">
            <a:extLst>
              <a:ext uri="{FF2B5EF4-FFF2-40B4-BE49-F238E27FC236}">
                <ns2:creationId id="{AEC9296B-D08A-441E-A201-82283406A4D5}"/>
              </a:ext>
            </a:extLst>
          </p:cNvPr>
          <p:cNvSpPr>
            <a:spLocks noGrp="1"/>
          </p:cNvSpPr>
          <p:nvPr/>
        </p:nvSpPr>
        <p:spPr>
          <a:xfrm>
            <a:off x="3307080" y="5079206"/>
            <a:ext cx="295751" cy="265748"/>
          </a:xfrm>
          <a:prstGeom prst="cloud">
            <a:avLst/>
          </a:prstGeom>
          <a:solidFill>
            <a:srgbClr val="748BA4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3" name="text-752">
            <a:extLst>
              <a:ext uri="{FF2B5EF4-FFF2-40B4-BE49-F238E27FC236}">
                <ns2:creationId id="{4319795D-B07C-4973-BD78-308E1DD45782}"/>
              </a:ext>
            </a:extLst>
          </p:cNvPr>
          <p:cNvSpPr>
            <a:spLocks noGrp="1"/>
          </p:cNvSpPr>
          <p:nvPr/>
        </p:nvSpPr>
        <p:spPr>
          <a:xfrm>
            <a:off x="3771900" y="501967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物种共存</a:t>
            </a:r>
            <a:endParaRPr/>
          </a:p>
        </p:txBody>
      </p:sp>
      <p:sp>
        <p:nvSpPr>
          <p:cNvPr id="64" name="node-753">
            <a:extLst>
              <a:ext uri="{FF2B5EF4-FFF2-40B4-BE49-F238E27FC236}">
                <ns2:creationId id="{4465DFFA-8F6E-48BD-A4C6-151753879209}"/>
              </a:ext>
            </a:extLst>
          </p:cNvPr>
          <p:cNvSpPr>
            <a:spLocks noGrp="1"/>
          </p:cNvSpPr>
          <p:nvPr/>
        </p:nvSpPr>
        <p:spPr>
          <a:xfrm>
            <a:off x="5924550" y="494347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65" name="vector-754">
            <a:extLst>
              <a:ext uri="{FF2B5EF4-FFF2-40B4-BE49-F238E27FC236}">
                <ns2:creationId id="{FEDE843D-AB0F-4940-8331-C8A4F487FF31}"/>
              </a:ext>
            </a:extLst>
          </p:cNvPr>
          <p:cNvSpPr>
            <a:spLocks noGrp="1"/>
          </p:cNvSpPr>
          <p:nvPr/>
        </p:nvSpPr>
        <p:spPr>
          <a:xfrm>
            <a:off x="6038850" y="5057775"/>
            <a:ext cx="428625" cy="42862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6" name="vector-755">
            <a:extLst>
              <a:ext uri="{FF2B5EF4-FFF2-40B4-BE49-F238E27FC236}">
                <ns2:creationId id="{C0CDAA5E-037C-4D0F-9552-F7197F51CD37}"/>
              </a:ext>
            </a:extLst>
          </p:cNvPr>
          <p:cNvSpPr>
            <a:spLocks noGrp="1"/>
          </p:cNvSpPr>
          <p:nvPr/>
        </p:nvSpPr>
        <p:spPr>
          <a:xfrm>
            <a:off x="6038850" y="5057775"/>
            <a:ext cx="428625" cy="42862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7" name="icon-chart-756">
            <a:extLst>
              <a:ext uri="{FF2B5EF4-FFF2-40B4-BE49-F238E27FC236}">
                <ns2:creationId id="{A38ED271-2F47-4004-9458-8148EEF8DB80}"/>
              </a:ext>
            </a:extLst>
          </p:cNvPr>
          <p:cNvSpPr>
            <a:spLocks noGrp="1"/>
          </p:cNvSpPr>
          <p:nvPr/>
        </p:nvSpPr>
        <p:spPr>
          <a:xfrm>
            <a:off x="6146006" y="5289233"/>
            <a:ext cx="55721" cy="14144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8" name="icon-chart-757">
            <a:extLst>
              <a:ext uri="{FF2B5EF4-FFF2-40B4-BE49-F238E27FC236}">
                <ns2:creationId id="{BF2BA250-EE90-44E5-8C7F-08FFFBFB3AA1}"/>
              </a:ext>
            </a:extLst>
          </p:cNvPr>
          <p:cNvSpPr>
            <a:spLocks noGrp="1"/>
          </p:cNvSpPr>
          <p:nvPr/>
        </p:nvSpPr>
        <p:spPr>
          <a:xfrm>
            <a:off x="6240304" y="5212080"/>
            <a:ext cx="55721" cy="218599"/>
          </a:xfrm>
          <a:prstGeom prst="rect">
            <a:avLst/>
          </a:prstGeom>
          <a:solidFill>
            <a:srgbClr val="5D7795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9" name="icon-chart-758">
            <a:extLst>
              <a:ext uri="{FF2B5EF4-FFF2-40B4-BE49-F238E27FC236}">
                <ns2:creationId id="{10F6B736-5FF0-43C4-BF45-25DCF9AAC027}"/>
              </a:ext>
            </a:extLst>
          </p:cNvPr>
          <p:cNvSpPr>
            <a:spLocks noGrp="1"/>
          </p:cNvSpPr>
          <p:nvPr/>
        </p:nvSpPr>
        <p:spPr>
          <a:xfrm>
            <a:off x="6334601" y="5126355"/>
            <a:ext cx="55721" cy="304324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0" name="text-759">
            <a:extLst>
              <a:ext uri="{FF2B5EF4-FFF2-40B4-BE49-F238E27FC236}">
                <ns2:creationId id="{C3E0581C-03A4-4830-8F45-8C2BD91EE96C}"/>
              </a:ext>
            </a:extLst>
          </p:cNvPr>
          <p:cNvSpPr>
            <a:spLocks noGrp="1"/>
          </p:cNvSpPr>
          <p:nvPr/>
        </p:nvSpPr>
        <p:spPr>
          <a:xfrm>
            <a:off x="6572250" y="501967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群落稳定性</a:t>
            </a:r>
            <a:endParaRPr/>
          </a:p>
        </p:txBody>
      </p:sp>
      <p:cxnSp>
        <p:nvCxnSpPr>
          <p:cNvPr id="71" name="">
            <a:extLst>
              <a:ext uri="{FF2B5EF4-FFF2-40B4-BE49-F238E27FC236}">
                <ns2:creationId id="{6592C4EE-92AC-40D1-9FFE-665D02B9DC3B}"/>
              </a:ext>
            </a:extLst>
          </p:cNvPr>
          <p:cNvCxnSpPr>
            <a:stCxn id="28" idx="2"/>
            <a:endCxn id="39" idx="0"/>
          </p:cNvCxnSpPr>
          <p:nvPr/>
        </p:nvCxnSpPr>
        <p:spPr>
          <a:xfrm>
            <a:off x="4300538" y="2447925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2" name="">
            <a:extLst>
              <a:ext uri="{FF2B5EF4-FFF2-40B4-BE49-F238E27FC236}">
                <ns2:creationId id="{8F50F5AF-1D1E-437D-81FD-BA83EFC1870D}"/>
              </a:ext>
            </a:extLst>
          </p:cNvPr>
          <p:cNvCxnSpPr>
            <a:stCxn id="33" idx="2"/>
            <a:endCxn id="46" idx="0"/>
          </p:cNvCxnSpPr>
          <p:nvPr/>
        </p:nvCxnSpPr>
        <p:spPr>
          <a:xfrm>
            <a:off x="7100888" y="2447925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3" name="">
            <a:extLst>
              <a:ext uri="{FF2B5EF4-FFF2-40B4-BE49-F238E27FC236}">
                <ns2:creationId id="{57D0DD47-318A-463C-AFE0-36F70A815136}"/>
              </a:ext>
            </a:extLst>
          </p:cNvPr>
          <p:cNvCxnSpPr>
            <a:stCxn id="39" idx="2"/>
            <a:endCxn id="60" idx="0"/>
          </p:cNvCxnSpPr>
          <p:nvPr/>
        </p:nvCxnSpPr>
        <p:spPr>
          <a:xfrm>
            <a:off x="4300538" y="4171950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4" name="">
            <a:extLst>
              <a:ext uri="{FF2B5EF4-FFF2-40B4-BE49-F238E27FC236}">
                <ns2:creationId id="{186C6992-23E7-4B38-A65D-A2A0EAFC55C0}"/>
              </a:ext>
            </a:extLst>
          </p:cNvPr>
          <p:cNvCxnSpPr>
            <a:stCxn id="46" idx="2"/>
            <a:endCxn id="64" idx="0"/>
          </p:cNvCxnSpPr>
          <p:nvPr/>
        </p:nvCxnSpPr>
        <p:spPr>
          <a:xfrm>
            <a:off x="7100888" y="4171950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5" name="">
            <a:extLst>
              <a:ext uri="{FF2B5EF4-FFF2-40B4-BE49-F238E27FC236}">
                <ns2:creationId id="{E36195E8-81ED-444F-8C98-84E9374D3196}"/>
              </a:ext>
            </a:extLst>
          </p:cNvPr>
          <p:cNvCxnSpPr>
            <a:stCxn id="60" idx="3"/>
            <a:endCxn id="64" idx="1"/>
          </p:cNvCxnSpPr>
          <p:nvPr/>
        </p:nvCxnSpPr>
        <p:spPr>
          <a:xfrm>
            <a:off x="5476875" y="5419725"/>
            <a:ext cx="447675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76" name="shape-760">
            <a:extLst>
              <a:ext uri="{FF2B5EF4-FFF2-40B4-BE49-F238E27FC236}">
                <ns2:creationId id="{3B581EAE-F962-4017-A157-EC0F705552A0}"/>
              </a:ext>
            </a:extLst>
          </p:cNvPr>
          <p:cNvSpPr>
            <a:spLocks noGrp="1"/>
          </p:cNvSpPr>
          <p:nvPr/>
        </p:nvSpPr>
        <p:spPr>
          <a:xfrm>
            <a:off x="4762500" y="4286250"/>
            <a:ext cx="1943100" cy="54292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7" name="text-761">
            <a:extLst>
              <a:ext uri="{FF2B5EF4-FFF2-40B4-BE49-F238E27FC236}">
                <ns2:creationId id="{48B453BE-66C0-4BBB-A7CE-42154EAACF92}"/>
              </a:ext>
            </a:extLst>
          </p:cNvPr>
          <p:cNvSpPr>
            <a:spLocks noGrp="1"/>
          </p:cNvSpPr>
          <p:nvPr/>
        </p:nvSpPr>
        <p:spPr>
          <a:xfrm>
            <a:off x="4857750" y="4333875"/>
            <a:ext cx="1752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可检验的</a:t>
            </a:r>
            <a:endParaRPr/>
          </a:p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机制路径</a:t>
            </a:r>
            <a:endParaRPr/>
          </a:p>
        </p:txBody>
      </p:sp>
      <p:sp>
        <p:nvSpPr>
          <p:cNvPr id="78" name="text-762">
            <a:extLst>
              <a:ext uri="{FF2B5EF4-FFF2-40B4-BE49-F238E27FC236}">
                <ns2:creationId id="{058CB4FF-F6F1-47F3-BA82-1FCF415E4EEC}"/>
              </a:ext>
            </a:extLst>
          </p:cNvPr>
          <p:cNvSpPr>
            <a:spLocks noGrp="1"/>
          </p:cNvSpPr>
          <p:nvPr/>
        </p:nvSpPr>
        <p:spPr>
          <a:xfrm>
            <a:off x="8696325" y="1381125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79" name="Chart">
            <a:extLst>
              <a:ext uri="{FF2B5EF4-FFF2-40B4-BE49-F238E27FC236}">
                <ns2:creationId id="{595ACE3E-BEAC-46EA-A0F7-93D7B3EF08DC}"/>
              </a:ext>
            </a:extLst>
          </p:cNvPr>
          <p:cNvGraphicFramePr/>
          <p:nvPr/>
        </p:nvGraphicFramePr>
        <p:xfrm>
          <a:off x="8629650" y="1752600"/>
          <a:ext cx="3238500" cy="2019300"/>
        </p:xfrm>
        <a:graphic>
          <a:graphicData uri="http://schemas.openxmlformats.org/drawingml/2006/chart">
            <c:chart r:id="R131fe6ba7eb5426e"/>
          </a:graphicData>
        </a:graphic>
      </p:graphicFrame>
      <p:sp>
        <p:nvSpPr>
          <p:cNvPr id="80" name="text-763">
            <a:extLst>
              <a:ext uri="{FF2B5EF4-FFF2-40B4-BE49-F238E27FC236}">
                <ns2:creationId id="{6312CC53-66D9-418C-ABEC-0883056A2281}"/>
              </a:ext>
            </a:extLst>
          </p:cNvPr>
          <p:cNvSpPr>
            <a:spLocks noGrp="1"/>
          </p:cNvSpPr>
          <p:nvPr/>
        </p:nvSpPr>
        <p:spPr>
          <a:xfrm>
            <a:off x="8629650" y="2036978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81" name="text-764">
            <a:extLst>
              <a:ext uri="{FF2B5EF4-FFF2-40B4-BE49-F238E27FC236}">
                <ns2:creationId id="{668C535E-B472-4A99-AAC3-F387A91C296F}"/>
              </a:ext>
            </a:extLst>
          </p:cNvPr>
          <p:cNvSpPr>
            <a:spLocks noGrp="1"/>
          </p:cNvSpPr>
          <p:nvPr/>
        </p:nvSpPr>
        <p:spPr>
          <a:xfrm>
            <a:off x="8629650" y="2315642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82" name="text-765">
            <a:extLst>
              <a:ext uri="{FF2B5EF4-FFF2-40B4-BE49-F238E27FC236}">
                <ns2:creationId id="{0D24B946-60A0-4307-8E54-E59A4E1396F0}"/>
              </a:ext>
            </a:extLst>
          </p:cNvPr>
          <p:cNvSpPr>
            <a:spLocks noGrp="1"/>
          </p:cNvSpPr>
          <p:nvPr/>
        </p:nvSpPr>
        <p:spPr>
          <a:xfrm>
            <a:off x="8629650" y="2594305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83" name="text-766">
            <a:extLst>
              <a:ext uri="{FF2B5EF4-FFF2-40B4-BE49-F238E27FC236}">
                <ns2:creationId id="{F32BF7EC-05F8-4E46-BAE1-31F6CFDE32B4}"/>
              </a:ext>
            </a:extLst>
          </p:cNvPr>
          <p:cNvSpPr>
            <a:spLocks noGrp="1"/>
          </p:cNvSpPr>
          <p:nvPr/>
        </p:nvSpPr>
        <p:spPr>
          <a:xfrm>
            <a:off x="8629650" y="2872969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84" name="text-767">
            <a:extLst>
              <a:ext uri="{FF2B5EF4-FFF2-40B4-BE49-F238E27FC236}">
                <ns2:creationId id="{7B32A187-4AC5-4570-B205-6CA5B6292F82}"/>
              </a:ext>
            </a:extLst>
          </p:cNvPr>
          <p:cNvSpPr>
            <a:spLocks noGrp="1"/>
          </p:cNvSpPr>
          <p:nvPr/>
        </p:nvSpPr>
        <p:spPr>
          <a:xfrm>
            <a:off x="9665970" y="34290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85" name="text-768">
            <a:extLst>
              <a:ext uri="{FF2B5EF4-FFF2-40B4-BE49-F238E27FC236}">
                <ns2:creationId id="{AFB2C91A-6CA2-4BC3-9163-7893ADA9ADA9}"/>
              </a:ext>
            </a:extLst>
          </p:cNvPr>
          <p:cNvSpPr>
            <a:spLocks noGrp="1"/>
          </p:cNvSpPr>
          <p:nvPr/>
        </p:nvSpPr>
        <p:spPr>
          <a:xfrm>
            <a:off x="8696325" y="3705225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模型拟合效果</a:t>
            </a:r>
            <a:endParaRPr/>
          </a:p>
        </p:txBody>
      </p:sp>
      <p:graphicFrame>
        <p:nvGraphicFramePr>
          <p:cNvPr id="86" name="Chart">
            <a:extLst>
              <a:ext uri="{FF2B5EF4-FFF2-40B4-BE49-F238E27FC236}">
                <ns2:creationId id="{0C2C577B-948A-4AD1-9250-688EB8736BD5}"/>
              </a:ext>
            </a:extLst>
          </p:cNvPr>
          <p:cNvGraphicFramePr/>
          <p:nvPr/>
        </p:nvGraphicFramePr>
        <p:xfrm>
          <a:off x="8629650" y="4076700"/>
          <a:ext cx="3238500" cy="2019300"/>
        </p:xfrm>
        <a:graphic>
          <a:graphicData uri="http://schemas.openxmlformats.org/drawingml/2006/chart">
            <c:chart r:id="R272f144416c24f5b"/>
          </a:graphicData>
        </a:graphic>
      </p:graphicFrame>
      <p:sp>
        <p:nvSpPr>
          <p:cNvPr id="87" name="text-769">
            <a:extLst>
              <a:ext uri="{FF2B5EF4-FFF2-40B4-BE49-F238E27FC236}">
                <ns2:creationId id="{6EE0E456-8F09-4F80-A193-E7B57263E740}"/>
              </a:ext>
            </a:extLst>
          </p:cNvPr>
          <p:cNvSpPr>
            <a:spLocks noGrp="1"/>
          </p:cNvSpPr>
          <p:nvPr/>
        </p:nvSpPr>
        <p:spPr>
          <a:xfrm>
            <a:off x="9665970" y="59055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  <a:endParaRPr/>
          </a:p>
        </p:txBody>
      </p:sp>
      <p:sp>
        <p:nvSpPr>
          <p:cNvPr id="88" name="shape-770">
            <a:extLst>
              <a:ext uri="{FF2B5EF4-FFF2-40B4-BE49-F238E27FC236}">
                <ns2:creationId id="{9DCB4AC7-305C-4A83-A8E4-FE87DBB34200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89" name="text-771">
            <a:extLst>
              <a:ext uri="{FF2B5EF4-FFF2-40B4-BE49-F238E27FC236}">
                <ns2:creationId id="{A9B78EC0-A214-423D-9181-A4B73B6972BB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模型用于组织证据，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因果解释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仍需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研究设计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支持</a:t>
            </a:r>
            <a:endParaRPr/>
          </a:p>
        </p:txBody>
      </p:sp>
      <p:sp>
        <p:nvSpPr>
          <p:cNvPr id="90" name="text-772">
            <a:extLst>
              <a:ext uri="{FF2B5EF4-FFF2-40B4-BE49-F238E27FC236}">
                <ns2:creationId id="{089EEDCC-5FE0-44A9-8A3F-011FF6226806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1" name="text-773">
            <a:extLst>
              <a:ext uri="{FF2B5EF4-FFF2-40B4-BE49-F238E27FC236}">
                <ns2:creationId id="{C6656870-29BE-482A-8D0D-B1421C792A3B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/>
          </a:p>
        </p:txBody>
      </p:sp>
    </p:spTree>
    <p:extLst>
      <p:ext uri="{BB962C8B-B14F-4D97-AF65-F5344CB8AC3E}">
        <ns5:creationId val="327852376"/>
      </p:ext>
    </p:extLst>
  </p:cSld>
</p:sld>
</file>

<file path=ppt/slides/slide1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结果展示｜多维证据共同刻画群落响应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14375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04800" y="1314450"/>
          <a:ext cx="5619750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03120" y="310515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1725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1250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7500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/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7925" y="1314450"/>
          <a:ext cx="5619750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228600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238125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/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04800" y="3924300"/>
          <a:ext cx="5619750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20955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57775" y="40386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81550" y="4352925"/>
            <a:ext cx="209550" cy="95"/>
          </a:xfrm>
          <a:prstGeom prst="line">
            <a:avLst/>
          </a:prstGeom>
          <a:noFill/>
          <a:ln w="19050">
            <a:solidFill>
              <a:srgbClr val="AF3D3D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57775" y="4267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03120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1725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7500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7925" y="3924300"/>
          <a:ext cx="5619750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7925" y="4201516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7925" y="4474921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7925" y="4748327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7925" y="5021732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56245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/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5" name="text-811">
            <a:extLst>
              <a:ext uri="{FF2B5EF4-FFF2-40B4-BE49-F238E27FC236}">
                <ns2:creationId id="{26E2E258-35E6-4061-AED8-6EC2A1FFD01C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研究局限｜</a:t>
            </a:r>
            <a:r>
              <a:rPr sz="2700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证据缺口</a:t>
            </a: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与改进路径</a:t>
            </a:r>
            <a:endParaRPr/>
          </a:p>
        </p:txBody>
      </p:sp>
      <p:sp>
        <p:nvSpPr>
          <p:cNvPr id="2" name="line-812">
            <a:extLst>
              <a:ext uri="{FF2B5EF4-FFF2-40B4-BE49-F238E27FC236}">
                <ns2:creationId id="{88D38F1B-D40B-4253-9BA7-BEEDA700C556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813">
            <a:extLst>
              <a:ext uri="{FF2B5EF4-FFF2-40B4-BE49-F238E27FC236}">
                <ns2:creationId id="{43B8C440-77DC-4C0A-8EA0-8301D8CF8088}"/>
              </a:ext>
            </a:extLst>
          </p:cNvPr>
          <p:cNvSpPr>
            <a:spLocks noGrp="1"/>
          </p:cNvSpPr>
          <p:nvPr/>
        </p:nvSpPr>
        <p:spPr>
          <a:xfrm>
            <a:off x="228600" y="89535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814">
            <a:extLst>
              <a:ext uri="{FF2B5EF4-FFF2-40B4-BE49-F238E27FC236}">
                <ns2:creationId id="{3D540C5B-FCF5-480E-AEE2-330627CE4D96}"/>
              </a:ext>
            </a:extLst>
          </p:cNvPr>
          <p:cNvSpPr>
            <a:spLocks noGrp="1"/>
          </p:cNvSpPr>
          <p:nvPr/>
        </p:nvSpPr>
        <p:spPr>
          <a:xfrm>
            <a:off x="238125" y="90487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56" name="icon-chart-156"/>
          <p:cNvSpPr/>
          <p:nvPr/>
        </p:nvSpPr>
        <p:spPr>
          <a:xfrm>
            <a:off x="361950" y="981075"/>
            <a:ext cx="238125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840"/>
                </a:moveTo>
                <a:lnTo>
                  <a:pt x="860" y="840"/>
                </a:lnTo>
              </a:path>
              <a:path w="1000" h="1000">
                <a:moveTo>
                  <a:pt x="220" y="840"/>
                </a:moveTo>
                <a:lnTo>
                  <a:pt x="220" y="520"/>
                </a:lnTo>
                <a:lnTo>
                  <a:pt x="350" y="520"/>
                </a:lnTo>
                <a:lnTo>
                  <a:pt x="350" y="840"/>
                </a:lnTo>
              </a:path>
              <a:path w="1000" h="1000">
                <a:moveTo>
                  <a:pt x="435" y="840"/>
                </a:moveTo>
                <a:lnTo>
                  <a:pt x="435" y="340"/>
                </a:lnTo>
                <a:lnTo>
                  <a:pt x="565" y="340"/>
                </a:lnTo>
                <a:lnTo>
                  <a:pt x="565" y="840"/>
                </a:lnTo>
              </a:path>
              <a:path w="1000" h="1000">
                <a:moveTo>
                  <a:pt x="650" y="840"/>
                </a:moveTo>
                <a:lnTo>
                  <a:pt x="650" y="180"/>
                </a:lnTo>
                <a:lnTo>
                  <a:pt x="780" y="180"/>
                </a:lnTo>
                <a:lnTo>
                  <a:pt x="780" y="840"/>
                </a:lnTo>
              </a:path>
            </a:pathLst>
          </a:custGeom>
          <a:noFill/>
          <a:ln w="14288" cap="rnd">
            <a:solidFill>
              <a:srgbClr val="173D67"/>
            </a:solidFill>
          </a:ln>
        </p:spPr>
      </p:sp>
      <p:sp>
        <p:nvSpPr>
          <p:cNvPr id="9" name="text-819">
            <a:extLst>
              <a:ext uri="{FF2B5EF4-FFF2-40B4-BE49-F238E27FC236}">
                <ns2:creationId id="{859A2694-A3FC-4DFF-86E5-8783E7C6B036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样本覆盖</a:t>
            </a:r>
            <a:endParaRPr/>
          </a:p>
        </p:txBody>
      </p:sp>
      <p:sp>
        <p:nvSpPr>
          <p:cNvPr id="14" name="text-824">
            <a:extLst>
              <a:ext uri="{FF2B5EF4-FFF2-40B4-BE49-F238E27FC236}">
                <ns2:creationId id="{59373472-96F1-425A-9014-E97AD7F6226C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5" name="text-825">
            <a:extLst>
              <a:ext uri="{FF2B5EF4-FFF2-40B4-BE49-F238E27FC236}">
                <ns2:creationId id="{F2E4ED94-DED4-4E85-A3FC-6EE02B269E1C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样点空间分布不均</a:t>
            </a:r>
            <a:endParaRPr/>
          </a:p>
        </p:txBody>
      </p:sp>
      <p:sp>
        <p:nvSpPr>
          <p:cNvPr id="16" name="line-826">
            <a:extLst>
              <a:ext uri="{FF2B5EF4-FFF2-40B4-BE49-F238E27FC236}">
                <ns2:creationId id="{64A78E1B-40E1-4BCB-ADC6-45A2FAA7352D}"/>
              </a:ext>
            </a:extLst>
          </p:cNvPr>
          <p:cNvSpPr>
            <a:spLocks noGrp="1"/>
          </p:cNvSpPr>
          <p:nvPr/>
        </p:nvSpPr>
        <p:spPr>
          <a:xfrm>
            <a:off x="419100" y="2286000"/>
            <a:ext cx="3429000" cy="0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17" name="text-827">
            <a:extLst>
              <a:ext uri="{FF2B5EF4-FFF2-40B4-BE49-F238E27FC236}">
                <ns2:creationId id="{054957C0-B00E-4FA1-91F3-80408519E02F}"/>
              </a:ext>
            </a:extLst>
          </p:cNvPr>
          <p:cNvSpPr>
            <a:spLocks noGrp="1"/>
          </p:cNvSpPr>
          <p:nvPr/>
        </p:nvSpPr>
        <p:spPr>
          <a:xfrm>
            <a:off x="495300" y="236220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8" name="text-828">
            <a:extLst>
              <a:ext uri="{FF2B5EF4-FFF2-40B4-BE49-F238E27FC236}">
                <ns2:creationId id="{C3E16F33-6CCE-4B2D-BA8D-08E4ECBC933E}"/>
              </a:ext>
            </a:extLst>
          </p:cNvPr>
          <p:cNvSpPr>
            <a:spLocks noGrp="1"/>
          </p:cNvSpPr>
          <p:nvPr/>
        </p:nvSpPr>
        <p:spPr>
          <a:xfrm>
            <a:off x="495300" y="26289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分层补充样点</a:t>
            </a:r>
            <a:endParaRPr/>
          </a:p>
        </p:txBody>
      </p:sp>
      <p:sp>
        <p:nvSpPr>
          <p:cNvPr id="19" name="panel-829">
            <a:extLst>
              <a:ext uri="{FF2B5EF4-FFF2-40B4-BE49-F238E27FC236}">
                <ns2:creationId id="{B9050D2B-E969-40E7-8814-E06463138D82}"/>
              </a:ext>
            </a:extLst>
          </p:cNvPr>
          <p:cNvSpPr>
            <a:spLocks noGrp="1"/>
          </p:cNvSpPr>
          <p:nvPr/>
        </p:nvSpPr>
        <p:spPr>
          <a:xfrm>
            <a:off x="4200525" y="89535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0" name="shape-830">
            <a:extLst>
              <a:ext uri="{FF2B5EF4-FFF2-40B4-BE49-F238E27FC236}">
                <ns2:creationId id="{B686954F-8B04-4451-8040-483F68F55D29}"/>
              </a:ext>
            </a:extLst>
          </p:cNvPr>
          <p:cNvSpPr>
            <a:spLocks noGrp="1"/>
          </p:cNvSpPr>
          <p:nvPr/>
        </p:nvSpPr>
        <p:spPr>
          <a:xfrm>
            <a:off x="4210050" y="90487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57" name="icon-location-157"/>
          <p:cNvSpPr/>
          <p:nvPr/>
        </p:nvSpPr>
        <p:spPr>
          <a:xfrm>
            <a:off x="4333875" y="981075"/>
            <a:ext cx="238125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860"/>
                </a:moveTo>
                <a:lnTo>
                  <a:pt x="240" y="520"/>
                </a:lnTo>
                <a:lnTo>
                  <a:pt x="200" y="380"/>
                </a:lnTo>
                <a:lnTo>
                  <a:pt x="270" y="220"/>
                </a:lnTo>
                <a:lnTo>
                  <a:pt x="500" y="140"/>
                </a:lnTo>
                <a:lnTo>
                  <a:pt x="730" y="220"/>
                </a:lnTo>
                <a:lnTo>
                  <a:pt x="800" y="380"/>
                </a:lnTo>
                <a:lnTo>
                  <a:pt x="760" y="520"/>
                </a:lnTo>
                <a:close/>
              </a:path>
            </a:pathLst>
          </a:custGeom>
          <a:noFill/>
          <a:ln w="14288" cap="rnd">
            <a:solidFill>
              <a:srgbClr val="173D67"/>
            </a:solidFill>
          </a:ln>
        </p:spPr>
      </p:sp>
      <p:sp>
        <p:nvSpPr>
          <p:cNvPr id="158" name="icon-location-dot-158"/>
          <p:cNvSpPr/>
          <p:nvPr/>
        </p:nvSpPr>
        <p:spPr>
          <a:xfrm>
            <a:off x="4424362" y="1045369"/>
            <a:ext cx="57150" cy="57150"/>
          </a:xfrm>
          <a:prstGeom prst="ellipse">
            <a:avLst/>
          </a:prstGeom>
          <a:noFill/>
          <a:ln w="12859" cap="rnd">
            <a:solidFill>
              <a:srgbClr val="173D67"/>
            </a:solidFill>
          </a:ln>
        </p:spPr>
      </p:sp>
      <p:sp>
        <p:nvSpPr>
          <p:cNvPr id="28" name="text-838">
            <a:extLst>
              <a:ext uri="{FF2B5EF4-FFF2-40B4-BE49-F238E27FC236}">
                <ns2:creationId id="{2B6A8FA3-E758-41DC-8303-0F8CF5D8106C}"/>
              </a:ext>
            </a:extLst>
          </p:cNvPr>
          <p:cNvSpPr>
            <a:spLocks noGrp="1"/>
          </p:cNvSpPr>
          <p:nvPr/>
        </p:nvSpPr>
        <p:spPr>
          <a:xfrm>
            <a:off x="4657725" y="96202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尺度匹配</a:t>
            </a:r>
            <a:endParaRPr/>
          </a:p>
        </p:txBody>
      </p:sp>
      <p:sp>
        <p:nvSpPr>
          <p:cNvPr id="36" name="text-846">
            <a:extLst>
              <a:ext uri="{FF2B5EF4-FFF2-40B4-BE49-F238E27FC236}">
                <ns2:creationId id="{EF2AE18D-AB9D-4E56-9AD8-B00B5EAB563B}"/>
              </a:ext>
            </a:extLst>
          </p:cNvPr>
          <p:cNvSpPr>
            <a:spLocks noGrp="1"/>
          </p:cNvSpPr>
          <p:nvPr/>
        </p:nvSpPr>
        <p:spPr>
          <a:xfrm>
            <a:off x="4467225" y="13906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37" name="text-847">
            <a:extLst>
              <a:ext uri="{FF2B5EF4-FFF2-40B4-BE49-F238E27FC236}">
                <ns2:creationId id="{51CAA1BC-A7FD-4563-B13D-96506B595D21}"/>
              </a:ext>
            </a:extLst>
          </p:cNvPr>
          <p:cNvSpPr>
            <a:spLocks noGrp="1"/>
          </p:cNvSpPr>
          <p:nvPr/>
        </p:nvSpPr>
        <p:spPr>
          <a:xfrm>
            <a:off x="4467225" y="16573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数据空间粒度存在差异</a:t>
            </a:r>
            <a:endParaRPr/>
          </a:p>
        </p:txBody>
      </p:sp>
      <p:sp>
        <p:nvSpPr>
          <p:cNvPr id="38" name="line-848">
            <a:extLst>
              <a:ext uri="{FF2B5EF4-FFF2-40B4-BE49-F238E27FC236}">
                <ns2:creationId id="{49F66471-59B7-40B8-BB1C-8B5A8ECF65FA}"/>
              </a:ext>
            </a:extLst>
          </p:cNvPr>
          <p:cNvSpPr>
            <a:spLocks noGrp="1"/>
          </p:cNvSpPr>
          <p:nvPr/>
        </p:nvSpPr>
        <p:spPr>
          <a:xfrm>
            <a:off x="4391025" y="2286000"/>
            <a:ext cx="3429000" cy="0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39" name="text-849">
            <a:extLst>
              <a:ext uri="{FF2B5EF4-FFF2-40B4-BE49-F238E27FC236}">
                <ns2:creationId id="{09315D1A-D69A-4D94-B1BF-EEF4729924ED}"/>
              </a:ext>
            </a:extLst>
          </p:cNvPr>
          <p:cNvSpPr>
            <a:spLocks noGrp="1"/>
          </p:cNvSpPr>
          <p:nvPr/>
        </p:nvSpPr>
        <p:spPr>
          <a:xfrm>
            <a:off x="4467225" y="236220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40" name="text-850">
            <a:extLst>
              <a:ext uri="{FF2B5EF4-FFF2-40B4-BE49-F238E27FC236}">
                <ns2:creationId id="{444AFA24-39B6-472A-BE3A-B47412947017}"/>
              </a:ext>
            </a:extLst>
          </p:cNvPr>
          <p:cNvSpPr>
            <a:spLocks noGrp="1"/>
          </p:cNvSpPr>
          <p:nvPr/>
        </p:nvSpPr>
        <p:spPr>
          <a:xfrm>
            <a:off x="4467225" y="26289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开展多尺度比较</a:t>
            </a:r>
            <a:endParaRPr/>
          </a:p>
        </p:txBody>
      </p:sp>
      <p:sp>
        <p:nvSpPr>
          <p:cNvPr id="41" name="panel-851">
            <a:extLst>
              <a:ext uri="{FF2B5EF4-FFF2-40B4-BE49-F238E27FC236}">
                <ns2:creationId id="{E7215D9E-87CF-4B52-A8F9-CD80EBAD908B}"/>
              </a:ext>
            </a:extLst>
          </p:cNvPr>
          <p:cNvSpPr>
            <a:spLocks noGrp="1"/>
          </p:cNvSpPr>
          <p:nvPr/>
        </p:nvSpPr>
        <p:spPr>
          <a:xfrm>
            <a:off x="8172450" y="89535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2" name="shape-852">
            <a:extLst>
              <a:ext uri="{FF2B5EF4-FFF2-40B4-BE49-F238E27FC236}">
                <ns2:creationId id="{D27890B0-2BF1-4CC1-98D3-AB8C8438F811}"/>
              </a:ext>
            </a:extLst>
          </p:cNvPr>
          <p:cNvSpPr>
            <a:spLocks noGrp="1"/>
          </p:cNvSpPr>
          <p:nvPr/>
        </p:nvSpPr>
        <p:spPr>
          <a:xfrm>
            <a:off x="8181975" y="90487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59" name="icon-doc-159"/>
          <p:cNvSpPr/>
          <p:nvPr/>
        </p:nvSpPr>
        <p:spPr>
          <a:xfrm>
            <a:off x="8305800" y="981075"/>
            <a:ext cx="238125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4288" cap="rnd">
            <a:solidFill>
              <a:srgbClr val="173D67"/>
            </a:solidFill>
          </a:ln>
        </p:spPr>
      </p:sp>
      <p:sp>
        <p:nvSpPr>
          <p:cNvPr id="47" name="text-857">
            <a:extLst>
              <a:ext uri="{FF2B5EF4-FFF2-40B4-BE49-F238E27FC236}">
                <ns2:creationId id="{F56D1759-064E-43B4-B474-7A3A474B9C5B}"/>
              </a:ext>
            </a:extLst>
          </p:cNvPr>
          <p:cNvSpPr>
            <a:spLocks noGrp="1"/>
          </p:cNvSpPr>
          <p:nvPr/>
        </p:nvSpPr>
        <p:spPr>
          <a:xfrm>
            <a:off x="8629650" y="96202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检测偏差</a:t>
            </a:r>
            <a:endParaRPr/>
          </a:p>
        </p:txBody>
      </p:sp>
      <p:sp>
        <p:nvSpPr>
          <p:cNvPr id="52" name="text-862">
            <a:extLst>
              <a:ext uri="{FF2B5EF4-FFF2-40B4-BE49-F238E27FC236}">
                <ns2:creationId id="{15BD2C19-93C4-47CD-8273-AA2FA6F3A779}"/>
              </a:ext>
            </a:extLst>
          </p:cNvPr>
          <p:cNvSpPr>
            <a:spLocks noGrp="1"/>
          </p:cNvSpPr>
          <p:nvPr/>
        </p:nvSpPr>
        <p:spPr>
          <a:xfrm>
            <a:off x="8439150" y="13906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53" name="text-863">
            <a:extLst>
              <a:ext uri="{FF2B5EF4-FFF2-40B4-BE49-F238E27FC236}">
                <ns2:creationId id="{22A23CDA-E8A5-47F4-BED3-1CEB320735B1}"/>
              </a:ext>
            </a:extLst>
          </p:cNvPr>
          <p:cNvSpPr>
            <a:spLocks noGrp="1"/>
          </p:cNvSpPr>
          <p:nvPr/>
        </p:nvSpPr>
        <p:spPr>
          <a:xfrm>
            <a:off x="8439150" y="16573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未检出不等于不存在</a:t>
            </a:r>
            <a:endParaRPr/>
          </a:p>
        </p:txBody>
      </p:sp>
      <p:sp>
        <p:nvSpPr>
          <p:cNvPr id="54" name="line-864">
            <a:extLst>
              <a:ext uri="{FF2B5EF4-FFF2-40B4-BE49-F238E27FC236}">
                <ns2:creationId id="{47089BEF-D5D3-49D6-9857-DB62A6F8ECAF}"/>
              </a:ext>
            </a:extLst>
          </p:cNvPr>
          <p:cNvSpPr>
            <a:spLocks noGrp="1"/>
          </p:cNvSpPr>
          <p:nvPr/>
        </p:nvSpPr>
        <p:spPr>
          <a:xfrm>
            <a:off x="8362950" y="2286000"/>
            <a:ext cx="3429000" cy="0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55" name="text-865">
            <a:extLst>
              <a:ext uri="{FF2B5EF4-FFF2-40B4-BE49-F238E27FC236}">
                <ns2:creationId id="{223EE566-BB80-4EF6-B4A1-51E769850657}"/>
              </a:ext>
            </a:extLst>
          </p:cNvPr>
          <p:cNvSpPr>
            <a:spLocks noGrp="1"/>
          </p:cNvSpPr>
          <p:nvPr/>
        </p:nvSpPr>
        <p:spPr>
          <a:xfrm>
            <a:off x="8439150" y="236220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56" name="text-866">
            <a:extLst>
              <a:ext uri="{FF2B5EF4-FFF2-40B4-BE49-F238E27FC236}">
                <ns2:creationId id="{1D3B7DB3-E9E4-4BB1-B1C9-6BB85B28E795}"/>
              </a:ext>
            </a:extLst>
          </p:cNvPr>
          <p:cNvSpPr>
            <a:spLocks noGrp="1"/>
          </p:cNvSpPr>
          <p:nvPr/>
        </p:nvSpPr>
        <p:spPr>
          <a:xfrm>
            <a:off x="8439150" y="26289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重复调查与检测模型</a:t>
            </a:r>
            <a:endParaRPr/>
          </a:p>
        </p:txBody>
      </p:sp>
      <p:sp>
        <p:nvSpPr>
          <p:cNvPr id="57" name="panel-867">
            <a:extLst>
              <a:ext uri="{FF2B5EF4-FFF2-40B4-BE49-F238E27FC236}">
                <ns2:creationId id="{84DC462F-BE86-4589-9621-F06F971454E4}"/>
              </a:ext>
            </a:extLst>
          </p:cNvPr>
          <p:cNvSpPr>
            <a:spLocks noGrp="1"/>
          </p:cNvSpPr>
          <p:nvPr/>
        </p:nvSpPr>
        <p:spPr>
          <a:xfrm>
            <a:off x="228600" y="350520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58" name="shape-868">
            <a:extLst>
              <a:ext uri="{FF2B5EF4-FFF2-40B4-BE49-F238E27FC236}">
                <ns2:creationId id="{9BC45A80-BBA5-48FF-86DB-FBB5DC3D92CC}"/>
              </a:ext>
            </a:extLst>
          </p:cNvPr>
          <p:cNvSpPr>
            <a:spLocks noGrp="1"/>
          </p:cNvSpPr>
          <p:nvPr/>
        </p:nvSpPr>
        <p:spPr>
          <a:xfrm>
            <a:off x="238125" y="351472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60" name="icon-table-160"/>
          <p:cNvSpPr/>
          <p:nvPr/>
        </p:nvSpPr>
        <p:spPr>
          <a:xfrm>
            <a:off x="361950" y="3590925"/>
            <a:ext cx="238125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160"/>
                </a:moveTo>
                <a:lnTo>
                  <a:pt x="860" y="160"/>
                </a:lnTo>
                <a:lnTo>
                  <a:pt x="860" y="840"/>
                </a:lnTo>
                <a:lnTo>
                  <a:pt x="140" y="840"/>
                </a:lnTo>
                <a:close/>
              </a:path>
              <a:path w="1000" h="1000">
                <a:moveTo>
                  <a:pt x="140" y="380"/>
                </a:moveTo>
                <a:lnTo>
                  <a:pt x="860" y="380"/>
                </a:lnTo>
              </a:path>
              <a:path w="1000" h="1000">
                <a:moveTo>
                  <a:pt x="140" y="610"/>
                </a:moveTo>
                <a:lnTo>
                  <a:pt x="860" y="610"/>
                </a:lnTo>
              </a:path>
              <a:path w="1000" h="1000">
                <a:moveTo>
                  <a:pt x="460" y="160"/>
                </a:moveTo>
                <a:lnTo>
                  <a:pt x="460" y="840"/>
                </a:lnTo>
              </a:path>
            </a:pathLst>
          </a:custGeom>
          <a:noFill/>
          <a:ln w="14288" cap="rnd">
            <a:solidFill>
              <a:srgbClr val="173D67"/>
            </a:solidFill>
          </a:ln>
        </p:spPr>
      </p:sp>
      <p:sp>
        <p:nvSpPr>
          <p:cNvPr id="71" name="text-881">
            <a:extLst>
              <a:ext uri="{FF2B5EF4-FFF2-40B4-BE49-F238E27FC236}">
                <ns2:creationId id="{402F6C0D-00B8-4CFF-8024-525895A0DDE3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机制识别</a:t>
            </a:r>
            <a:endParaRPr/>
          </a:p>
        </p:txBody>
      </p:sp>
      <p:sp>
        <p:nvSpPr>
          <p:cNvPr id="84" name="text-894">
            <a:extLst>
              <a:ext uri="{FF2B5EF4-FFF2-40B4-BE49-F238E27FC236}">
                <ns2:creationId id="{761E1876-2B1A-46D6-8715-E07E33F71D54}"/>
              </a:ext>
            </a:extLst>
          </p:cNvPr>
          <p:cNvSpPr>
            <a:spLocks noGrp="1"/>
          </p:cNvSpPr>
          <p:nvPr/>
        </p:nvSpPr>
        <p:spPr>
          <a:xfrm>
            <a:off x="495300" y="400050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85" name="text-895">
            <a:extLst>
              <a:ext uri="{FF2B5EF4-FFF2-40B4-BE49-F238E27FC236}">
                <ns2:creationId id="{DA1F54A6-A4DE-4F05-BBC4-81A2A257AF04}"/>
              </a:ext>
            </a:extLst>
          </p:cNvPr>
          <p:cNvSpPr>
            <a:spLocks noGrp="1"/>
          </p:cNvSpPr>
          <p:nvPr/>
        </p:nvSpPr>
        <p:spPr>
          <a:xfrm>
            <a:off x="495300" y="42672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相关关系难以区分解释</a:t>
            </a:r>
            <a:endParaRPr/>
          </a:p>
        </p:txBody>
      </p:sp>
      <p:sp>
        <p:nvSpPr>
          <p:cNvPr id="86" name="line-896">
            <a:extLst>
              <a:ext uri="{FF2B5EF4-FFF2-40B4-BE49-F238E27FC236}">
                <ns2:creationId id="{B2C8AABA-F857-4DDE-B2F7-D4231F023BA3}"/>
              </a:ext>
            </a:extLst>
          </p:cNvPr>
          <p:cNvSpPr>
            <a:spLocks noGrp="1"/>
          </p:cNvSpPr>
          <p:nvPr/>
        </p:nvSpPr>
        <p:spPr>
          <a:xfrm>
            <a:off x="419100" y="4895850"/>
            <a:ext cx="3429000" cy="0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87" name="text-897">
            <a:extLst>
              <a:ext uri="{FF2B5EF4-FFF2-40B4-BE49-F238E27FC236}">
                <ns2:creationId id="{823D2A94-1B77-4030-AA19-F20B2476126C}"/>
              </a:ext>
            </a:extLst>
          </p:cNvPr>
          <p:cNvSpPr>
            <a:spLocks noGrp="1"/>
          </p:cNvSpPr>
          <p:nvPr/>
        </p:nvSpPr>
        <p:spPr>
          <a:xfrm>
            <a:off x="495300" y="49720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88" name="text-898">
            <a:extLst>
              <a:ext uri="{FF2B5EF4-FFF2-40B4-BE49-F238E27FC236}">
                <ns2:creationId id="{31A67130-76BB-419F-8DCB-63E14AD5228E}"/>
              </a:ext>
            </a:extLst>
          </p:cNvPr>
          <p:cNvSpPr>
            <a:spLocks noGrp="1"/>
          </p:cNvSpPr>
          <p:nvPr/>
        </p:nvSpPr>
        <p:spPr>
          <a:xfrm>
            <a:off x="495300" y="52387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完善对照与干预</a:t>
            </a:r>
            <a:endParaRPr/>
          </a:p>
        </p:txBody>
      </p:sp>
      <p:sp>
        <p:nvSpPr>
          <p:cNvPr id="89" name="panel-899">
            <a:extLst>
              <a:ext uri="{FF2B5EF4-FFF2-40B4-BE49-F238E27FC236}">
                <ns2:creationId id="{51527BE0-625E-4AFA-BECE-9E87A194CB91}"/>
              </a:ext>
            </a:extLst>
          </p:cNvPr>
          <p:cNvSpPr>
            <a:spLocks noGrp="1"/>
          </p:cNvSpPr>
          <p:nvPr/>
        </p:nvSpPr>
        <p:spPr>
          <a:xfrm>
            <a:off x="4200525" y="350520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90" name="shape-900">
            <a:extLst>
              <a:ext uri="{FF2B5EF4-FFF2-40B4-BE49-F238E27FC236}">
                <ns2:creationId id="{1D410AF0-0F7C-461C-B523-F4B7E3CB11E6}"/>
              </a:ext>
            </a:extLst>
          </p:cNvPr>
          <p:cNvSpPr>
            <a:spLocks noGrp="1"/>
          </p:cNvSpPr>
          <p:nvPr/>
        </p:nvSpPr>
        <p:spPr>
          <a:xfrm>
            <a:off x="4210050" y="351472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61" name="icon-chart-161"/>
          <p:cNvSpPr/>
          <p:nvPr/>
        </p:nvSpPr>
        <p:spPr>
          <a:xfrm>
            <a:off x="4333875" y="3590925"/>
            <a:ext cx="238125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840"/>
                </a:moveTo>
                <a:lnTo>
                  <a:pt x="860" y="840"/>
                </a:lnTo>
              </a:path>
              <a:path w="1000" h="1000">
                <a:moveTo>
                  <a:pt x="220" y="840"/>
                </a:moveTo>
                <a:lnTo>
                  <a:pt x="220" y="520"/>
                </a:lnTo>
                <a:lnTo>
                  <a:pt x="350" y="520"/>
                </a:lnTo>
                <a:lnTo>
                  <a:pt x="350" y="840"/>
                </a:lnTo>
              </a:path>
              <a:path w="1000" h="1000">
                <a:moveTo>
                  <a:pt x="435" y="840"/>
                </a:moveTo>
                <a:lnTo>
                  <a:pt x="435" y="340"/>
                </a:lnTo>
                <a:lnTo>
                  <a:pt x="565" y="340"/>
                </a:lnTo>
                <a:lnTo>
                  <a:pt x="565" y="840"/>
                </a:lnTo>
              </a:path>
              <a:path w="1000" h="1000">
                <a:moveTo>
                  <a:pt x="650" y="840"/>
                </a:moveTo>
                <a:lnTo>
                  <a:pt x="650" y="180"/>
                </a:lnTo>
                <a:lnTo>
                  <a:pt x="780" y="180"/>
                </a:lnTo>
                <a:lnTo>
                  <a:pt x="780" y="840"/>
                </a:lnTo>
              </a:path>
            </a:pathLst>
          </a:custGeom>
          <a:noFill/>
          <a:ln w="14288" cap="rnd">
            <a:solidFill>
              <a:srgbClr val="173D67"/>
            </a:solidFill>
          </a:ln>
        </p:spPr>
      </p:sp>
      <p:sp>
        <p:nvSpPr>
          <p:cNvPr id="96" name="text-906">
            <a:extLst>
              <a:ext uri="{FF2B5EF4-FFF2-40B4-BE49-F238E27FC236}">
                <ns2:creationId id="{317D44D0-906B-4470-8924-780B483ECB79}"/>
              </a:ext>
            </a:extLst>
          </p:cNvPr>
          <p:cNvSpPr>
            <a:spLocks noGrp="1"/>
          </p:cNvSpPr>
          <p:nvPr/>
        </p:nvSpPr>
        <p:spPr>
          <a:xfrm>
            <a:off x="4657725" y="357187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模型稳健性</a:t>
            </a:r>
            <a:endParaRPr/>
          </a:p>
        </p:txBody>
      </p:sp>
      <p:sp>
        <p:nvSpPr>
          <p:cNvPr id="102" name="text-912">
            <a:extLst>
              <a:ext uri="{FF2B5EF4-FFF2-40B4-BE49-F238E27FC236}">
                <ns2:creationId id="{4500D67F-C238-40B1-8CF2-20C667854D19}"/>
              </a:ext>
            </a:extLst>
          </p:cNvPr>
          <p:cNvSpPr>
            <a:spLocks noGrp="1"/>
          </p:cNvSpPr>
          <p:nvPr/>
        </p:nvSpPr>
        <p:spPr>
          <a:xfrm>
            <a:off x="4467225" y="400050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03" name="text-913">
            <a:extLst>
              <a:ext uri="{FF2B5EF4-FFF2-40B4-BE49-F238E27FC236}">
                <ns2:creationId id="{7CCF5B2E-7E44-4310-8C4C-CDB4B0242C8E}"/>
              </a:ext>
            </a:extLst>
          </p:cNvPr>
          <p:cNvSpPr>
            <a:spLocks noGrp="1"/>
          </p:cNvSpPr>
          <p:nvPr/>
        </p:nvSpPr>
        <p:spPr>
          <a:xfrm>
            <a:off x="4467225" y="42672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结果可能依赖模型设定</a:t>
            </a:r>
            <a:endParaRPr/>
          </a:p>
        </p:txBody>
      </p:sp>
      <p:sp>
        <p:nvSpPr>
          <p:cNvPr id="104" name="line-914">
            <a:extLst>
              <a:ext uri="{FF2B5EF4-FFF2-40B4-BE49-F238E27FC236}">
                <ns2:creationId id="{4AA07BC6-1775-4B3F-AA5C-9781887185C5}"/>
              </a:ext>
            </a:extLst>
          </p:cNvPr>
          <p:cNvSpPr>
            <a:spLocks noGrp="1"/>
          </p:cNvSpPr>
          <p:nvPr/>
        </p:nvSpPr>
        <p:spPr>
          <a:xfrm>
            <a:off x="4391025" y="4895850"/>
            <a:ext cx="3429000" cy="0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105" name="text-915">
            <a:extLst>
              <a:ext uri="{FF2B5EF4-FFF2-40B4-BE49-F238E27FC236}">
                <ns2:creationId id="{37BC30D9-705D-4346-ABF3-41E90C0CD76D}"/>
              </a:ext>
            </a:extLst>
          </p:cNvPr>
          <p:cNvSpPr>
            <a:spLocks noGrp="1"/>
          </p:cNvSpPr>
          <p:nvPr/>
        </p:nvSpPr>
        <p:spPr>
          <a:xfrm>
            <a:off x="4467225" y="49720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06" name="text-916">
            <a:extLst>
              <a:ext uri="{FF2B5EF4-FFF2-40B4-BE49-F238E27FC236}">
                <ns2:creationId id="{4B00BAA6-DD14-4931-B605-CA2BE0E2ECF3}"/>
              </a:ext>
            </a:extLst>
          </p:cNvPr>
          <p:cNvSpPr>
            <a:spLocks noGrp="1"/>
          </p:cNvSpPr>
          <p:nvPr/>
        </p:nvSpPr>
        <p:spPr>
          <a:xfrm>
            <a:off x="4467225" y="52387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比较替代模型</a:t>
            </a:r>
            <a:endParaRPr/>
          </a:p>
        </p:txBody>
      </p:sp>
      <p:sp>
        <p:nvSpPr>
          <p:cNvPr id="107" name="panel-917">
            <a:extLst>
              <a:ext uri="{FF2B5EF4-FFF2-40B4-BE49-F238E27FC236}">
                <ns2:creationId id="{F686F0AD-D5AF-4533-9A0C-FAD5BD1DAD1C}"/>
              </a:ext>
            </a:extLst>
          </p:cNvPr>
          <p:cNvSpPr>
            <a:spLocks noGrp="1"/>
          </p:cNvSpPr>
          <p:nvPr/>
        </p:nvSpPr>
        <p:spPr>
          <a:xfrm>
            <a:off x="8172450" y="350520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08" name="shape-918">
            <a:extLst>
              <a:ext uri="{FF2B5EF4-FFF2-40B4-BE49-F238E27FC236}">
                <ns2:creationId id="{72702B08-C2E8-4DE8-8648-EF5FDC5E58B4}"/>
              </a:ext>
            </a:extLst>
          </p:cNvPr>
          <p:cNvSpPr>
            <a:spLocks noGrp="1"/>
          </p:cNvSpPr>
          <p:nvPr/>
        </p:nvSpPr>
        <p:spPr>
          <a:xfrm>
            <a:off x="8181975" y="351472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62" name="icon-compass-ring-162"/>
          <p:cNvSpPr/>
          <p:nvPr/>
        </p:nvSpPr>
        <p:spPr>
          <a:xfrm>
            <a:off x="8334375" y="3619500"/>
            <a:ext cx="180975" cy="180975"/>
          </a:xfrm>
          <a:prstGeom prst="ellipse">
            <a:avLst/>
          </a:prstGeom>
          <a:noFill/>
          <a:ln w="14288" cap="rnd">
            <a:solidFill>
              <a:srgbClr val="173D67"/>
            </a:solidFill>
          </a:ln>
        </p:spPr>
      </p:sp>
      <p:sp>
        <p:nvSpPr>
          <p:cNvPr id="163" name="icon-compass-needle-163"/>
          <p:cNvSpPr/>
          <p:nvPr/>
        </p:nvSpPr>
        <p:spPr>
          <a:xfrm>
            <a:off x="8305800" y="3590925"/>
            <a:ext cx="238125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260"/>
                </a:moveTo>
                <a:lnTo>
                  <a:pt x="630" y="500"/>
                </a:lnTo>
                <a:lnTo>
                  <a:pt x="500" y="740"/>
                </a:lnTo>
                <a:lnTo>
                  <a:pt x="370" y="500"/>
                </a:lnTo>
                <a:close/>
              </a:path>
            </a:pathLst>
          </a:custGeom>
          <a:noFill/>
          <a:ln w="12859" cap="rnd">
            <a:solidFill>
              <a:srgbClr val="173D67"/>
            </a:solidFill>
          </a:ln>
        </p:spPr>
      </p:sp>
      <p:sp>
        <p:nvSpPr>
          <p:cNvPr id="112" name="text-922">
            <a:extLst>
              <a:ext uri="{FF2B5EF4-FFF2-40B4-BE49-F238E27FC236}">
                <ns2:creationId id="{C0D0D8BC-7CC3-405A-BD64-FB30A4EA2468}"/>
              </a:ext>
            </a:extLst>
          </p:cNvPr>
          <p:cNvSpPr>
            <a:spLocks noGrp="1"/>
          </p:cNvSpPr>
          <p:nvPr/>
        </p:nvSpPr>
        <p:spPr>
          <a:xfrm>
            <a:off x="8629650" y="357187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外推边界</a:t>
            </a:r>
            <a:endParaRPr/>
          </a:p>
        </p:txBody>
      </p:sp>
      <p:sp>
        <p:nvSpPr>
          <p:cNvPr id="116" name="text-926">
            <a:extLst>
              <a:ext uri="{FF2B5EF4-FFF2-40B4-BE49-F238E27FC236}">
                <ns2:creationId id="{00316DE5-6D9E-401A-9F72-5085BC8A8633}"/>
              </a:ext>
            </a:extLst>
          </p:cNvPr>
          <p:cNvSpPr>
            <a:spLocks noGrp="1"/>
          </p:cNvSpPr>
          <p:nvPr/>
        </p:nvSpPr>
        <p:spPr>
          <a:xfrm>
            <a:off x="8439150" y="400050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17" name="text-927">
            <a:extLst>
              <a:ext uri="{FF2B5EF4-FFF2-40B4-BE49-F238E27FC236}">
                <ns2:creationId id="{19BDF6EC-D81A-47A1-B268-AF019CCC8FB9}"/>
              </a:ext>
            </a:extLst>
          </p:cNvPr>
          <p:cNvSpPr>
            <a:spLocks noGrp="1"/>
          </p:cNvSpPr>
          <p:nvPr/>
        </p:nvSpPr>
        <p:spPr>
          <a:xfrm>
            <a:off x="8439150" y="42672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情景条件可能改变</a:t>
            </a:r>
            <a:endParaRPr/>
          </a:p>
        </p:txBody>
      </p:sp>
      <p:sp>
        <p:nvSpPr>
          <p:cNvPr id="118" name="line-928">
            <a:extLst>
              <a:ext uri="{FF2B5EF4-FFF2-40B4-BE49-F238E27FC236}">
                <ns2:creationId id="{F7F65DE1-557F-4365-BAE7-A4971B1D844A}"/>
              </a:ext>
            </a:extLst>
          </p:cNvPr>
          <p:cNvSpPr>
            <a:spLocks noGrp="1"/>
          </p:cNvSpPr>
          <p:nvPr/>
        </p:nvSpPr>
        <p:spPr>
          <a:xfrm>
            <a:off x="8362950" y="4895850"/>
            <a:ext cx="3429000" cy="0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119" name="text-929">
            <a:extLst>
              <a:ext uri="{FF2B5EF4-FFF2-40B4-BE49-F238E27FC236}">
                <ns2:creationId id="{6368B308-95EA-47E7-959F-9637854D3244}"/>
              </a:ext>
            </a:extLst>
          </p:cNvPr>
          <p:cNvSpPr>
            <a:spLocks noGrp="1"/>
          </p:cNvSpPr>
          <p:nvPr/>
        </p:nvSpPr>
        <p:spPr>
          <a:xfrm>
            <a:off x="8439150" y="49720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20" name="text-930">
            <a:extLst>
              <a:ext uri="{FF2B5EF4-FFF2-40B4-BE49-F238E27FC236}">
                <ns2:creationId id="{644D21A1-AEA6-4944-879A-00D34C139367}"/>
              </a:ext>
            </a:extLst>
          </p:cNvPr>
          <p:cNvSpPr>
            <a:spLocks noGrp="1"/>
          </p:cNvSpPr>
          <p:nvPr/>
        </p:nvSpPr>
        <p:spPr>
          <a:xfrm>
            <a:off x="8439150" y="52387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明确适用范围</a:t>
            </a:r>
            <a:endParaRPr/>
          </a:p>
        </p:txBody>
      </p:sp>
      <p:sp>
        <p:nvSpPr>
          <p:cNvPr id="121" name="shape-931">
            <a:extLst>
              <a:ext uri="{FF2B5EF4-FFF2-40B4-BE49-F238E27FC236}">
                <ns2:creationId id="{C8213CC0-1B34-4D54-A182-5EAB81ABF21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2" name="text-932">
            <a:extLst>
              <a:ext uri="{FF2B5EF4-FFF2-40B4-BE49-F238E27FC236}">
                <ns2:creationId id="{C9BF64A0-E60E-4543-AA4C-773F5ED47063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下一步工作围绕可识别的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证据缺口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展开</a:t>
            </a:r>
            <a:endParaRPr/>
          </a:p>
        </p:txBody>
      </p:sp>
      <p:sp>
        <p:nvSpPr>
          <p:cNvPr id="123" name="text-933">
            <a:extLst>
              <a:ext uri="{FF2B5EF4-FFF2-40B4-BE49-F238E27FC236}">
                <ns2:creationId id="{D3D20350-7165-44E3-9DFD-FB9E0CDD0972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24" name="text-934">
            <a:extLst>
              <a:ext uri="{FF2B5EF4-FFF2-40B4-BE49-F238E27FC236}">
                <ns2:creationId id="{1B518F5D-5E79-413C-AE7C-CFB44DE15D2E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/>
          </a:p>
        </p:txBody>
      </p:sp>
      <p:sp>
        <p:nvSpPr>
          <p:cNvPr id="135" name="l12-bar1-0-135"/>
          <p:cNvSpPr/>
          <p:nvPr/>
        </p:nvSpPr>
        <p:spPr>
          <a:xfrm>
            <a:off x="381000" y="1428750"/>
            <a:ext cx="38100" cy="762000"/>
          </a:xfrm>
          <a:prstGeom prst="rect">
            <a:avLst/>
          </a:prstGeom>
          <a:solidFill>
            <a:srgbClr val="718EAA"/>
          </a:solidFill>
        </p:spPr>
      </p:sp>
      <p:sp>
        <p:nvSpPr>
          <p:cNvPr id="136" name="l12-bar2-0-136"/>
          <p:cNvSpPr/>
          <p:nvPr/>
        </p:nvSpPr>
        <p:spPr>
          <a:xfrm>
            <a:off x="381000" y="2400300"/>
            <a:ext cx="38100" cy="76200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137" name="l12-bar1-1-137"/>
          <p:cNvSpPr/>
          <p:nvPr/>
        </p:nvSpPr>
        <p:spPr>
          <a:xfrm>
            <a:off x="4352925" y="1428750"/>
            <a:ext cx="38100" cy="762000"/>
          </a:xfrm>
          <a:prstGeom prst="rect">
            <a:avLst/>
          </a:prstGeom>
          <a:solidFill>
            <a:srgbClr val="718EAA"/>
          </a:solidFill>
        </p:spPr>
      </p:sp>
      <p:sp>
        <p:nvSpPr>
          <p:cNvPr id="138" name="l12-bar2-1-138"/>
          <p:cNvSpPr/>
          <p:nvPr/>
        </p:nvSpPr>
        <p:spPr>
          <a:xfrm>
            <a:off x="4352925" y="2400300"/>
            <a:ext cx="38100" cy="76200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139" name="l12-bar1-2-139"/>
          <p:cNvSpPr/>
          <p:nvPr/>
        </p:nvSpPr>
        <p:spPr>
          <a:xfrm>
            <a:off x="8324850" y="1428750"/>
            <a:ext cx="38100" cy="762000"/>
          </a:xfrm>
          <a:prstGeom prst="rect">
            <a:avLst/>
          </a:prstGeom>
          <a:solidFill>
            <a:srgbClr val="718EAA"/>
          </a:solidFill>
        </p:spPr>
      </p:sp>
      <p:sp>
        <p:nvSpPr>
          <p:cNvPr id="140" name="l12-bar2-2-140"/>
          <p:cNvSpPr/>
          <p:nvPr/>
        </p:nvSpPr>
        <p:spPr>
          <a:xfrm>
            <a:off x="8324850" y="2400300"/>
            <a:ext cx="38100" cy="76200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141" name="l12-bar1-3-141"/>
          <p:cNvSpPr/>
          <p:nvPr/>
        </p:nvSpPr>
        <p:spPr>
          <a:xfrm>
            <a:off x="381000" y="4038600"/>
            <a:ext cx="38100" cy="762000"/>
          </a:xfrm>
          <a:prstGeom prst="rect">
            <a:avLst/>
          </a:prstGeom>
          <a:solidFill>
            <a:srgbClr val="718EAA"/>
          </a:solidFill>
        </p:spPr>
      </p:sp>
      <p:sp>
        <p:nvSpPr>
          <p:cNvPr id="142" name="l12-bar2-3-142"/>
          <p:cNvSpPr/>
          <p:nvPr/>
        </p:nvSpPr>
        <p:spPr>
          <a:xfrm>
            <a:off x="381000" y="5010150"/>
            <a:ext cx="38100" cy="76200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143" name="l12-bar1-4-143"/>
          <p:cNvSpPr/>
          <p:nvPr/>
        </p:nvSpPr>
        <p:spPr>
          <a:xfrm>
            <a:off x="4352925" y="4038600"/>
            <a:ext cx="38100" cy="762000"/>
          </a:xfrm>
          <a:prstGeom prst="rect">
            <a:avLst/>
          </a:prstGeom>
          <a:solidFill>
            <a:srgbClr val="718EAA"/>
          </a:solidFill>
        </p:spPr>
      </p:sp>
      <p:sp>
        <p:nvSpPr>
          <p:cNvPr id="144" name="l12-bar2-4-144"/>
          <p:cNvSpPr/>
          <p:nvPr/>
        </p:nvSpPr>
        <p:spPr>
          <a:xfrm>
            <a:off x="4352925" y="5010150"/>
            <a:ext cx="38100" cy="76200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145" name="l12-bar1-5-145"/>
          <p:cNvSpPr/>
          <p:nvPr/>
        </p:nvSpPr>
        <p:spPr>
          <a:xfrm>
            <a:off x="8324850" y="4038600"/>
            <a:ext cx="38100" cy="762000"/>
          </a:xfrm>
          <a:prstGeom prst="rect">
            <a:avLst/>
          </a:prstGeom>
          <a:solidFill>
            <a:srgbClr val="718EAA"/>
          </a:solidFill>
        </p:spPr>
      </p:sp>
      <p:sp>
        <p:nvSpPr>
          <p:cNvPr id="146" name="l12-bar2-5-146"/>
          <p:cNvSpPr/>
          <p:nvPr/>
        </p:nvSpPr>
        <p:spPr>
          <a:xfrm>
            <a:off x="8324850" y="5010150"/>
            <a:ext cx="38100" cy="762000"/>
          </a:xfrm>
          <a:prstGeom prst="rect">
            <a:avLst/>
          </a:prstGeom>
          <a:solidFill>
            <a:srgbClr val="173D67"/>
          </a:solidFill>
        </p:spPr>
      </p:sp>
    </p:spTree>
    <p:extLst>
      <p:ext uri="{BB962C8B-B14F-4D97-AF65-F5344CB8AC3E}">
        <ns3:creationId val="1684708780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1" name="text-935">
            <a:extLst>
              <a:ext uri="{FF2B5EF4-FFF2-40B4-BE49-F238E27FC236}">
                <ns2:creationId id="{3AF47E1C-A3E5-4F58-84B3-C54D42EF45B8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研究展望｜格局描述与机制检验</a:t>
            </a:r>
            <a:endParaRPr/>
          </a:p>
        </p:txBody>
      </p:sp>
      <p:sp>
        <p:nvSpPr>
          <p:cNvPr id="2" name="line-936">
            <a:extLst>
              <a:ext uri="{FF2B5EF4-FFF2-40B4-BE49-F238E27FC236}">
                <ns2:creationId id="{EA2E9FD2-DAE1-4096-AF3C-A9469BDDCECE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937">
            <a:extLst>
              <a:ext uri="{FF2B5EF4-FFF2-40B4-BE49-F238E27FC236}">
                <ns2:creationId id="{07E1F067-AE02-49AA-AF62-77EA20BEE230}"/>
              </a:ext>
            </a:extLst>
          </p:cNvPr>
          <p:cNvSpPr>
            <a:spLocks noGrp="1"/>
          </p:cNvSpPr>
          <p:nvPr/>
        </p:nvSpPr>
        <p:spPr>
          <a:xfrm>
            <a:off x="228600" y="952500"/>
            <a:ext cx="1457325" cy="147637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2" name="icon-search-ring-122"/>
          <p:cNvSpPr/>
          <p:nvPr/>
        </p:nvSpPr>
        <p:spPr>
          <a:xfrm>
            <a:off x="782574" y="1144524"/>
            <a:ext cx="226314" cy="226314"/>
          </a:xfrm>
          <a:prstGeom prst="ellipse">
            <a:avLst/>
          </a:prstGeom>
          <a:noFill/>
          <a:ln w="19050" cap="rnd">
            <a:solidFill>
              <a:srgbClr val="173D67"/>
            </a:solidFill>
          </a:ln>
        </p:spPr>
      </p:sp>
      <p:sp>
        <p:nvSpPr>
          <p:cNvPr id="123" name="icon-search-handle-123"/>
          <p:cNvSpPr/>
          <p:nvPr/>
        </p:nvSpPr>
        <p:spPr>
          <a:xfrm>
            <a:off x="723900" y="108585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10" y="610"/>
                </a:moveTo>
                <a:lnTo>
                  <a:pt x="850" y="850"/>
                </a:lnTo>
              </a:path>
            </a:pathLst>
          </a:custGeom>
          <a:noFill/>
          <a:ln w="21908" cap="rnd">
            <a:solidFill>
              <a:srgbClr val="173D67"/>
            </a:solidFill>
          </a:ln>
        </p:spPr>
      </p:sp>
      <p:sp>
        <p:nvSpPr>
          <p:cNvPr id="6" name="text-940">
            <a:extLst>
              <a:ext uri="{FF2B5EF4-FFF2-40B4-BE49-F238E27FC236}">
                <ns2:creationId id="{64250BAB-4BD9-4AFC-8C11-63DC11D8BCDD}"/>
              </a:ext>
            </a:extLst>
          </p:cNvPr>
          <p:cNvSpPr>
            <a:spLocks noGrp="1"/>
          </p:cNvSpPr>
          <p:nvPr/>
        </p:nvSpPr>
        <p:spPr>
          <a:xfrm>
            <a:off x="266700" y="158115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观察层面</a:t>
            </a:r>
            <a:endParaRPr/>
          </a:p>
        </p:txBody>
      </p:sp>
      <p:sp>
        <p:nvSpPr>
          <p:cNvPr id="7" name="text-941">
            <a:extLst>
              <a:ext uri="{FF2B5EF4-FFF2-40B4-BE49-F238E27FC236}">
                <ns2:creationId id="{B67C43D4-3F01-4AA4-8B5A-875B608582BD}"/>
              </a:ext>
            </a:extLst>
          </p:cNvPr>
          <p:cNvSpPr>
            <a:spLocks noGrp="1"/>
          </p:cNvSpPr>
          <p:nvPr/>
        </p:nvSpPr>
        <p:spPr>
          <a:xfrm>
            <a:off x="266700" y="1885950"/>
            <a:ext cx="1390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回答</a:t>
            </a:r>
            <a:br/>
            <a:r>
              <a: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“是什么”</a:t>
            </a:r>
            <a:endParaRPr/>
          </a:p>
        </p:txBody>
      </p:sp>
      <p:sp>
        <p:nvSpPr>
          <p:cNvPr id="101" name="l13-before-card-0-101"/>
          <p:cNvSpPr/>
          <p:nvPr/>
        </p:nvSpPr>
        <p:spPr>
          <a:xfrm>
            <a:off x="1866900" y="1143000"/>
            <a:ext cx="2076450" cy="1095375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718EAA"/>
            </a:solidFill>
          </a:ln>
        </p:spPr>
      </p:sp>
      <p:sp>
        <p:nvSpPr>
          <p:cNvPr id="102" name="l13-before-bar-0-102"/>
          <p:cNvSpPr/>
          <p:nvPr/>
        </p:nvSpPr>
        <p:spPr>
          <a:xfrm>
            <a:off x="1866900" y="1143000"/>
            <a:ext cx="47625" cy="1095375"/>
          </a:xfrm>
          <a:prstGeom prst="rect">
            <a:avLst/>
          </a:prstGeom>
          <a:solidFill>
            <a:srgbClr val="718EAA"/>
          </a:solidFill>
        </p:spPr>
      </p:sp>
      <p:sp>
        <p:nvSpPr>
          <p:cNvPr id="12" name="text-946">
            <a:extLst>
              <a:ext uri="{FF2B5EF4-FFF2-40B4-BE49-F238E27FC236}">
                <ns2:creationId id="{7537188A-1D96-43B8-A83F-10C2CBFFD9AC}"/>
              </a:ext>
            </a:extLst>
          </p:cNvPr>
          <p:cNvSpPr>
            <a:spLocks noGrp="1"/>
          </p:cNvSpPr>
          <p:nvPr/>
        </p:nvSpPr>
        <p:spPr>
          <a:xfrm>
            <a:off x="2000250" y="1219200"/>
            <a:ext cx="18478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格局描述</a:t>
            </a:r>
            <a:endParaRPr/>
          </a:p>
        </p:txBody>
      </p:sp>
      <p:sp>
        <p:nvSpPr>
          <p:cNvPr id="13" name="arrow-947">
            <a:extLst>
              <a:ext uri="{FF2B5EF4-FFF2-40B4-BE49-F238E27FC236}">
                <ns2:creationId id="{C671E254-1C49-43EF-9FF3-82BF35BDACAE}"/>
              </a:ext>
            </a:extLst>
          </p:cNvPr>
          <p:cNvSpPr>
            <a:spLocks noGrp="1"/>
          </p:cNvSpPr>
          <p:nvPr/>
        </p:nvSpPr>
        <p:spPr>
          <a:xfrm>
            <a:off x="4124325" y="1143000"/>
            <a:ext cx="4057650" cy="1095375"/>
          </a:xfrm>
          <a:prstGeom prst="rightArrow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4" name="text-948">
            <a:extLst>
              <a:ext uri="{FF2B5EF4-FFF2-40B4-BE49-F238E27FC236}">
                <ns2:creationId id="{09C5818E-F59B-4D5F-893C-69E65F388FB4}"/>
              </a:ext>
            </a:extLst>
          </p:cNvPr>
          <p:cNvSpPr>
            <a:spLocks noGrp="1"/>
          </p:cNvSpPr>
          <p:nvPr/>
        </p:nvSpPr>
        <p:spPr>
          <a:xfrm>
            <a:off x="4343400" y="1276350"/>
            <a:ext cx="3486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增加梯度与重复观测</a:t>
            </a:r>
            <a:endParaRPr/>
          </a:p>
        </p:txBody>
      </p:sp>
      <p:sp>
        <p:nvSpPr>
          <p:cNvPr id="15" name="text-949">
            <a:extLst>
              <a:ext uri="{FF2B5EF4-FFF2-40B4-BE49-F238E27FC236}">
                <ns2:creationId id="{D4E65885-4BF8-4C9E-92DA-A4E7C68631A4}"/>
              </a:ext>
            </a:extLst>
          </p:cNvPr>
          <p:cNvSpPr>
            <a:spLocks noGrp="1"/>
          </p:cNvSpPr>
          <p:nvPr/>
        </p:nvSpPr>
        <p:spPr>
          <a:xfrm>
            <a:off x="4343400" y="1676400"/>
            <a:ext cx="3486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扩展空间范围与观测时间</a:t>
            </a:r>
            <a:endParaRPr/>
          </a:p>
        </p:txBody>
      </p:sp>
      <p:sp>
        <p:nvSpPr>
          <p:cNvPr id="103" name="l13-after-card-0-103"/>
          <p:cNvSpPr/>
          <p:nvPr/>
        </p:nvSpPr>
        <p:spPr>
          <a:xfrm>
            <a:off x="8362950" y="1143000"/>
            <a:ext cx="3486150" cy="1095375"/>
          </a:xfrm>
          <a:prstGeom prst="rect">
            <a:avLst/>
          </a:prstGeom>
          <a:solidFill>
            <a:srgbClr val="EEF3F8"/>
          </a:solidFill>
          <a:ln w="12382" cap="rnd">
            <a:solidFill>
              <a:srgbClr val="173D67"/>
            </a:solidFill>
          </a:ln>
        </p:spPr>
      </p:sp>
      <p:sp>
        <p:nvSpPr>
          <p:cNvPr id="104" name="l13-after-bar-0-104"/>
          <p:cNvSpPr/>
          <p:nvPr/>
        </p:nvSpPr>
        <p:spPr>
          <a:xfrm>
            <a:off x="8362950" y="1143000"/>
            <a:ext cx="47625" cy="1095375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21" name="text-955">
            <a:extLst>
              <a:ext uri="{FF2B5EF4-FFF2-40B4-BE49-F238E27FC236}">
                <ns2:creationId id="{F46D1F4F-BCF8-4712-AF2E-D0047E45F061}"/>
              </a:ext>
            </a:extLst>
          </p:cNvPr>
          <p:cNvSpPr>
            <a:spLocks noGrp="1"/>
          </p:cNvSpPr>
          <p:nvPr/>
        </p:nvSpPr>
        <p:spPr>
          <a:xfrm>
            <a:off x="8515350" y="1219200"/>
            <a:ext cx="3219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过程变化</a:t>
            </a:r>
            <a:endParaRPr/>
          </a:p>
        </p:txBody>
      </p:sp>
      <p:sp>
        <p:nvSpPr>
          <p:cNvPr id="22" name="line-956">
            <a:extLst>
              <a:ext uri="{FF2B5EF4-FFF2-40B4-BE49-F238E27FC236}">
                <ns2:creationId id="{1DC55161-BEDE-4EB9-887B-2C8574E92BB7}"/>
              </a:ext>
            </a:extLst>
          </p:cNvPr>
          <p:cNvSpPr>
            <a:spLocks noGrp="1"/>
          </p:cNvSpPr>
          <p:nvPr/>
        </p:nvSpPr>
        <p:spPr>
          <a:xfrm>
            <a:off x="228600" y="2476500"/>
            <a:ext cx="11734800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23" name="shape-957">
            <a:extLst>
              <a:ext uri="{FF2B5EF4-FFF2-40B4-BE49-F238E27FC236}">
                <ns2:creationId id="{334D07F8-6DCF-4CD1-8673-64E35F753C2C}"/>
              </a:ext>
            </a:extLst>
          </p:cNvPr>
          <p:cNvSpPr>
            <a:spLocks noGrp="1"/>
          </p:cNvSpPr>
          <p:nvPr/>
        </p:nvSpPr>
        <p:spPr>
          <a:xfrm>
            <a:off x="228600" y="2562225"/>
            <a:ext cx="1457325" cy="147637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4" name="icon-table-124"/>
          <p:cNvSpPr/>
          <p:nvPr/>
        </p:nvSpPr>
        <p:spPr>
          <a:xfrm>
            <a:off x="723900" y="2695575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160"/>
                </a:moveTo>
                <a:lnTo>
                  <a:pt x="860" y="160"/>
                </a:lnTo>
                <a:lnTo>
                  <a:pt x="860" y="840"/>
                </a:lnTo>
                <a:lnTo>
                  <a:pt x="140" y="840"/>
                </a:lnTo>
                <a:close/>
              </a:path>
              <a:path w="1000" h="1000">
                <a:moveTo>
                  <a:pt x="140" y="380"/>
                </a:moveTo>
                <a:lnTo>
                  <a:pt x="860" y="380"/>
                </a:lnTo>
              </a:path>
              <a:path w="1000" h="1000">
                <a:moveTo>
                  <a:pt x="140" y="610"/>
                </a:moveTo>
                <a:lnTo>
                  <a:pt x="860" y="610"/>
                </a:lnTo>
              </a:path>
              <a:path w="1000" h="1000">
                <a:moveTo>
                  <a:pt x="460" y="160"/>
                </a:moveTo>
                <a:lnTo>
                  <a:pt x="460" y="840"/>
                </a:lnTo>
              </a:path>
            </a:pathLst>
          </a:custGeom>
          <a:noFill/>
          <a:ln w="19050" cap="rnd">
            <a:solidFill>
              <a:srgbClr val="173D67"/>
            </a:solidFill>
          </a:ln>
        </p:spPr>
      </p:sp>
      <p:sp>
        <p:nvSpPr>
          <p:cNvPr id="36" name="text-970">
            <a:extLst>
              <a:ext uri="{FF2B5EF4-FFF2-40B4-BE49-F238E27FC236}">
                <ns2:creationId id="{1A716FAC-CB48-4409-9214-221F8197547F}"/>
              </a:ext>
            </a:extLst>
          </p:cNvPr>
          <p:cNvSpPr>
            <a:spLocks noGrp="1"/>
          </p:cNvSpPr>
          <p:nvPr/>
        </p:nvSpPr>
        <p:spPr>
          <a:xfrm>
            <a:off x="266700" y="3190875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解释层面</a:t>
            </a:r>
            <a:endParaRPr/>
          </a:p>
        </p:txBody>
      </p:sp>
      <p:sp>
        <p:nvSpPr>
          <p:cNvPr id="37" name="text-971">
            <a:extLst>
              <a:ext uri="{FF2B5EF4-FFF2-40B4-BE49-F238E27FC236}">
                <ns2:creationId id="{7724C9E5-1049-47EB-B3A5-AE267F97A416}"/>
              </a:ext>
            </a:extLst>
          </p:cNvPr>
          <p:cNvSpPr>
            <a:spLocks noGrp="1"/>
          </p:cNvSpPr>
          <p:nvPr/>
        </p:nvSpPr>
        <p:spPr>
          <a:xfrm>
            <a:off x="266700" y="3495675"/>
            <a:ext cx="1390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回答</a:t>
            </a:r>
            <a:br/>
            <a:r>
              <a: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“为什么”</a:t>
            </a:r>
            <a:endParaRPr/>
          </a:p>
        </p:txBody>
      </p:sp>
      <p:sp>
        <p:nvSpPr>
          <p:cNvPr id="105" name="l13-before-card-1-105"/>
          <p:cNvSpPr/>
          <p:nvPr/>
        </p:nvSpPr>
        <p:spPr>
          <a:xfrm>
            <a:off x="1866900" y="2752725"/>
            <a:ext cx="2076450" cy="1095375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718EAA"/>
            </a:solidFill>
          </a:ln>
        </p:spPr>
      </p:sp>
      <p:sp>
        <p:nvSpPr>
          <p:cNvPr id="106" name="l13-before-bar-1-106"/>
          <p:cNvSpPr/>
          <p:nvPr/>
        </p:nvSpPr>
        <p:spPr>
          <a:xfrm>
            <a:off x="1866900" y="2752725"/>
            <a:ext cx="47625" cy="1095375"/>
          </a:xfrm>
          <a:prstGeom prst="rect">
            <a:avLst/>
          </a:prstGeom>
          <a:solidFill>
            <a:srgbClr val="718EAA"/>
          </a:solidFill>
        </p:spPr>
      </p:sp>
      <p:sp>
        <p:nvSpPr>
          <p:cNvPr id="43" name="text-977">
            <a:extLst>
              <a:ext uri="{FF2B5EF4-FFF2-40B4-BE49-F238E27FC236}">
                <ns2:creationId id="{46C9AA54-C8DD-4803-B463-1FDBB68091C6}"/>
              </a:ext>
            </a:extLst>
          </p:cNvPr>
          <p:cNvSpPr>
            <a:spLocks noGrp="1"/>
          </p:cNvSpPr>
          <p:nvPr/>
        </p:nvSpPr>
        <p:spPr>
          <a:xfrm>
            <a:off x="2000250" y="2828925"/>
            <a:ext cx="18478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相关关系</a:t>
            </a:r>
            <a:endParaRPr/>
          </a:p>
        </p:txBody>
      </p:sp>
      <p:sp>
        <p:nvSpPr>
          <p:cNvPr id="44" name="arrow-978">
            <a:extLst>
              <a:ext uri="{FF2B5EF4-FFF2-40B4-BE49-F238E27FC236}">
                <ns2:creationId id="{EA216D0F-7421-4855-BA63-6B58F65C262E}"/>
              </a:ext>
            </a:extLst>
          </p:cNvPr>
          <p:cNvSpPr>
            <a:spLocks noGrp="1"/>
          </p:cNvSpPr>
          <p:nvPr/>
        </p:nvSpPr>
        <p:spPr>
          <a:xfrm>
            <a:off x="4124325" y="2752725"/>
            <a:ext cx="4057650" cy="1095375"/>
          </a:xfrm>
          <a:prstGeom prst="rightArrow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5" name="text-979">
            <a:extLst>
              <a:ext uri="{FF2B5EF4-FFF2-40B4-BE49-F238E27FC236}">
                <ns2:creationId id="{566EAB58-6A40-406F-957F-BB90A4BA091A}"/>
              </a:ext>
            </a:extLst>
          </p:cNvPr>
          <p:cNvSpPr>
            <a:spLocks noGrp="1"/>
          </p:cNvSpPr>
          <p:nvPr/>
        </p:nvSpPr>
        <p:spPr>
          <a:xfrm>
            <a:off x="4343400" y="2886075"/>
            <a:ext cx="3486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比较竞争假说与对照情景</a:t>
            </a:r>
            <a:endParaRPr/>
          </a:p>
        </p:txBody>
      </p:sp>
      <p:sp>
        <p:nvSpPr>
          <p:cNvPr id="46" name="text-980">
            <a:extLst>
              <a:ext uri="{FF2B5EF4-FFF2-40B4-BE49-F238E27FC236}">
                <ns2:creationId id="{B894DF09-EA82-4189-A1ED-CEBDD4B03CC9}"/>
              </a:ext>
            </a:extLst>
          </p:cNvPr>
          <p:cNvSpPr>
            <a:spLocks noGrp="1"/>
          </p:cNvSpPr>
          <p:nvPr/>
        </p:nvSpPr>
        <p:spPr>
          <a:xfrm>
            <a:off x="4343400" y="3286125"/>
            <a:ext cx="3486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区分多个可能解释</a:t>
            </a:r>
            <a:endParaRPr/>
          </a:p>
        </p:txBody>
      </p:sp>
      <p:sp>
        <p:nvSpPr>
          <p:cNvPr id="107" name="l13-after-card-1-107"/>
          <p:cNvSpPr/>
          <p:nvPr/>
        </p:nvSpPr>
        <p:spPr>
          <a:xfrm>
            <a:off x="8362950" y="2752725"/>
            <a:ext cx="3486150" cy="1095375"/>
          </a:xfrm>
          <a:prstGeom prst="rect">
            <a:avLst/>
          </a:prstGeom>
          <a:solidFill>
            <a:srgbClr val="EEF3F8"/>
          </a:solidFill>
          <a:ln w="12382" cap="rnd">
            <a:solidFill>
              <a:srgbClr val="173D67"/>
            </a:solidFill>
          </a:ln>
        </p:spPr>
      </p:sp>
      <p:sp>
        <p:nvSpPr>
          <p:cNvPr id="108" name="l13-after-bar-1-108"/>
          <p:cNvSpPr/>
          <p:nvPr/>
        </p:nvSpPr>
        <p:spPr>
          <a:xfrm>
            <a:off x="8362950" y="2752725"/>
            <a:ext cx="47625" cy="1095375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59" name="text-993">
            <a:extLst>
              <a:ext uri="{FF2B5EF4-FFF2-40B4-BE49-F238E27FC236}">
                <ns2:creationId id="{F0193E16-4F3E-455B-8288-7766928E84C6}"/>
              </a:ext>
            </a:extLst>
          </p:cNvPr>
          <p:cNvSpPr>
            <a:spLocks noGrp="1"/>
          </p:cNvSpPr>
          <p:nvPr/>
        </p:nvSpPr>
        <p:spPr>
          <a:xfrm>
            <a:off x="8515350" y="2828925"/>
            <a:ext cx="3219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机制检验</a:t>
            </a:r>
            <a:endParaRPr/>
          </a:p>
        </p:txBody>
      </p:sp>
      <p:sp>
        <p:nvSpPr>
          <p:cNvPr id="60" name="line-994">
            <a:extLst>
              <a:ext uri="{FF2B5EF4-FFF2-40B4-BE49-F238E27FC236}">
                <ns2:creationId id="{044CB4D3-9188-4074-889F-AFE532E642D4}"/>
              </a:ext>
            </a:extLst>
          </p:cNvPr>
          <p:cNvSpPr>
            <a:spLocks noGrp="1"/>
          </p:cNvSpPr>
          <p:nvPr/>
        </p:nvSpPr>
        <p:spPr>
          <a:xfrm>
            <a:off x="228600" y="4086225"/>
            <a:ext cx="11734800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61" name="shape-995">
            <a:extLst>
              <a:ext uri="{FF2B5EF4-FFF2-40B4-BE49-F238E27FC236}">
                <ns2:creationId id="{3C794576-C2E6-4E56-82D1-57F5A4587D82}"/>
              </a:ext>
            </a:extLst>
          </p:cNvPr>
          <p:cNvSpPr>
            <a:spLocks noGrp="1"/>
          </p:cNvSpPr>
          <p:nvPr/>
        </p:nvSpPr>
        <p:spPr>
          <a:xfrm>
            <a:off x="228600" y="4171950"/>
            <a:ext cx="1457325" cy="147637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5" name="icon-check-ring-125"/>
          <p:cNvSpPr/>
          <p:nvPr/>
        </p:nvSpPr>
        <p:spPr>
          <a:xfrm>
            <a:off x="774192" y="4355592"/>
            <a:ext cx="318516" cy="318516"/>
          </a:xfrm>
          <a:prstGeom prst="ellipse">
            <a:avLst/>
          </a:prstGeom>
          <a:noFill/>
          <a:ln w="19050" cap="rnd">
            <a:solidFill>
              <a:srgbClr val="173D67"/>
            </a:solidFill>
          </a:ln>
        </p:spPr>
      </p:sp>
      <p:sp>
        <p:nvSpPr>
          <p:cNvPr id="126" name="icon-check-mark-126"/>
          <p:cNvSpPr/>
          <p:nvPr/>
        </p:nvSpPr>
        <p:spPr>
          <a:xfrm>
            <a:off x="723900" y="4305300"/>
            <a:ext cx="419100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21908" cap="rnd">
            <a:solidFill>
              <a:srgbClr val="173D67"/>
            </a:solidFill>
          </a:ln>
        </p:spPr>
      </p:sp>
      <p:sp>
        <p:nvSpPr>
          <p:cNvPr id="67" name="text-1001">
            <a:extLst>
              <a:ext uri="{FF2B5EF4-FFF2-40B4-BE49-F238E27FC236}">
                <ns2:creationId id="{9CB890D3-9023-4262-BD27-F3884F5E49C0}"/>
              </a:ext>
            </a:extLst>
          </p:cNvPr>
          <p:cNvSpPr>
            <a:spLocks noGrp="1"/>
          </p:cNvSpPr>
          <p:nvPr/>
        </p:nvSpPr>
        <p:spPr>
          <a:xfrm>
            <a:off x="266700" y="480060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应用层面</a:t>
            </a:r>
            <a:endParaRPr/>
          </a:p>
        </p:txBody>
      </p:sp>
      <p:sp>
        <p:nvSpPr>
          <p:cNvPr id="68" name="text-1002">
            <a:extLst>
              <a:ext uri="{FF2B5EF4-FFF2-40B4-BE49-F238E27FC236}">
                <ns2:creationId id="{7693D262-E892-48D1-B172-B6679E65B926}"/>
              </a:ext>
            </a:extLst>
          </p:cNvPr>
          <p:cNvSpPr>
            <a:spLocks noGrp="1"/>
          </p:cNvSpPr>
          <p:nvPr/>
        </p:nvSpPr>
        <p:spPr>
          <a:xfrm>
            <a:off x="266700" y="5105400"/>
            <a:ext cx="1390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回答</a:t>
            </a:r>
            <a:br/>
            <a:r>
              <a:rPr sz="12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“哪里适用”</a:t>
            </a:r>
            <a:endParaRPr/>
          </a:p>
        </p:txBody>
      </p:sp>
      <p:sp>
        <p:nvSpPr>
          <p:cNvPr id="109" name="l13-before-card-2-109"/>
          <p:cNvSpPr/>
          <p:nvPr/>
        </p:nvSpPr>
        <p:spPr>
          <a:xfrm>
            <a:off x="1866900" y="4362450"/>
            <a:ext cx="2076450" cy="1095375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718EAA"/>
            </a:solidFill>
          </a:ln>
        </p:spPr>
      </p:sp>
      <p:sp>
        <p:nvSpPr>
          <p:cNvPr id="110" name="l13-before-bar-2-110"/>
          <p:cNvSpPr/>
          <p:nvPr/>
        </p:nvSpPr>
        <p:spPr>
          <a:xfrm>
            <a:off x="1866900" y="4362450"/>
            <a:ext cx="47625" cy="1095375"/>
          </a:xfrm>
          <a:prstGeom prst="rect">
            <a:avLst/>
          </a:prstGeom>
          <a:solidFill>
            <a:srgbClr val="718EAA"/>
          </a:solidFill>
        </p:spPr>
      </p:sp>
      <p:sp>
        <p:nvSpPr>
          <p:cNvPr id="71" name="text-1005">
            <a:extLst>
              <a:ext uri="{FF2B5EF4-FFF2-40B4-BE49-F238E27FC236}">
                <ns2:creationId id="{C31D571D-3426-4FF0-9C68-B59326968D31}"/>
              </a:ext>
            </a:extLst>
          </p:cNvPr>
          <p:cNvSpPr>
            <a:spLocks noGrp="1"/>
          </p:cNvSpPr>
          <p:nvPr/>
        </p:nvSpPr>
        <p:spPr>
          <a:xfrm>
            <a:off x="2000250" y="4438650"/>
            <a:ext cx="18478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局部结论</a:t>
            </a:r>
            <a:endParaRPr/>
          </a:p>
        </p:txBody>
      </p:sp>
      <p:sp>
        <p:nvSpPr>
          <p:cNvPr id="72" name="arrow-1006">
            <a:extLst>
              <a:ext uri="{FF2B5EF4-FFF2-40B4-BE49-F238E27FC236}">
                <ns2:creationId id="{018701CF-26D7-42DB-ADF3-C9FE2FEB719D}"/>
              </a:ext>
            </a:extLst>
          </p:cNvPr>
          <p:cNvSpPr>
            <a:spLocks noGrp="1"/>
          </p:cNvSpPr>
          <p:nvPr/>
        </p:nvSpPr>
        <p:spPr>
          <a:xfrm>
            <a:off x="4124325" y="4362450"/>
            <a:ext cx="4057650" cy="1095375"/>
          </a:xfrm>
          <a:prstGeom prst="rightArrow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73" name="text-1007">
            <a:extLst>
              <a:ext uri="{FF2B5EF4-FFF2-40B4-BE49-F238E27FC236}">
                <ns2:creationId id="{59931B5F-46D3-45B7-A154-166A967DE2C8}"/>
              </a:ext>
            </a:extLst>
          </p:cNvPr>
          <p:cNvSpPr>
            <a:spLocks noGrp="1"/>
          </p:cNvSpPr>
          <p:nvPr/>
        </p:nvSpPr>
        <p:spPr>
          <a:xfrm>
            <a:off x="4343400" y="4495800"/>
            <a:ext cx="3486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跨地点验证与情景评估</a:t>
            </a:r>
            <a:endParaRPr/>
          </a:p>
        </p:txBody>
      </p:sp>
      <p:sp>
        <p:nvSpPr>
          <p:cNvPr id="74" name="text-1008">
            <a:extLst>
              <a:ext uri="{FF2B5EF4-FFF2-40B4-BE49-F238E27FC236}">
                <ns2:creationId id="{487BB9CD-BC46-4620-AA78-36EB2068094C}"/>
              </a:ext>
            </a:extLst>
          </p:cNvPr>
          <p:cNvSpPr>
            <a:spLocks noGrp="1"/>
          </p:cNvSpPr>
          <p:nvPr/>
        </p:nvSpPr>
        <p:spPr>
          <a:xfrm>
            <a:off x="4343400" y="4895850"/>
            <a:ext cx="3486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识别适用条件与外推边界</a:t>
            </a:r>
            <a:endParaRPr/>
          </a:p>
        </p:txBody>
      </p:sp>
      <p:sp>
        <p:nvSpPr>
          <p:cNvPr id="111" name="l13-after-card-2-111"/>
          <p:cNvSpPr/>
          <p:nvPr/>
        </p:nvSpPr>
        <p:spPr>
          <a:xfrm>
            <a:off x="8362950" y="4362450"/>
            <a:ext cx="3486150" cy="1095375"/>
          </a:xfrm>
          <a:prstGeom prst="rect">
            <a:avLst/>
          </a:prstGeom>
          <a:solidFill>
            <a:srgbClr val="EEF3F8"/>
          </a:solidFill>
          <a:ln w="12382" cap="rnd">
            <a:solidFill>
              <a:srgbClr val="173D67"/>
            </a:solidFill>
          </a:ln>
        </p:spPr>
      </p:sp>
      <p:sp>
        <p:nvSpPr>
          <p:cNvPr id="112" name="l13-after-bar-2-112"/>
          <p:cNvSpPr/>
          <p:nvPr/>
        </p:nvSpPr>
        <p:spPr>
          <a:xfrm>
            <a:off x="8362950" y="4362450"/>
            <a:ext cx="47625" cy="1095375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78" name="text-1012">
            <a:extLst>
              <a:ext uri="{FF2B5EF4-FFF2-40B4-BE49-F238E27FC236}">
                <ns2:creationId id="{5FE64DC6-2EBF-4304-88CA-1C1A57B375BF}"/>
              </a:ext>
            </a:extLst>
          </p:cNvPr>
          <p:cNvSpPr>
            <a:spLocks noGrp="1"/>
          </p:cNvSpPr>
          <p:nvPr/>
        </p:nvSpPr>
        <p:spPr>
          <a:xfrm>
            <a:off x="8515350" y="4438650"/>
            <a:ext cx="3219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适用范围</a:t>
            </a:r>
            <a:endParaRPr/>
          </a:p>
        </p:txBody>
      </p:sp>
      <p:sp>
        <p:nvSpPr>
          <p:cNvPr id="79" name="line-1013">
            <a:extLst>
              <a:ext uri="{FF2B5EF4-FFF2-40B4-BE49-F238E27FC236}">
                <ns2:creationId id="{9AA3E0ED-3CE2-4F84-BD6B-A3A6473FC0B2}"/>
              </a:ext>
            </a:extLst>
          </p:cNvPr>
          <p:cNvSpPr>
            <a:spLocks noGrp="1"/>
          </p:cNvSpPr>
          <p:nvPr/>
        </p:nvSpPr>
        <p:spPr>
          <a:xfrm>
            <a:off x="228600" y="5695950"/>
            <a:ext cx="11734800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80" name="shape-1014">
            <a:extLst>
              <a:ext uri="{FF2B5EF4-FFF2-40B4-BE49-F238E27FC236}">
                <ns2:creationId id="{85D4BD6D-F916-4964-B254-71C1F505F448}"/>
              </a:ext>
            </a:extLst>
          </p:cNvPr>
          <p:cNvSpPr>
            <a:spLocks noGrp="1"/>
          </p:cNvSpPr>
          <p:nvPr/>
        </p:nvSpPr>
        <p:spPr>
          <a:xfrm>
            <a:off x="381000" y="5943600"/>
            <a:ext cx="295275" cy="29527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81" name="text-1015">
            <a:extLst>
              <a:ext uri="{FF2B5EF4-FFF2-40B4-BE49-F238E27FC236}">
                <ns2:creationId id="{6F26EC58-6A4E-44C7-B394-2E2343706272}"/>
              </a:ext>
            </a:extLst>
          </p:cNvPr>
          <p:cNvSpPr>
            <a:spLocks noGrp="1"/>
          </p:cNvSpPr>
          <p:nvPr/>
        </p:nvSpPr>
        <p:spPr>
          <a:xfrm>
            <a:off x="381000" y="59436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82" name="text-1016">
            <a:extLst>
              <a:ext uri="{FF2B5EF4-FFF2-40B4-BE49-F238E27FC236}">
                <ns2:creationId id="{FCBED44E-57F0-40D1-AC03-E7381F75B39F}"/>
              </a:ext>
            </a:extLst>
          </p:cNvPr>
          <p:cNvSpPr>
            <a:spLocks noGrp="1"/>
          </p:cNvSpPr>
          <p:nvPr/>
        </p:nvSpPr>
        <p:spPr>
          <a:xfrm>
            <a:off x="800100" y="593407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补充观测</a:t>
            </a:r>
            <a:endParaRPr/>
          </a:p>
        </p:txBody>
      </p:sp>
      <p:sp>
        <p:nvSpPr>
          <p:cNvPr id="83" name="shape-1017">
            <a:extLst>
              <a:ext uri="{FF2B5EF4-FFF2-40B4-BE49-F238E27FC236}">
                <ns2:creationId id="{0CC10D96-A3F0-4D5E-95C8-E9DE4460C665}"/>
              </a:ext>
            </a:extLst>
          </p:cNvPr>
          <p:cNvSpPr>
            <a:spLocks noGrp="1"/>
          </p:cNvSpPr>
          <p:nvPr/>
        </p:nvSpPr>
        <p:spPr>
          <a:xfrm>
            <a:off x="4305300" y="5943600"/>
            <a:ext cx="295275" cy="29527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84" name="text-1018">
            <a:extLst>
              <a:ext uri="{FF2B5EF4-FFF2-40B4-BE49-F238E27FC236}">
                <ns2:creationId id="{7CF7B846-827C-472C-BE1E-5DCBA9F9C001}"/>
              </a:ext>
            </a:extLst>
          </p:cNvPr>
          <p:cNvSpPr>
            <a:spLocks noGrp="1"/>
          </p:cNvSpPr>
          <p:nvPr/>
        </p:nvSpPr>
        <p:spPr>
          <a:xfrm>
            <a:off x="4305300" y="59436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85" name="text-1019">
            <a:extLst>
              <a:ext uri="{FF2B5EF4-FFF2-40B4-BE49-F238E27FC236}">
                <ns2:creationId id="{1C9D1CAB-299B-46A0-8E34-458DA2834C5F}"/>
              </a:ext>
            </a:extLst>
          </p:cNvPr>
          <p:cNvSpPr>
            <a:spLocks noGrp="1"/>
          </p:cNvSpPr>
          <p:nvPr/>
        </p:nvSpPr>
        <p:spPr>
          <a:xfrm>
            <a:off x="4724400" y="593407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优化设计</a:t>
            </a:r>
            <a:endParaRPr/>
          </a:p>
        </p:txBody>
      </p:sp>
      <p:sp>
        <p:nvSpPr>
          <p:cNvPr id="86" name="shape-1020">
            <a:extLst>
              <a:ext uri="{FF2B5EF4-FFF2-40B4-BE49-F238E27FC236}">
                <ns2:creationId id="{BCA859F3-8E5D-4DFA-A4C2-C3004C898A19}"/>
              </a:ext>
            </a:extLst>
          </p:cNvPr>
          <p:cNvSpPr>
            <a:spLocks noGrp="1"/>
          </p:cNvSpPr>
          <p:nvPr/>
        </p:nvSpPr>
        <p:spPr>
          <a:xfrm>
            <a:off x="8229600" y="5943600"/>
            <a:ext cx="295275" cy="29527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87" name="text-1021">
            <a:extLst>
              <a:ext uri="{FF2B5EF4-FFF2-40B4-BE49-F238E27FC236}">
                <ns2:creationId id="{267C523B-7DDD-45E6-BAA3-280A117A6360}"/>
              </a:ext>
            </a:extLst>
          </p:cNvPr>
          <p:cNvSpPr>
            <a:spLocks noGrp="1"/>
          </p:cNvSpPr>
          <p:nvPr/>
        </p:nvSpPr>
        <p:spPr>
          <a:xfrm>
            <a:off x="8229600" y="59436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88" name="text-1022">
            <a:extLst>
              <a:ext uri="{FF2B5EF4-FFF2-40B4-BE49-F238E27FC236}">
                <ns2:creationId id="{D91D0CAE-9A97-4579-B81C-A3AA214696FA}"/>
              </a:ext>
            </a:extLst>
          </p:cNvPr>
          <p:cNvSpPr>
            <a:spLocks noGrp="1"/>
          </p:cNvSpPr>
          <p:nvPr/>
        </p:nvSpPr>
        <p:spPr>
          <a:xfrm>
            <a:off x="8648700" y="593407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外部验证</a:t>
            </a:r>
            <a:endParaRPr/>
          </a:p>
        </p:txBody>
      </p:sp>
      <p:sp>
        <p:nvSpPr>
          <p:cNvPr id="89" name="text-1023">
            <a:extLst>
              <a:ext uri="{FF2B5EF4-FFF2-40B4-BE49-F238E27FC236}">
                <ns2:creationId id="{7C136F2A-1BCC-47A4-8344-6EB5FC31C731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0" name="text-1024">
            <a:extLst>
              <a:ext uri="{FF2B5EF4-FFF2-40B4-BE49-F238E27FC236}">
                <ns2:creationId id="{E8C62B39-A03E-4BE5-8C89-344570767C58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/>
          </a:p>
        </p:txBody>
      </p:sp>
    </p:spTree>
    <p:extLst>
      <p:ext uri="{BB962C8B-B14F-4D97-AF65-F5344CB8AC3E}">
        <ns3:creationId val="1577920055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4" name="shape-1025">
            <a:extLst>
              <a:ext uri="{FF2B5EF4-FFF2-40B4-BE49-F238E27FC236}">
                <ns2:creationId id="{77CB5FF7-3E69-4D78-BDB8-9818AFF04A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62700" cy="5372100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2" name="text-1026">
            <a:extLst>
              <a:ext uri="{FF2B5EF4-FFF2-40B4-BE49-F238E27FC236}">
                <ns2:creationId id="{0B2D4289-CAB8-408C-A494-D84B4F13F6CA}"/>
              </a:ext>
            </a:extLst>
          </p:cNvPr>
          <p:cNvSpPr>
            <a:spLocks noGrp="1"/>
          </p:cNvSpPr>
          <p:nvPr/>
        </p:nvSpPr>
        <p:spPr>
          <a:xfrm>
            <a:off x="457200" y="1114425"/>
            <a:ext cx="5334000" cy="2219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汇报完毕</a:t>
            </a:r>
            <a:endParaRPr/>
          </a:p>
          <a:p>
            <a: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敬请讨论</a:t>
            </a:r>
            <a:endParaRPr/>
          </a:p>
        </p:txBody>
      </p:sp>
      <p:sp>
        <p:nvSpPr>
          <p:cNvPr id="3" name="shape-1027">
            <a:extLst>
              <a:ext uri="{FF2B5EF4-FFF2-40B4-BE49-F238E27FC236}">
                <ns2:creationId id="{69B80962-B16B-4D7F-AB73-2BB7B3FC2E00}"/>
              </a:ext>
            </a:extLst>
          </p:cNvPr>
          <p:cNvSpPr>
            <a:spLocks noGrp="1"/>
          </p:cNvSpPr>
          <p:nvPr/>
        </p:nvSpPr>
        <p:spPr>
          <a:xfrm>
            <a:off x="485775" y="3705225"/>
            <a:ext cx="857250" cy="47625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4" name="text-1028">
            <a:extLst>
              <a:ext uri="{FF2B5EF4-FFF2-40B4-BE49-F238E27FC236}">
                <ns2:creationId id="{05DB9C03-3EE5-4518-840D-6D13D80E69C1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5410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哪些解释仍需进一步检验？</a:t>
            </a:r>
            <a:endParaRPr/>
          </a:p>
        </p:txBody>
      </p:sp>
      <p:sp>
        <p:nvSpPr>
          <p:cNvPr id="29" name="line-1052">
            <a:extLst>
              <a:ext uri="{FF2B5EF4-FFF2-40B4-BE49-F238E27FC236}">
                <ns2:creationId id="{C916AB14-3151-4998-9A22-08D6D800BBD5}"/>
              </a:ext>
            </a:extLst>
          </p:cNvPr>
          <p:cNvSpPr>
            <a:spLocks noGrp="1"/>
          </p:cNvSpPr>
          <p:nvPr/>
        </p:nvSpPr>
        <p:spPr>
          <a:xfrm>
            <a:off x="0" y="5372100"/>
            <a:ext cx="1219200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30" name="icon-person-1053">
            <a:extLst>
              <a:ext uri="{FF2B5EF4-FFF2-40B4-BE49-F238E27FC236}">
                <ns2:creationId id="{92625B89-B190-48BA-B604-C2162296F65C}"/>
              </a:ext>
            </a:extLst>
          </p:cNvPr>
          <p:cNvSpPr>
            <a:spLocks noGrp="1"/>
          </p:cNvSpPr>
          <p:nvPr/>
        </p:nvSpPr>
        <p:spPr>
          <a:xfrm>
            <a:off x="465296" y="5875592"/>
            <a:ext cx="88583" cy="88583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31" name="icon-person-1054">
            <a:extLst>
              <a:ext uri="{FF2B5EF4-FFF2-40B4-BE49-F238E27FC236}">
                <ns2:creationId id="{2F70FE3B-E1D7-4054-90A0-E497DF759AEB}"/>
              </a:ext>
            </a:extLst>
          </p:cNvPr>
          <p:cNvSpPr>
            <a:spLocks noGrp="1"/>
          </p:cNvSpPr>
          <p:nvPr/>
        </p:nvSpPr>
        <p:spPr>
          <a:xfrm>
            <a:off x="412147" y="5984843"/>
            <a:ext cx="191929" cy="135827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32" name="text-1055">
            <a:extLst>
              <a:ext uri="{FF2B5EF4-FFF2-40B4-BE49-F238E27FC236}">
                <ns2:creationId id="{2F5F3C28-5451-462C-B48E-ACE750BAC77E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3143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85" name="icon-check-ring-85"/>
          <p:cNvSpPr/>
          <p:nvPr/>
        </p:nvSpPr>
        <p:spPr>
          <a:xfrm>
            <a:off x="4472559" y="5787009"/>
            <a:ext cx="275082" cy="275082"/>
          </a:xfrm>
          <a:prstGeom prst="ellipse">
            <a:avLst/>
          </a:prstGeom>
          <a:noFill/>
          <a:ln w="19050" cap="rnd">
            <a:solidFill>
              <a:srgbClr val="173D67"/>
            </a:solidFill>
          </a:ln>
        </p:spPr>
      </p:sp>
      <p:sp>
        <p:nvSpPr>
          <p:cNvPr id="86" name="icon-check-mark-86"/>
          <p:cNvSpPr/>
          <p:nvPr/>
        </p:nvSpPr>
        <p:spPr>
          <a:xfrm>
            <a:off x="4429125" y="5743575"/>
            <a:ext cx="361950" cy="3619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21908" cap="rnd">
            <a:solidFill>
              <a:srgbClr val="173D67"/>
            </a:solidFill>
          </a:ln>
        </p:spPr>
      </p:sp>
      <p:sp>
        <p:nvSpPr>
          <p:cNvPr id="44" name="text-1067">
            <a:extLst>
              <a:ext uri="{FF2B5EF4-FFF2-40B4-BE49-F238E27FC236}">
                <ns2:creationId id="{F5EB26CC-8E4D-432E-8AC4-9D16C03DE544}"/>
              </a:ext>
            </a:extLst>
          </p:cNvPr>
          <p:cNvSpPr>
            <a:spLocks noGrp="1"/>
          </p:cNvSpPr>
          <p:nvPr/>
        </p:nvSpPr>
        <p:spPr>
          <a:xfrm>
            <a:off x="495300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endParaRPr/>
          </a:p>
        </p:txBody>
      </p:sp>
      <p:sp>
        <p:nvSpPr>
          <p:cNvPr id="87" name="icon-doc-87"/>
          <p:cNvSpPr/>
          <p:nvPr/>
        </p:nvSpPr>
        <p:spPr>
          <a:xfrm>
            <a:off x="6991350" y="5743575"/>
            <a:ext cx="361950" cy="3619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9050" cap="rnd">
            <a:solidFill>
              <a:srgbClr val="173D67"/>
            </a:solidFill>
          </a:ln>
        </p:spPr>
      </p:sp>
      <p:sp>
        <p:nvSpPr>
          <p:cNvPr id="47" name="text-1070">
            <a:extLst>
              <a:ext uri="{FF2B5EF4-FFF2-40B4-BE49-F238E27FC236}">
                <ns2:creationId id="{EE58B76C-DD9F-4C00-9273-84E4F39B858A}"/>
              </a:ext>
            </a:extLst>
          </p:cNvPr>
          <p:cNvSpPr>
            <a:spLocks noGrp="1"/>
          </p:cNvSpPr>
          <p:nvPr/>
        </p:nvSpPr>
        <p:spPr>
          <a:xfrm>
            <a:off x="7515225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  <a:endParaRPr/>
          </a:p>
        </p:txBody>
      </p:sp>
      <p:sp>
        <p:nvSpPr>
          <p:cNvPr id="88" name="icon-layers-88"/>
          <p:cNvSpPr/>
          <p:nvPr/>
        </p:nvSpPr>
        <p:spPr>
          <a:xfrm>
            <a:off x="9553575" y="5743575"/>
            <a:ext cx="361950" cy="3619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60"/>
                </a:moveTo>
                <a:lnTo>
                  <a:pt x="860" y="320"/>
                </a:lnTo>
                <a:lnTo>
                  <a:pt x="500" y="480"/>
                </a:lnTo>
                <a:lnTo>
                  <a:pt x="140" y="320"/>
                </a:lnTo>
                <a:close/>
              </a:path>
              <a:path w="1000" h="1000">
                <a:moveTo>
                  <a:pt x="140" y="500"/>
                </a:moveTo>
                <a:lnTo>
                  <a:pt x="500" y="660"/>
                </a:lnTo>
                <a:lnTo>
                  <a:pt x="860" y="500"/>
                </a:lnTo>
              </a:path>
              <a:path w="1000" h="1000">
                <a:moveTo>
                  <a:pt x="140" y="680"/>
                </a:moveTo>
                <a:lnTo>
                  <a:pt x="500" y="840"/>
                </a:lnTo>
                <a:lnTo>
                  <a:pt x="860" y="680"/>
                </a:lnTo>
              </a:path>
            </a:pathLst>
          </a:custGeom>
          <a:noFill/>
          <a:ln w="19050" cap="rnd">
            <a:solidFill>
              <a:srgbClr val="173D67"/>
            </a:solidFill>
          </a:ln>
        </p:spPr>
      </p:sp>
      <p:sp>
        <p:nvSpPr>
          <p:cNvPr id="51" name="text-1074">
            <a:extLst>
              <a:ext uri="{FF2B5EF4-FFF2-40B4-BE49-F238E27FC236}">
                <ns2:creationId id="{B71D1E75-297B-4368-8ED9-545F621B469C}"/>
              </a:ext>
            </a:extLst>
          </p:cNvPr>
          <p:cNvSpPr>
            <a:spLocks noGrp="1"/>
          </p:cNvSpPr>
          <p:nvPr/>
        </p:nvSpPr>
        <p:spPr>
          <a:xfrm>
            <a:off x="1007745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下一步工作</a:t>
            </a:r>
            <a:endParaRPr/>
          </a:p>
        </p:txBody>
      </p:sp>
      <p:sp>
        <p:nvSpPr>
          <p:cNvPr id="52" name="text-1075">
            <a:extLst>
              <a:ext uri="{FF2B5EF4-FFF2-40B4-BE49-F238E27FC236}">
                <ns2:creationId id="{374F29D9-52C4-4636-AF0E-907AA99230BF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53" name="text-1076">
            <a:extLst>
              <a:ext uri="{FF2B5EF4-FFF2-40B4-BE49-F238E27FC236}">
                <ns2:creationId id="{498A1029-233C-4F0B-9D87-3E16AAB23A8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/>
          </a:p>
        </p:txBody>
      </p:sp>
      <p:sp>
        <p:nvSpPr>
          <p:cNvPr id="64" name="close-card-bg-64"/>
          <p:cNvSpPr/>
          <p:nvPr/>
        </p:nvSpPr>
        <p:spPr>
          <a:xfrm>
            <a:off x="6724650" y="495300"/>
            <a:ext cx="5010150" cy="4438650"/>
          </a:xfrm>
          <a:prstGeom prst="rect">
            <a:avLst/>
          </a:prstGeom>
          <a:solidFill>
            <a:srgbClr val="FFFFFF"/>
          </a:solidFill>
          <a:ln w="13335" cap="rnd">
            <a:solidFill>
              <a:srgbClr val="173D67"/>
            </a:solidFill>
          </a:ln>
        </p:spPr>
      </p:sp>
      <p:sp>
        <p:nvSpPr>
          <p:cNvPr id="65" name="close-card-hdr-65"/>
          <p:cNvSpPr/>
          <p:nvPr/>
        </p:nvSpPr>
        <p:spPr>
          <a:xfrm>
            <a:off x="6724650" y="495300"/>
            <a:ext cx="5010150" cy="45720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66" name="close-card-hdr-txt-66"/>
          <p:cNvSpPr txBox="1"/>
          <p:nvPr/>
        </p:nvSpPr>
        <p:spPr>
          <a:xfrm>
            <a:off x="6934200" y="561975"/>
            <a:ext cx="459105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讨论焦点与下一步  ·  DISCUSSION</a:t>
            </a:r>
            <a:endParaRPr lang="zh-CN" sz="1500"/>
          </a:p>
        </p:txBody>
      </p:sp>
      <p:sp>
        <p:nvSpPr>
          <p:cNvPr id="67" name="close-anc-box-0-67"/>
          <p:cNvSpPr/>
          <p:nvPr/>
        </p:nvSpPr>
        <p:spPr>
          <a:xfrm>
            <a:off x="6934200" y="1143000"/>
            <a:ext cx="4591050" cy="1028700"/>
          </a:xfrm>
          <a:prstGeom prst="rect">
            <a:avLst/>
          </a:prstGeom>
          <a:solidFill>
            <a:srgbClr val="EEF3F8"/>
          </a:solidFill>
          <a:ln w="8572" cap="rnd">
            <a:solidFill>
              <a:srgbClr val="718EAA"/>
            </a:solidFill>
          </a:ln>
        </p:spPr>
      </p:sp>
      <p:sp>
        <p:nvSpPr>
          <p:cNvPr id="68" name="close-anc-bar-0-68"/>
          <p:cNvSpPr/>
          <p:nvPr/>
        </p:nvSpPr>
        <p:spPr>
          <a:xfrm>
            <a:off x="6934200" y="1143000"/>
            <a:ext cx="47625" cy="1028700"/>
          </a:xfrm>
          <a:prstGeom prst="rect">
            <a:avLst/>
          </a:prstGeom>
          <a:solidFill>
            <a:srgbClr val="AF3D3D"/>
          </a:solidFill>
        </p:spPr>
      </p:sp>
      <p:sp>
        <p:nvSpPr>
          <p:cNvPr id="69" name="close-anc-title-0-69"/>
          <p:cNvSpPr txBox="1"/>
          <p:nvPr/>
        </p:nvSpPr>
        <p:spPr>
          <a:xfrm>
            <a:off x="7124700" y="1409700"/>
            <a:ext cx="42862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01   研究设计</a:t>
            </a:r>
            <a:endParaRPr lang="zh-CN" sz="1725"/>
          </a:p>
        </p:txBody>
      </p:sp>
      <p:sp>
        <p:nvSpPr>
          <p:cNvPr id="70" name="close-anc-box-1-70"/>
          <p:cNvSpPr/>
          <p:nvPr/>
        </p:nvSpPr>
        <p:spPr>
          <a:xfrm>
            <a:off x="6934200" y="2343150"/>
            <a:ext cx="4591050" cy="1028700"/>
          </a:xfrm>
          <a:prstGeom prst="rect">
            <a:avLst/>
          </a:prstGeom>
          <a:solidFill>
            <a:srgbClr val="EEF3F8"/>
          </a:solidFill>
          <a:ln w="8572" cap="rnd">
            <a:solidFill>
              <a:srgbClr val="718EAA"/>
            </a:solidFill>
          </a:ln>
        </p:spPr>
      </p:sp>
      <p:sp>
        <p:nvSpPr>
          <p:cNvPr id="71" name="close-anc-bar-1-71"/>
          <p:cNvSpPr/>
          <p:nvPr/>
        </p:nvSpPr>
        <p:spPr>
          <a:xfrm>
            <a:off x="6934200" y="2343150"/>
            <a:ext cx="47625" cy="102870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72" name="close-anc-title-1-72"/>
          <p:cNvSpPr txBox="1"/>
          <p:nvPr/>
        </p:nvSpPr>
        <p:spPr>
          <a:xfrm>
            <a:off x="7124700" y="2609850"/>
            <a:ext cx="42862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02   证据边界</a:t>
            </a:r>
            <a:endParaRPr lang="zh-CN" sz="1725"/>
          </a:p>
        </p:txBody>
      </p:sp>
      <p:sp>
        <p:nvSpPr>
          <p:cNvPr id="73" name="close-anc-box-2-73"/>
          <p:cNvSpPr/>
          <p:nvPr/>
        </p:nvSpPr>
        <p:spPr>
          <a:xfrm>
            <a:off x="6934200" y="3543300"/>
            <a:ext cx="4591050" cy="1028700"/>
          </a:xfrm>
          <a:prstGeom prst="rect">
            <a:avLst/>
          </a:prstGeom>
          <a:solidFill>
            <a:srgbClr val="EEF3F8"/>
          </a:solidFill>
          <a:ln w="8572" cap="rnd">
            <a:solidFill>
              <a:srgbClr val="718EAA"/>
            </a:solidFill>
          </a:ln>
        </p:spPr>
      </p:sp>
      <p:sp>
        <p:nvSpPr>
          <p:cNvPr id="74" name="close-anc-bar-2-74"/>
          <p:cNvSpPr/>
          <p:nvPr/>
        </p:nvSpPr>
        <p:spPr>
          <a:xfrm>
            <a:off x="6934200" y="3543300"/>
            <a:ext cx="47625" cy="1028700"/>
          </a:xfrm>
          <a:prstGeom prst="rect">
            <a:avLst/>
          </a:prstGeom>
          <a:solidFill>
            <a:srgbClr val="173D67"/>
          </a:solidFill>
        </p:spPr>
      </p:sp>
      <p:sp>
        <p:nvSpPr>
          <p:cNvPr id="75" name="close-anc-title-2-75"/>
          <p:cNvSpPr txBox="1"/>
          <p:nvPr/>
        </p:nvSpPr>
        <p:spPr>
          <a:xfrm>
            <a:off x="7124700" y="3810000"/>
            <a:ext cx="42862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03   下一步工作</a:t>
            </a:r>
            <a:endParaRPr lang="zh-CN" sz="1725"/>
          </a:p>
        </p:txBody>
      </p:sp>
    </p:spTree>
    <p:extLst>
      <p:ext uri="{BB962C8B-B14F-4D97-AF65-F5344CB8AC3E}">
        <ns3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14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