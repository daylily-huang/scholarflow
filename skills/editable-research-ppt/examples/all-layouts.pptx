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  <p:sldId id="262" r:id="researchSlide7"/>
    <p:sldId id="263" r:id="researchSlide8"/>
    <p:sldId id="264" r:id="researchSlide9"/>
    <p:sldId id="265" r:id="researchSlide10"/>
    <p:sldId id="266" r:id="researchSlide11"/>
    <p:sldId id="267" r:id="researchSlide12"/>
    <p:sldId id="268" r:id="researchSlide13"/>
    <p:sldId id="269" r:id="researchSlide1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Relationship Id="researchSlide7" Type="http://schemas.openxmlformats.org/officeDocument/2006/relationships/slide" Target="/ppt/slides/slide7.xml" /><Relationship Id="researchSlide8" Type="http://schemas.openxmlformats.org/officeDocument/2006/relationships/slide" Target="/ppt/slides/slide8.xml" /><Relationship Id="researchSlide9" Type="http://schemas.openxmlformats.org/officeDocument/2006/relationships/slide" Target="/ppt/slides/slide9.xml" /><Relationship Id="researchSlide10" Type="http://schemas.openxmlformats.org/officeDocument/2006/relationships/slide" Target="/ppt/slides/slide10.xml" /><Relationship Id="researchSlide11" Type="http://schemas.openxmlformats.org/officeDocument/2006/relationships/slide" Target="/ppt/slides/slide11.xml" /><Relationship Id="researchSlide12" Type="http://schemas.openxmlformats.org/officeDocument/2006/relationships/slide" Target="/ppt/slides/slide12.xml" /><Relationship Id="researchSlide13" Type="http://schemas.openxmlformats.org/officeDocument/2006/relationships/slide" Target="/ppt/slides/slide13.xml" /><Relationship Id="researchSlide14" Type="http://schemas.openxmlformats.org/officeDocument/2006/relationships/slide" Target="/ppt/slides/slide1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8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观测值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EF3F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b8ecb1a0f4c347b8" /><Relationship Type="http://schemas.openxmlformats.org/officeDocument/2006/relationships/notesMaster" Target="/ppt/notesMasters/notesMaster1.xml" Id="R1f9ddf8ce2e948f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b70eeec2696d4581" /><Relationship Type="http://schemas.openxmlformats.org/officeDocument/2006/relationships/notesMaster" Target="/ppt/notesMasters/notesMaster1.xml" Id="Rafb4a98151eb46f4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567c83f4b6a4b74" /><Relationship Type="http://schemas.openxmlformats.org/officeDocument/2006/relationships/notesMaster" Target="/ppt/notesMasters/notesMaster1.xml" Id="R0926ce8f21de4b11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fc6e8ac78c5545a3" /><Relationship Type="http://schemas.openxmlformats.org/officeDocument/2006/relationships/notesMaster" Target="/ppt/notesMasters/notesMaster1.xml" Id="Rf0bb6a3157794807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41799d7d8e3843f1" /><Relationship Type="http://schemas.openxmlformats.org/officeDocument/2006/relationships/notesMaster" Target="/ppt/notesMasters/notesMaster1.xml" Id="R5ce3b7a540304d6b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114553076e04493d" /><Relationship Type="http://schemas.openxmlformats.org/officeDocument/2006/relationships/notesMaster" Target="/ppt/notesMasters/notesMaster1.xml" Id="Rca58bf0f836b4098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2e71f6aa53874f33" /><Relationship Type="http://schemas.openxmlformats.org/officeDocument/2006/relationships/notesMaster" Target="/ppt/notesMasters/notesMaster1.xml" Id="Rbc334885f09040c8" /></Relationships>
</file>

<file path=ppt/notesSlides/_rels/notesSlide9.xml.rels><?xml version='1.0' encoding='utf-8'?>
<Relationships xmlns="http://schemas.openxmlformats.org/package/2006/relationships"><Relationship Type="http://schemas.openxmlformats.org/officeDocument/2006/relationships/slide" Target="/ppt/slides/slide9.xml" Id="Rd0cc5ea8d0c74a67" /><Relationship Type="http://schemas.openxmlformats.org/officeDocument/2006/relationships/notesMaster" Target="/ppt/notesMasters/notesMaster1.xml" Id="Reeaf5a3cd56d4190" /></Relationships>
</file>

<file path=ppt/notesSlides/_rels/notesSlide10.xml.rels><?xml version='1.0' encoding='utf-8'?>
<Relationships xmlns="http://schemas.openxmlformats.org/package/2006/relationships"><Relationship Type="http://schemas.openxmlformats.org/officeDocument/2006/relationships/slide" Target="/ppt/slides/slide10.xml" Id="Rc4e15e69f21a4d07" /><Relationship Type="http://schemas.openxmlformats.org/officeDocument/2006/relationships/notesMaster" Target="/ppt/notesMasters/notesMaster1.xml" Id="R146efe84a7b445ef" /></Relationships>
</file>

<file path=ppt/notesSlides/_rels/notesSlide11.xml.rels><?xml version='1.0' encoding='utf-8'?>
<Relationships xmlns="http://schemas.openxmlformats.org/package/2006/relationships"><Relationship Type="http://schemas.openxmlformats.org/officeDocument/2006/relationships/slide" Target="/ppt/slides/slide11.xml" Id="R4cf529f6e1c7487c" /><Relationship Type="http://schemas.openxmlformats.org/officeDocument/2006/relationships/notesMaster" Target="/ppt/notesMasters/notesMaster1.xml" Id="Rf4725e7255104779" /></Relationships>
</file>

<file path=ppt/notesSlides/_rels/notesSlide12.xml.rels><?xml version='1.0' encoding='utf-8'?>
<Relationships xmlns="http://schemas.openxmlformats.org/package/2006/relationships"><Relationship Type="http://schemas.openxmlformats.org/officeDocument/2006/relationships/slide" Target="/ppt/slides/slide12.xml" Id="R1a98765aa4d045e3" /><Relationship Type="http://schemas.openxmlformats.org/officeDocument/2006/relationships/notesMaster" Target="/ppt/notesMasters/notesMaster1.xml" Id="Rf71fc11f984e4167" /></Relationships>
</file>

<file path=ppt/notesSlides/_rels/notesSlide13.xml.rels><?xml version='1.0' encoding='utf-8'?>
<Relationships xmlns="http://schemas.openxmlformats.org/package/2006/relationships"><Relationship Type="http://schemas.openxmlformats.org/officeDocument/2006/relationships/slide" Target="/ppt/slides/slide13.xml" Id="Rcabf86a481cf4e46" /><Relationship Type="http://schemas.openxmlformats.org/officeDocument/2006/relationships/notesMaster" Target="/ppt/notesMasters/notesMaster1.xml" Id="Rfdb328f4526545f4" /></Relationships>
</file>

<file path=ppt/notesSlides/_rels/notesSlide14.xml.rels><?xml version='1.0' encoding='utf-8'?>
<Relationships xmlns="http://schemas.openxmlformats.org/package/2006/relationships"><Relationship Type="http://schemas.openxmlformats.org/officeDocument/2006/relationships/slide" Target="/ppt/slides/slide14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本样板人工构造的合成数据，仅测试版式与编辑功能，不代表真实研究。</a:t>
            </a:r>
            <a:endParaRPr/>
          </a:p>
          <a:p>
            <a:r>
              <a:rPr/>
              <a:t>right.chart: 本样板人工构造的合成数据，仅测试版式与编辑功能，不代表真实研究。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L6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L7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L8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L10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1.xml" Id="Rd3976b09d88d407c" /><Relationship Type="http://schemas.openxmlformats.org/officeDocument/2006/relationships/notesSlide" Target="/ppt/notesSlides/notesSlide1.xml" Id="R731d6414eb1540d5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2.xml" Id="Rd2fd00bda74e4d93" /><Relationship Type="http://schemas.openxmlformats.org/officeDocument/2006/relationships/chart" Target="/ppt/charts/chart3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4.xml" Id="R9e4b51eb44254abd" /><Relationship Type="http://schemas.openxmlformats.org/officeDocument/2006/relationships/chart" Target="/ppt/charts/chart5.xml" Id="Rc49d4862ef9e4b9a" /><Relationship Type="http://schemas.openxmlformats.org/officeDocument/2006/relationships/notesSlide" Target="/ppt/notesSlides/notesSlide3.xml" Id="R62c7711b81c24dd0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4.xml" Id="Rece6f4e963464ce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5.xml" Id="R68f0df05906a4f2e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397f4e24ee24421" /><Relationship Type="http://schemas.openxmlformats.org/officeDocument/2006/relationships/notesSlide" Target="/ppt/notesSlides/notesSlide6.xml" Id="Rbb57f2fd412e4e66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c2c3da23ff74ada" /><Relationship Type="http://schemas.openxmlformats.org/officeDocument/2006/relationships/image" Target="/ppt/media/image2.png" Id="R8fcd05eff92847ce" /><Relationship Type="http://schemas.openxmlformats.org/officeDocument/2006/relationships/notesSlide" Target="/ppt/notesSlides/notesSlide7.xml" Id="Rc3ff8a46e50b4879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0b1e622ca56413d" /><Relationship Type="http://schemas.openxmlformats.org/officeDocument/2006/relationships/image" Target="/ppt/media/image.png" Id="Rf024df587924409c" /><Relationship Type="http://schemas.openxmlformats.org/officeDocument/2006/relationships/chart" Target="/ppt/charts/chart6.xml" Id="Rb01c90e26ef64a2d" /><Relationship Type="http://schemas.openxmlformats.org/officeDocument/2006/relationships/notesSlide" Target="/ppt/notesSlides/notesSlide8.xml" Id="R198bc451e3ed49d4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9.xml" Id="R4ef68450f9d14d7b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acb46eafb4d4a61" /><Relationship Type="http://schemas.openxmlformats.org/officeDocument/2006/relationships/chart" Target="/ppt/charts/chart7.xml" Id="R131fe6ba7eb5426e" /><Relationship Type="http://schemas.openxmlformats.org/officeDocument/2006/relationships/chart" Target="/ppt/charts/chart8.xml" Id="R272f144416c24f5b" /><Relationship Type="http://schemas.openxmlformats.org/officeDocument/2006/relationships/notesSlide" Target="/ppt/notesSlides/notesSlide10.xml" Id="Re932ae2421e947e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11.xml" Id="R0674bcd17bcf4ba2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12.xml" Id="Rb9024c2dfc9c419a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13.xml" Id="R2032e172c9364bb7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14.xml" Id="R42f6f6e0deef48f7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2286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2381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360902" y="11069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427768" y="10734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25196" y="114033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533210" y="112747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6858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000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整合相机与样点记录，保留来源与时间</a:t>
            </a:r>
            <a:endParaRPr/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25113" y="2158079"/>
            <a:ext cx="483299" cy="342805"/>
          </a:xfrm>
          <a:prstGeom prst="roundRect">
            <a:avLst>
              <a:gd name="adj" fmla="val 22228"/>
            </a:avLst>
          </a:prstGeom>
          <a:noFill/>
          <a:ln w="17562">
            <a:solidFill>
              <a:srgbClr val="173D67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671227" y="2085023"/>
            <a:ext cx="185452" cy="95536"/>
          </a:xfrm>
          <a:prstGeom prst="roundRect">
            <a:avLst>
              <a:gd name="adj" fmla="val 50000"/>
            </a:avLst>
          </a:prstGeom>
          <a:noFill/>
          <a:ln w="17562">
            <a:solidFill>
              <a:srgbClr val="173D67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665607" y="2231136"/>
            <a:ext cx="202311" cy="202311"/>
          </a:xfrm>
          <a:prstGeom prst="ellipse">
            <a:avLst/>
          </a:prstGeom>
          <a:noFill/>
          <a:ln w="17562">
            <a:solidFill>
              <a:srgbClr val="173D67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01637" y="2203037"/>
            <a:ext cx="44958" cy="44958"/>
          </a:xfrm>
          <a:prstGeom prst="ellipse">
            <a:avLst/>
          </a:prstGeom>
          <a:solidFill>
            <a:srgbClr val="173D67"/>
          </a:solidFill>
          <a:ln w="17562">
            <a:solidFill>
              <a:srgbClr val="173D67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09675" y="2276475"/>
            <a:ext cx="514350" cy="15240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1974342" y="2133791"/>
            <a:ext cx="375666" cy="348044"/>
          </a:xfrm>
          <a:prstGeom prst="can">
            <a:avLst/>
          </a:prstGeom>
          <a:noFill/>
          <a:ln w="17264">
            <a:solidFill>
              <a:srgbClr val="173D67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8415">
            <a:solidFill>
              <a:srgbClr val="173D67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8415">
            <a:solidFill>
              <a:srgbClr val="173D67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342900" y="2695575"/>
          <a:ext cx="3686175" cy="523875"/>
        </p:xfrm>
        <a:graphic>
          <a:graphicData uri="http://schemas.openxmlformats.org/drawingml/2006/table">
            <a:tbl>
              <a:tblPr/>
              <a:tblGrid>
                <a:gridCol w="1228725"/>
                <a:gridCol w="1228725"/>
                <a:gridCol w="1228725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391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486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68831" y="11249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51127" y="106060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51425" y="110690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312849" y="12432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97120" y="124063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963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2105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173D67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55318" y="2357438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44878" y="2131219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97779" y="2294096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62048" y="2773680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54854" y="2764631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173D67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305925" y="1990725"/>
          <a:ext cx="2514600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110597" y="3048000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808845" y="1857375"/>
            <a:ext cx="100584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391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486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79118" y="3807143"/>
            <a:ext cx="205740" cy="20574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963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2105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410575" y="4905375"/>
            <a:ext cx="685800" cy="685800"/>
          </a:xfrm>
          <a:prstGeom prst="ellipse">
            <a:avLst/>
          </a:prstGeom>
          <a:noFill/>
          <a:ln w="26789">
            <a:solidFill>
              <a:srgbClr val="173D67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67850" y="49530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6012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67850" y="52578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6012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67850" y="55626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6012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2286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2381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389192" y="3812286"/>
            <a:ext cx="167164" cy="200597"/>
          </a:xfrm>
          <a:prstGeom prst="roundRect">
            <a:avLst>
              <a:gd name="adj" fmla="val 45584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432911" y="3794284"/>
            <a:ext cx="77153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6858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000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668655" y="4922520"/>
            <a:ext cx="557213" cy="668655"/>
          </a:xfrm>
          <a:prstGeom prst="roundRect">
            <a:avLst>
              <a:gd name="adj" fmla="val 13675"/>
            </a:avLst>
          </a:prstGeom>
          <a:noFill/>
          <a:ln w="26789">
            <a:solidFill>
              <a:srgbClr val="173D67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14388" y="4862513"/>
            <a:ext cx="257175" cy="1285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6789">
            <a:solidFill>
              <a:srgbClr val="173D67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8575">
            <a:solidFill>
              <a:srgbClr val="173D67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657350" y="49530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7907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657350" y="52578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7907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657350" y="5562600"/>
            <a:ext cx="47625" cy="47625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7907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4246" y="2010691"/>
            <a:ext cx="286703" cy="203359"/>
          </a:xfrm>
          <a:prstGeom prst="roundRect">
            <a:avLst>
              <a:gd name="adj" fmla="val 37471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0923" y="1967352"/>
            <a:ext cx="110014" cy="56674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7590" y="2054029"/>
            <a:ext cx="120015" cy="120015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607" y="2037361"/>
            <a:ext cx="26670" cy="26670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42285" y="2324539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3E5E81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87138" y="3361072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93818" y="3277728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23834" y="3337736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73828" y="3514425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23809" y="3511091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38511" y="365158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667F9B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3428" y="4690623"/>
            <a:ext cx="266700" cy="266700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1465" y="5047811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8DA0B5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03872" y="3370245"/>
            <a:ext cx="216694" cy="260033"/>
          </a:xfrm>
          <a:prstGeom prst="roundRect">
            <a:avLst>
              <a:gd name="adj" fmla="val 35165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60546" y="3346909"/>
            <a:ext cx="100013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15239" y="372076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53025" y="3095625"/>
            <a:ext cx="1885950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验证结果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/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技术路线｜森林动物监测与生境分析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228600" y="914400"/>
            <a:ext cx="342900" cy="14287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295275" y="1104900"/>
            <a:ext cx="209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228600" y="2571750"/>
            <a:ext cx="342900" cy="1190625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295275" y="2762250"/>
            <a:ext cx="20955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228600" y="3962400"/>
            <a:ext cx="342900" cy="2152650"/>
          </a:xfrm>
          <a:prstGeom prst="roundRect">
            <a:avLst>
              <a:gd name="adj" fmla="val 22222"/>
            </a:avLst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295275" y="4152900"/>
            <a:ext cx="2095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899446" y="11455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20794" y="10848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16127" y="1206246"/>
            <a:ext cx="168021" cy="16802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212152" y="1182910"/>
            <a:ext cx="37338" cy="37338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51447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/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1447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20521" y="185699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249299" y="179260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244346" y="1921383"/>
            <a:ext cx="178308" cy="178308"/>
          </a:xfrm>
          <a:prstGeom prst="ellipse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452372" y="1896618"/>
            <a:ext cx="39624" cy="39624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28469" y="178269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367153" y="189166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50895" y="1861947"/>
            <a:ext cx="108966" cy="108966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05325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48200" y="103822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22876" y="1061561"/>
            <a:ext cx="322040" cy="289370"/>
          </a:xfrm>
          <a:prstGeom prst="cloud">
            <a:avLst/>
          </a:prstGeom>
          <a:solidFill>
            <a:srgbClr val="748BA4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295900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/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295900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/>
          <a:stretch/>
        </p:blipFill>
        <p:spPr>
          <a:xfrm>
            <a:off x="5741194" y="1657350"/>
            <a:ext cx="957263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8675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616315" y="1150239"/>
            <a:ext cx="102680" cy="102680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907732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7732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63125" y="1874901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63125" y="17566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63125" y="16383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25830" y="2843689"/>
            <a:ext cx="291465" cy="270034"/>
          </a:xfrm>
          <a:prstGeom prst="can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3906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/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623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32371" y="2843689"/>
            <a:ext cx="317183" cy="300038"/>
          </a:xfrm>
          <a:prstGeom prst="roundRect">
            <a:avLst>
              <a:gd name="adj" fmla="val 25397"/>
            </a:avLst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783806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783806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873818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873818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63829" y="2972276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63829" y="3062288"/>
            <a:ext cx="38576" cy="3857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100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/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817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21768" y="28908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8928" y="27836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26091" y="28608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61798" y="30880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8916" y="30837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294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/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2011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58313" y="2805113"/>
            <a:ext cx="342900" cy="342900"/>
          </a:xfrm>
          <a:prstGeom prst="ellipse">
            <a:avLst/>
          </a:prstGeom>
          <a:noFill/>
          <a:ln w="13395">
            <a:solidFill>
              <a:srgbClr val="173D67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488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/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147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41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53500" y="2981325"/>
            <a:ext cx="24765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29000" y="3457575"/>
            <a:ext cx="600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650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65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7429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742950" y="4324350"/>
          <a:ext cx="5467350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67300" y="452437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43525" y="44386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67300" y="475297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43525" y="46672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4925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4198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9850" y="4324350"/>
          <a:ext cx="5467350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694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原始记录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/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228600" y="1057275"/>
            <a:ext cx="5143500" cy="36195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3810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  <a:endParaRPr/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044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8431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427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0814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1809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196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8765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192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579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148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228600" y="2562225"/>
          <a:ext cx="5143500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9900" y="1057275"/>
            <a:ext cx="5143500" cy="361950"/>
          </a:xfrm>
          <a:prstGeom prst="rect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723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957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344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913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340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727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296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722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9109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10105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1492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718EAA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718EAA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7061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9900" y="2562225"/>
          <a:ext cx="5143500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59196" y="168554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87974" y="162115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3021" y="1749933"/>
            <a:ext cx="178308" cy="178308"/>
          </a:xfrm>
          <a:prstGeom prst="ellipse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047" y="1725168"/>
            <a:ext cx="39624" cy="39624"/>
          </a:xfrm>
          <a:prstGeom prst="ellipse">
            <a:avLst/>
          </a:prstGeom>
          <a:solidFill>
            <a:srgbClr val="173D67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0675" y="211455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3773" y="2684907"/>
            <a:ext cx="336804" cy="312039"/>
          </a:xfrm>
          <a:prstGeom prst="can">
            <a:avLst/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0675" y="31337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3679" y="3669411"/>
            <a:ext cx="321945" cy="386334"/>
          </a:xfrm>
          <a:prstGeom prst="roundRect">
            <a:avLst>
              <a:gd name="adj" fmla="val 23669"/>
            </a:avLst>
          </a:prstGeom>
          <a:noFill/>
          <a:ln w="15478">
            <a:solidFill>
              <a:srgbClr val="173D67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897880" y="3634740"/>
            <a:ext cx="148590" cy="742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478">
            <a:solidFill>
              <a:srgbClr val="173D67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6510">
            <a:solidFill>
              <a:srgbClr val="173D67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0675" y="4152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228600" y="4667250"/>
          <a:ext cx="11734800" cy="11811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228600" y="5915025"/>
            <a:ext cx="11734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均匀度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</a:t>
            </a:r>
            <a:endParaRPr/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643890" y="1188339"/>
            <a:ext cx="102680" cy="102680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0858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0858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447800" y="1828800"/>
            <a:ext cx="2886075" cy="952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395121" y="11836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16469" y="11229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11802" y="1244346"/>
            <a:ext cx="168021" cy="16802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07827" y="1221010"/>
            <a:ext cx="37338" cy="37338"/>
          </a:xfrm>
          <a:prstGeom prst="ellipse">
            <a:avLst/>
          </a:prstGeom>
          <a:solidFill>
            <a:srgbClr val="173D67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499110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499110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53050" y="1828800"/>
            <a:ext cx="2886075" cy="952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51711" y="1132332"/>
            <a:ext cx="303371" cy="364046"/>
          </a:xfrm>
          <a:prstGeom prst="roundRect">
            <a:avLst>
              <a:gd name="adj" fmla="val 25118"/>
            </a:avLst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31054" y="1099661"/>
            <a:ext cx="140018" cy="7000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963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963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228600" y="2190750"/>
            <a:ext cx="7477125" cy="3876675"/>
          </a:xfrm>
          <a:prstGeom prst="roundRect">
            <a:avLst>
              <a:gd name="adj" fmla="val 1966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238125" y="2200275"/>
            <a:ext cx="745807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02050" y="2287524"/>
            <a:ext cx="69437" cy="115729"/>
          </a:xfrm>
          <a:prstGeom prst="ellipse">
            <a:avLst/>
          </a:prstGeom>
          <a:solidFill>
            <a:srgbClr val="68819C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474059" y="2344103"/>
            <a:ext cx="77153" cy="115729"/>
          </a:xfrm>
          <a:prstGeom prst="ellipse">
            <a:avLst/>
          </a:prstGeom>
          <a:solidFill>
            <a:srgbClr val="9EAEB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685800" y="2257425"/>
            <a:ext cx="6905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361950" y="2686050"/>
          <a:ext cx="7210425" cy="2781300"/>
        </p:xfrm>
        <a:graphic>
          <a:graphicData uri="http://schemas.openxmlformats.org/drawingml/2006/table">
            <a:tbl>
              <a:tblPr/>
              <a:tblGrid>
                <a:gridCol w="1201738"/>
                <a:gridCol w="1201738"/>
                <a:gridCol w="1201738"/>
                <a:gridCol w="1201738"/>
                <a:gridCol w="1201738"/>
                <a:gridCol w="1201738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F3D3D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718EAA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718EAA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718EAA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173D67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F3D3D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657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96225" y="2190750"/>
            <a:ext cx="4067175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905750" y="22002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8023384" y="2284952"/>
            <a:ext cx="231458" cy="210884"/>
          </a:xfrm>
          <a:prstGeom prst="triangle">
            <a:avLst/>
          </a:prstGeom>
          <a:solidFill>
            <a:srgbClr val="AF3D3D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95393" y="2338959"/>
            <a:ext cx="90011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53425" y="2257425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86725" y="26765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86725" y="30194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96225" y="3686175"/>
            <a:ext cx="4067175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905750" y="36957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43958" y="3811238"/>
            <a:ext cx="190310" cy="180023"/>
          </a:xfrm>
          <a:prstGeom prst="roundRect">
            <a:avLst>
              <a:gd name="adj" fmla="val 42328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74819" y="3888391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74819" y="3942398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28826" y="3888391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28826" y="3942398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82832" y="3888391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82832" y="3942398"/>
            <a:ext cx="23146" cy="2314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53425" y="3752850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77250" y="421005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77250" y="4772025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77250" y="533400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/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/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学术分享型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栖息地变化与</a:t>
            </a:r>
            <a:endParaRPr/>
          </a:p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生物多样性响应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718EAA"/>
                </a:solidFill>
                <a:latin typeface="Noto Serif CJK SC"/>
                <a:ea typeface="Noto Serif CJK SC"/>
                <a:cs typeface="Noto Serif CJK SC"/>
              </a:rPr>
              <a:t>景观格局、群落响应与生态机制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524375"/>
            <a:ext cx="85725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1" name="shape-403">
            <a:extLst>
              <a:ext uri="{FF2B5EF4-FFF2-40B4-BE49-F238E27FC236}">
                <ns2:creationId id="{ACE9B249-1691-4296-AD80-038DF8468A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00300" cy="6562725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404">
            <a:extLst>
              <a:ext uri="{FF2B5EF4-FFF2-40B4-BE49-F238E27FC236}">
                <ns2:creationId id="{648965C4-B61B-4D50-8C48-35AF0CD3A0E3}"/>
              </a:ext>
            </a:extLst>
          </p:cNvPr>
          <p:cNvSpPr>
            <a:spLocks noGrp="1"/>
          </p:cNvSpPr>
          <p:nvPr/>
        </p:nvSpPr>
        <p:spPr>
          <a:xfrm>
            <a:off x="285750" y="76200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87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rPr>
              <a:t>目录</a:t>
            </a:r>
          </a:p>
        </p:txBody>
      </p:sp>
      <p:sp>
        <p:nvSpPr>
          <p:cNvPr id="3" name="text-405">
            <a:extLst>
              <a:ext uri="{FF2B5EF4-FFF2-40B4-BE49-F238E27FC236}">
                <ns2:creationId id="{DCB769A3-30E0-440D-AF51-8BD60E51B529}"/>
              </a:ext>
            </a:extLst>
          </p:cNvPr>
          <p:cNvSpPr>
            <a:spLocks noGrp="1"/>
          </p:cNvSpPr>
          <p:nvPr/>
        </p:nvSpPr>
        <p:spPr>
          <a:xfrm>
            <a:off x="381000" y="1685925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EEF3F8"/>
                </a:solidFill>
                <a:latin typeface="Noto Sans CJK SC"/>
                <a:ea typeface="Noto Sans CJK SC"/>
                <a:cs typeface="Noto Sans CJK SC"/>
              </a:rPr>
              <a:t>CONTENTS</a:t>
            </a:r>
          </a:p>
        </p:txBody>
      </p:sp>
      <p:sp>
        <p:nvSpPr>
          <p:cNvPr id="4" name="text-406">
            <a:extLst>
              <a:ext uri="{FF2B5EF4-FFF2-40B4-BE49-F238E27FC236}">
                <ns2:creationId id="{26C6A3FD-F962-4B40-A3C3-5D22B2AC2063}"/>
              </a:ext>
            </a:extLst>
          </p:cNvPr>
          <p:cNvSpPr>
            <a:spLocks noGrp="1"/>
          </p:cNvSpPr>
          <p:nvPr/>
        </p:nvSpPr>
        <p:spPr>
          <a:xfrm>
            <a:off x="342900" y="25336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  <a:endParaRPr/>
          </a:p>
        </p:txBody>
      </p:sp>
      <p:sp>
        <p:nvSpPr>
          <p:cNvPr id="5" name="text-407">
            <a:extLst>
              <a:ext uri="{FF2B5EF4-FFF2-40B4-BE49-F238E27FC236}">
                <ns2:creationId id="{9EEC8B94-8E22-4FB7-A28C-AA5F2CFB0157}"/>
              </a:ext>
            </a:extLst>
          </p:cNvPr>
          <p:cNvSpPr>
            <a:spLocks noGrp="1"/>
          </p:cNvSpPr>
          <p:nvPr/>
        </p:nvSpPr>
        <p:spPr>
          <a:xfrm>
            <a:off x="342900" y="29718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  <a:endParaRPr/>
          </a:p>
        </p:txBody>
      </p:sp>
      <p:sp>
        <p:nvSpPr>
          <p:cNvPr id="6" name="text-408">
            <a:extLst>
              <a:ext uri="{FF2B5EF4-FFF2-40B4-BE49-F238E27FC236}">
                <ns2:creationId id="{FF9A0459-E9E5-4072-A60C-EBF418C16203}"/>
              </a:ext>
            </a:extLst>
          </p:cNvPr>
          <p:cNvSpPr>
            <a:spLocks noGrp="1"/>
          </p:cNvSpPr>
          <p:nvPr/>
        </p:nvSpPr>
        <p:spPr>
          <a:xfrm>
            <a:off x="342900" y="34099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  <a:endParaRPr/>
          </a:p>
        </p:txBody>
      </p:sp>
      <p:sp>
        <p:nvSpPr>
          <p:cNvPr id="7" name="text-409">
            <a:extLst>
              <a:ext uri="{FF2B5EF4-FFF2-40B4-BE49-F238E27FC236}">
                <ns2:creationId id="{A08C066F-135A-4CC9-8EAF-C1C7110A0CCE}"/>
              </a:ext>
            </a:extLst>
          </p:cNvPr>
          <p:cNvSpPr>
            <a:spLocks noGrp="1"/>
          </p:cNvSpPr>
          <p:nvPr/>
        </p:nvSpPr>
        <p:spPr>
          <a:xfrm>
            <a:off x="342900" y="38481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  <a:endParaRPr/>
          </a:p>
        </p:txBody>
      </p:sp>
      <p:sp>
        <p:nvSpPr>
          <p:cNvPr id="8" name="text-410">
            <a:extLst>
              <a:ext uri="{FF2B5EF4-FFF2-40B4-BE49-F238E27FC236}">
                <ns2:creationId id="{F354DA90-1B3B-4505-9C1B-F0DBE55207E5}"/>
              </a:ext>
            </a:extLst>
          </p:cNvPr>
          <p:cNvSpPr>
            <a:spLocks noGrp="1"/>
          </p:cNvSpPr>
          <p:nvPr/>
        </p:nvSpPr>
        <p:spPr>
          <a:xfrm>
            <a:off x="2686050" y="228600"/>
            <a:ext cx="904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7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汇报结构｜从问题到证据</a:t>
            </a:r>
            <a:endParaRPr/>
          </a:p>
        </p:txBody>
      </p:sp>
      <p:sp>
        <p:nvSpPr>
          <p:cNvPr id="9" name="shape-411">
            <a:extLst>
              <a:ext uri="{FF2B5EF4-FFF2-40B4-BE49-F238E27FC236}">
                <ns2:creationId id="{6A7D122F-F04B-4DF3-B8B3-5BE3609DA541}"/>
              </a:ext>
            </a:extLst>
          </p:cNvPr>
          <p:cNvSpPr>
            <a:spLocks noGrp="1"/>
          </p:cNvSpPr>
          <p:nvPr/>
        </p:nvSpPr>
        <p:spPr>
          <a:xfrm>
            <a:off x="2686050" y="93345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shape-412">
            <a:extLst>
              <a:ext uri="{FF2B5EF4-FFF2-40B4-BE49-F238E27FC236}">
                <ns2:creationId id="{3B99CC03-5083-48B6-AAB7-4C6701BF3A9B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1" name="text-413">
            <a:extLst>
              <a:ext uri="{FF2B5EF4-FFF2-40B4-BE49-F238E27FC236}">
                <ns2:creationId id="{F3740706-5F44-4CDE-B689-00E34E8A9969}"/>
              </a:ext>
            </a:extLst>
          </p:cNvPr>
          <p:cNvSpPr>
            <a:spLocks noGrp="1"/>
          </p:cNvSpPr>
          <p:nvPr/>
        </p:nvSpPr>
        <p:spPr>
          <a:xfrm>
            <a:off x="2838450" y="109537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2" name="icon-search-414">
            <a:extLst>
              <a:ext uri="{FF2B5EF4-FFF2-40B4-BE49-F238E27FC236}">
                <ns2:creationId id="{E9B27E86-BC2D-4B86-998F-8E7F367E4E0A}"/>
              </a:ext>
            </a:extLst>
          </p:cNvPr>
          <p:cNvSpPr>
            <a:spLocks noGrp="1"/>
          </p:cNvSpPr>
          <p:nvPr/>
        </p:nvSpPr>
        <p:spPr>
          <a:xfrm>
            <a:off x="3549015" y="1291590"/>
            <a:ext cx="364617" cy="364617"/>
          </a:xfrm>
          <a:prstGeom prst="ellipse">
            <a:avLst/>
          </a:prstGeom>
          <a:noFill/>
          <a:ln w="19645">
            <a:solidFill>
              <a:srgbClr val="173D67"/>
            </a:solidFill>
            <a:prstDash val="solid"/>
          </a:ln>
        </p:spPr>
      </p:sp>
      <p:sp>
        <p:nvSpPr>
          <p:cNvPr id="13" name="vector-415">
            <a:extLst>
              <a:ext uri="{FF2B5EF4-FFF2-40B4-BE49-F238E27FC236}">
                <ns2:creationId id="{1361D651-C4D6-4136-97A5-0A735DDD08A1}"/>
              </a:ext>
            </a:extLst>
          </p:cNvPr>
          <p:cNvSpPr>
            <a:spLocks noGrp="1"/>
          </p:cNvSpPr>
          <p:nvPr/>
        </p:nvSpPr>
        <p:spPr>
          <a:xfrm>
            <a:off x="3486150" y="1228725"/>
            <a:ext cx="628650" cy="6286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14" name="text-416">
            <a:extLst>
              <a:ext uri="{FF2B5EF4-FFF2-40B4-BE49-F238E27FC236}">
                <ns2:creationId id="{920AB588-1C02-4200-85A8-C07FE2CC7799}"/>
              </a:ext>
            </a:extLst>
          </p:cNvPr>
          <p:cNvSpPr>
            <a:spLocks noGrp="1"/>
          </p:cNvSpPr>
          <p:nvPr/>
        </p:nvSpPr>
        <p:spPr>
          <a:xfrm>
            <a:off x="4400550" y="104775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研究背景</a:t>
            </a:r>
            <a:endParaRPr/>
          </a:p>
        </p:txBody>
      </p:sp>
      <p:sp>
        <p:nvSpPr>
          <p:cNvPr id="15" name="text-417">
            <a:extLst>
              <a:ext uri="{FF2B5EF4-FFF2-40B4-BE49-F238E27FC236}">
                <ns2:creationId id="{37A112C4-BB72-4D31-9EA4-833D51F8309F}"/>
              </a:ext>
            </a:extLst>
          </p:cNvPr>
          <p:cNvSpPr>
            <a:spLocks noGrp="1"/>
          </p:cNvSpPr>
          <p:nvPr/>
        </p:nvSpPr>
        <p:spPr>
          <a:xfrm>
            <a:off x="4400550" y="14573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界定问题与研究对象</a:t>
            </a:r>
            <a:endParaRPr/>
          </a:p>
        </p:txBody>
      </p:sp>
      <p:sp>
        <p:nvSpPr>
          <p:cNvPr id="16" name="text-418">
            <a:extLst>
              <a:ext uri="{FF2B5EF4-FFF2-40B4-BE49-F238E27FC236}">
                <ns2:creationId id="{43C8BFB3-1567-4A96-A352-5B64BE17C2B0}"/>
              </a:ext>
            </a:extLst>
          </p:cNvPr>
          <p:cNvSpPr>
            <a:spLocks noGrp="1"/>
          </p:cNvSpPr>
          <p:nvPr/>
        </p:nvSpPr>
        <p:spPr>
          <a:xfrm>
            <a:off x="4400550" y="177165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  <a:endParaRPr/>
          </a:p>
        </p:txBody>
      </p:sp>
      <p:sp>
        <p:nvSpPr>
          <p:cNvPr id="17" name="vector-419">
            <a:extLst>
              <a:ext uri="{FF2B5EF4-FFF2-40B4-BE49-F238E27FC236}">
                <ns2:creationId id="{862E0016-E467-4736-B03B-B65450CE6CEC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8" name="vector-420">
            <a:extLst>
              <a:ext uri="{FF2B5EF4-FFF2-40B4-BE49-F238E27FC236}">
                <ns2:creationId id="{93506795-C9AE-403F-AC66-CA601CD6DCC0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19" name="vector-421">
            <a:extLst>
              <a:ext uri="{FF2B5EF4-FFF2-40B4-BE49-F238E27FC236}">
                <ns2:creationId id="{2E28A752-C39E-4029-86F5-C6D2689405EB}"/>
              </a:ext>
            </a:extLst>
          </p:cNvPr>
          <p:cNvSpPr>
            <a:spLocks noGrp="1"/>
          </p:cNvSpPr>
          <p:nvPr/>
        </p:nvSpPr>
        <p:spPr>
          <a:xfrm>
            <a:off x="10287000" y="1190625"/>
            <a:ext cx="714375" cy="7143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20" name="icon-map-422">
            <a:extLst>
              <a:ext uri="{FF2B5EF4-FFF2-40B4-BE49-F238E27FC236}">
                <ns2:creationId id="{414B342A-2C0C-46C9-BC49-E7EAC63A25DC}"/>
              </a:ext>
            </a:extLst>
          </p:cNvPr>
          <p:cNvSpPr>
            <a:spLocks noGrp="1"/>
          </p:cNvSpPr>
          <p:nvPr/>
        </p:nvSpPr>
        <p:spPr>
          <a:xfrm>
            <a:off x="10572750" y="1362075"/>
            <a:ext cx="157163" cy="157163"/>
          </a:xfrm>
          <a:prstGeom prst="ellipse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21" name="shape-423">
            <a:extLst>
              <a:ext uri="{FF2B5EF4-FFF2-40B4-BE49-F238E27FC236}">
                <ns2:creationId id="{00E7B267-83EB-499C-AFA4-E304D5CA683A}"/>
              </a:ext>
            </a:extLst>
          </p:cNvPr>
          <p:cNvSpPr>
            <a:spLocks noGrp="1"/>
          </p:cNvSpPr>
          <p:nvPr/>
        </p:nvSpPr>
        <p:spPr>
          <a:xfrm>
            <a:off x="2686050" y="225742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2" name="shape-424">
            <a:extLst>
              <a:ext uri="{FF2B5EF4-FFF2-40B4-BE49-F238E27FC236}">
                <ns2:creationId id="{F06B1AD7-9408-4E2C-AABD-82E347F7C60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3" name="text-425">
            <a:extLst>
              <a:ext uri="{FF2B5EF4-FFF2-40B4-BE49-F238E27FC236}">
                <ns2:creationId id="{E54967D7-C92F-4F8E-A5CB-94C3FD349030}"/>
              </a:ext>
            </a:extLst>
          </p:cNvPr>
          <p:cNvSpPr>
            <a:spLocks noGrp="1"/>
          </p:cNvSpPr>
          <p:nvPr/>
        </p:nvSpPr>
        <p:spPr>
          <a:xfrm>
            <a:off x="2838450" y="24193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24" name="vector-426">
            <a:extLst>
              <a:ext uri="{FF2B5EF4-FFF2-40B4-BE49-F238E27FC236}">
                <ns2:creationId id="{F2CE6128-A074-4583-BB41-57903D6ADB7A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5" name="vector-427">
            <a:extLst>
              <a:ext uri="{FF2B5EF4-FFF2-40B4-BE49-F238E27FC236}">
                <ns2:creationId id="{F685102A-423E-4D8B-85CC-497207913A84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6" name="vector-428">
            <a:extLst>
              <a:ext uri="{FF2B5EF4-FFF2-40B4-BE49-F238E27FC236}">
                <ns2:creationId id="{F1768F92-B007-4547-A707-B5D7E9583921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7" name="vector-429">
            <a:extLst>
              <a:ext uri="{FF2B5EF4-FFF2-40B4-BE49-F238E27FC236}">
                <ns2:creationId id="{D4B54F1C-CC6C-4B42-9807-BC5E59850B32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8" name="vector-430">
            <a:extLst>
              <a:ext uri="{FF2B5EF4-FFF2-40B4-BE49-F238E27FC236}">
                <ns2:creationId id="{B3B9406C-1241-41C6-AF73-6421B82D121D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29" name="vector-431">
            <a:extLst>
              <a:ext uri="{FF2B5EF4-FFF2-40B4-BE49-F238E27FC236}">
                <ns2:creationId id="{4F0A9F1A-59CF-4673-BE30-C2CE7643C09B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30" name="vector-432">
            <a:extLst>
              <a:ext uri="{FF2B5EF4-FFF2-40B4-BE49-F238E27FC236}">
                <ns2:creationId id="{2423CD03-E5E9-407C-9990-524D9D2118C8}"/>
              </a:ext>
            </a:extLst>
          </p:cNvPr>
          <p:cNvSpPr>
            <a:spLocks noGrp="1"/>
          </p:cNvSpPr>
          <p:nvPr/>
        </p:nvSpPr>
        <p:spPr>
          <a:xfrm>
            <a:off x="3486150" y="2552700"/>
            <a:ext cx="628650" cy="6286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31" name="icon-network-433">
            <a:extLst>
              <a:ext uri="{FF2B5EF4-FFF2-40B4-BE49-F238E27FC236}">
                <ns2:creationId id="{7A8D7D8B-8E5B-4E33-B693-B46E718006F0}"/>
              </a:ext>
            </a:extLst>
          </p:cNvPr>
          <p:cNvSpPr>
            <a:spLocks noGrp="1"/>
          </p:cNvSpPr>
          <p:nvPr/>
        </p:nvSpPr>
        <p:spPr>
          <a:xfrm>
            <a:off x="3523869" y="2741295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2" name="icon-network-434">
            <a:extLst>
              <a:ext uri="{FF2B5EF4-FFF2-40B4-BE49-F238E27FC236}">
                <ns2:creationId id="{F77E57B0-B475-4A26-B3DD-46932E49A58C}"/>
              </a:ext>
            </a:extLst>
          </p:cNvPr>
          <p:cNvSpPr>
            <a:spLocks noGrp="1"/>
          </p:cNvSpPr>
          <p:nvPr/>
        </p:nvSpPr>
        <p:spPr>
          <a:xfrm>
            <a:off x="3725037" y="2584133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3" name="icon-network-435">
            <a:extLst>
              <a:ext uri="{FF2B5EF4-FFF2-40B4-BE49-F238E27FC236}">
                <ns2:creationId id="{BADF870F-A5C9-4CDC-AF9B-30390E932D22}"/>
              </a:ext>
            </a:extLst>
          </p:cNvPr>
          <p:cNvSpPr>
            <a:spLocks noGrp="1"/>
          </p:cNvSpPr>
          <p:nvPr/>
        </p:nvSpPr>
        <p:spPr>
          <a:xfrm>
            <a:off x="3970211" y="2697290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4" name="icon-network-436">
            <a:extLst>
              <a:ext uri="{FF2B5EF4-FFF2-40B4-BE49-F238E27FC236}">
                <ns2:creationId id="{248985D9-942D-4ABA-B4A3-C56E6CA46B4A}"/>
              </a:ext>
            </a:extLst>
          </p:cNvPr>
          <p:cNvSpPr>
            <a:spLocks noGrp="1"/>
          </p:cNvSpPr>
          <p:nvPr/>
        </p:nvSpPr>
        <p:spPr>
          <a:xfrm>
            <a:off x="3875913" y="3030474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5" name="icon-network-437">
            <a:extLst>
              <a:ext uri="{FF2B5EF4-FFF2-40B4-BE49-F238E27FC236}">
                <ns2:creationId id="{F9ED4141-57D4-460F-9A4D-37102D45B34D}"/>
              </a:ext>
            </a:extLst>
          </p:cNvPr>
          <p:cNvSpPr>
            <a:spLocks noGrp="1"/>
          </p:cNvSpPr>
          <p:nvPr/>
        </p:nvSpPr>
        <p:spPr>
          <a:xfrm>
            <a:off x="3593021" y="3024188"/>
            <a:ext cx="88011" cy="88011"/>
          </a:xfrm>
          <a:prstGeom prst="ellipse">
            <a:avLst/>
          </a:prstGeom>
          <a:solidFill>
            <a:srgbClr val="FFFFFF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36" name="text-438">
            <a:extLst>
              <a:ext uri="{FF2B5EF4-FFF2-40B4-BE49-F238E27FC236}">
                <ns2:creationId id="{9F344B69-4CC5-41C1-9A6C-F47328A21309}"/>
              </a:ext>
            </a:extLst>
          </p:cNvPr>
          <p:cNvSpPr>
            <a:spLocks noGrp="1"/>
          </p:cNvSpPr>
          <p:nvPr/>
        </p:nvSpPr>
        <p:spPr>
          <a:xfrm>
            <a:off x="4400550" y="237172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机制与假设</a:t>
            </a:r>
            <a:endParaRPr/>
          </a:p>
        </p:txBody>
      </p:sp>
      <p:sp>
        <p:nvSpPr>
          <p:cNvPr id="37" name="text-439">
            <a:extLst>
              <a:ext uri="{FF2B5EF4-FFF2-40B4-BE49-F238E27FC236}">
                <ns2:creationId id="{56EF0471-1E92-467B-AA07-D65CBBDFB6B2}"/>
              </a:ext>
            </a:extLst>
          </p:cNvPr>
          <p:cNvSpPr>
            <a:spLocks noGrp="1"/>
          </p:cNvSpPr>
          <p:nvPr/>
        </p:nvSpPr>
        <p:spPr>
          <a:xfrm>
            <a:off x="4400550" y="278130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把解释转化为可检验预测</a:t>
            </a:r>
            <a:endParaRPr/>
          </a:p>
        </p:txBody>
      </p:sp>
      <p:sp>
        <p:nvSpPr>
          <p:cNvPr id="38" name="text-440">
            <a:extLst>
              <a:ext uri="{FF2B5EF4-FFF2-40B4-BE49-F238E27FC236}">
                <ns2:creationId id="{F931766D-6703-4A9A-BF6E-873C787689F3}"/>
              </a:ext>
            </a:extLst>
          </p:cNvPr>
          <p:cNvSpPr>
            <a:spLocks noGrp="1"/>
          </p:cNvSpPr>
          <p:nvPr/>
        </p:nvSpPr>
        <p:spPr>
          <a:xfrm>
            <a:off x="4400550" y="30956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  <a:endParaRPr/>
          </a:p>
        </p:txBody>
      </p:sp>
      <p:sp>
        <p:nvSpPr>
          <p:cNvPr id="39" name="vector-441">
            <a:extLst>
              <a:ext uri="{FF2B5EF4-FFF2-40B4-BE49-F238E27FC236}">
                <ns2:creationId id="{E23E83BC-F8F8-45D8-9E37-1EF2D674F81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0" name="vector-442">
            <a:extLst>
              <a:ext uri="{FF2B5EF4-FFF2-40B4-BE49-F238E27FC236}">
                <ns2:creationId id="{F205B77D-A136-4935-8261-712C9705F63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1" name="vector-443">
            <a:extLst>
              <a:ext uri="{FF2B5EF4-FFF2-40B4-BE49-F238E27FC236}">
                <ns2:creationId id="{C3A7CEF4-CA71-4C70-8DC6-91203D9802FF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2" name="vector-444">
            <a:extLst>
              <a:ext uri="{FF2B5EF4-FFF2-40B4-BE49-F238E27FC236}">
                <ns2:creationId id="{9859D7A4-2BA9-48B2-9932-BCA63C09196D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3" name="vector-445">
            <a:extLst>
              <a:ext uri="{FF2B5EF4-FFF2-40B4-BE49-F238E27FC236}">
                <ns2:creationId id="{40505FE0-D1E7-4110-9572-D3D2DB6EDAF6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4" name="vector-446">
            <a:extLst>
              <a:ext uri="{FF2B5EF4-FFF2-40B4-BE49-F238E27FC236}">
                <ns2:creationId id="{0F5435CA-28C2-47FA-8E88-33F2787A87CE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5" name="vector-447">
            <a:extLst>
              <a:ext uri="{FF2B5EF4-FFF2-40B4-BE49-F238E27FC236}">
                <ns2:creationId id="{60656717-BB19-481B-AAC4-3B4986D18545}"/>
              </a:ext>
            </a:extLst>
          </p:cNvPr>
          <p:cNvSpPr>
            <a:spLocks noGrp="1"/>
          </p:cNvSpPr>
          <p:nvPr/>
        </p:nvSpPr>
        <p:spPr>
          <a:xfrm>
            <a:off x="10287000" y="2514600"/>
            <a:ext cx="714375" cy="714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46" name="icon-network-448">
            <a:extLst>
              <a:ext uri="{FF2B5EF4-FFF2-40B4-BE49-F238E27FC236}">
                <ns2:creationId id="{A4A0CCF1-61B2-496A-8D55-38539C4B1FE2}"/>
              </a:ext>
            </a:extLst>
          </p:cNvPr>
          <p:cNvSpPr>
            <a:spLocks noGrp="1"/>
          </p:cNvSpPr>
          <p:nvPr/>
        </p:nvSpPr>
        <p:spPr>
          <a:xfrm>
            <a:off x="10329863" y="2728913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7" name="icon-network-449">
            <a:extLst>
              <a:ext uri="{FF2B5EF4-FFF2-40B4-BE49-F238E27FC236}">
                <ns2:creationId id="{034FC972-A223-4F35-AEFB-5E037623C4D6}"/>
              </a:ext>
            </a:extLst>
          </p:cNvPr>
          <p:cNvSpPr>
            <a:spLocks noGrp="1"/>
          </p:cNvSpPr>
          <p:nvPr/>
        </p:nvSpPr>
        <p:spPr>
          <a:xfrm>
            <a:off x="10558463" y="2550319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8" name="icon-network-450">
            <a:extLst>
              <a:ext uri="{FF2B5EF4-FFF2-40B4-BE49-F238E27FC236}">
                <ns2:creationId id="{3C031498-0353-4F9A-B503-B6C3DF0F6F26}"/>
              </a:ext>
            </a:extLst>
          </p:cNvPr>
          <p:cNvSpPr>
            <a:spLocks noGrp="1"/>
          </p:cNvSpPr>
          <p:nvPr/>
        </p:nvSpPr>
        <p:spPr>
          <a:xfrm>
            <a:off x="10837069" y="2678906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49" name="icon-network-451">
            <a:extLst>
              <a:ext uri="{FF2B5EF4-FFF2-40B4-BE49-F238E27FC236}">
                <ns2:creationId id="{DB0E4AE5-BE99-494D-A467-B5D3CE7F310F}"/>
              </a:ext>
            </a:extLst>
          </p:cNvPr>
          <p:cNvSpPr>
            <a:spLocks noGrp="1"/>
          </p:cNvSpPr>
          <p:nvPr/>
        </p:nvSpPr>
        <p:spPr>
          <a:xfrm>
            <a:off x="10729913" y="3057525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50" name="icon-network-452">
            <a:extLst>
              <a:ext uri="{FF2B5EF4-FFF2-40B4-BE49-F238E27FC236}">
                <ns2:creationId id="{39FA5BE8-BCDE-4ADB-9F8F-A9636D75F61F}"/>
              </a:ext>
            </a:extLst>
          </p:cNvPr>
          <p:cNvSpPr>
            <a:spLocks noGrp="1"/>
          </p:cNvSpPr>
          <p:nvPr/>
        </p:nvSpPr>
        <p:spPr>
          <a:xfrm>
            <a:off x="10408444" y="3050381"/>
            <a:ext cx="100013" cy="100013"/>
          </a:xfrm>
          <a:prstGeom prst="ellipse">
            <a:avLst/>
          </a:prstGeom>
          <a:solidFill>
            <a:srgbClr val="FFFFFF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51" name="shape-453">
            <a:extLst>
              <a:ext uri="{FF2B5EF4-FFF2-40B4-BE49-F238E27FC236}">
                <ns2:creationId id="{D2BB80DB-7A8F-429E-8C63-885B95359456}"/>
              </a:ext>
            </a:extLst>
          </p:cNvPr>
          <p:cNvSpPr>
            <a:spLocks noGrp="1"/>
          </p:cNvSpPr>
          <p:nvPr/>
        </p:nvSpPr>
        <p:spPr>
          <a:xfrm>
            <a:off x="2686050" y="3581400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2" name="shape-454">
            <a:extLst>
              <a:ext uri="{FF2B5EF4-FFF2-40B4-BE49-F238E27FC236}">
                <ns2:creationId id="{A9797403-7DC7-4057-A104-4E2381CF0DCB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53" name="text-455">
            <a:extLst>
              <a:ext uri="{FF2B5EF4-FFF2-40B4-BE49-F238E27FC236}">
                <ns2:creationId id="{B2CC4147-1235-4CA3-928F-E8D813847EFA}"/>
              </a:ext>
            </a:extLst>
          </p:cNvPr>
          <p:cNvSpPr>
            <a:spLocks noGrp="1"/>
          </p:cNvSpPr>
          <p:nvPr/>
        </p:nvSpPr>
        <p:spPr>
          <a:xfrm>
            <a:off x="2838450" y="37433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54" name="vector-456">
            <a:extLst>
              <a:ext uri="{FF2B5EF4-FFF2-40B4-BE49-F238E27FC236}">
                <ns2:creationId id="{5E8C059C-C0E9-4F29-B2D2-F3F5DC9F0F0A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55" name="vector-457">
            <a:extLst>
              <a:ext uri="{FF2B5EF4-FFF2-40B4-BE49-F238E27FC236}">
                <ns2:creationId id="{01724596-FECB-411C-A1FA-80EDE5F48AAF}"/>
              </a:ext>
            </a:extLst>
          </p:cNvPr>
          <p:cNvSpPr>
            <a:spLocks noGrp="1"/>
          </p:cNvSpPr>
          <p:nvPr/>
        </p:nvSpPr>
        <p:spPr>
          <a:xfrm>
            <a:off x="3486150" y="3876675"/>
            <a:ext cx="628650" cy="6286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0955">
            <a:solidFill>
              <a:srgbClr val="173D67"/>
            </a:solidFill>
            <a:prstDash val="solid"/>
          </a:ln>
        </p:spPr>
      </p:sp>
      <p:sp>
        <p:nvSpPr>
          <p:cNvPr id="56" name="icon-chart-458">
            <a:extLst>
              <a:ext uri="{FF2B5EF4-FFF2-40B4-BE49-F238E27FC236}">
                <ns2:creationId id="{68B2B6B0-79C7-446D-912A-15E217C1E79F}"/>
              </a:ext>
            </a:extLst>
          </p:cNvPr>
          <p:cNvSpPr>
            <a:spLocks noGrp="1"/>
          </p:cNvSpPr>
          <p:nvPr/>
        </p:nvSpPr>
        <p:spPr>
          <a:xfrm>
            <a:off x="3643313" y="4216146"/>
            <a:ext cx="81725" cy="207455"/>
          </a:xfrm>
          <a:prstGeom prst="rect">
            <a:avLst/>
          </a:prstGeom>
          <a:solidFill>
            <a:srgbClr val="173D67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7" name="icon-chart-459">
            <a:extLst>
              <a:ext uri="{FF2B5EF4-FFF2-40B4-BE49-F238E27FC236}">
                <ns2:creationId id="{B9A58386-4793-4C6D-A662-A362F3ECCD6C}"/>
              </a:ext>
            </a:extLst>
          </p:cNvPr>
          <p:cNvSpPr>
            <a:spLocks noGrp="1"/>
          </p:cNvSpPr>
          <p:nvPr/>
        </p:nvSpPr>
        <p:spPr>
          <a:xfrm>
            <a:off x="3781616" y="4102989"/>
            <a:ext cx="81725" cy="320611"/>
          </a:xfrm>
          <a:prstGeom prst="rect">
            <a:avLst/>
          </a:prstGeom>
          <a:solidFill>
            <a:srgbClr val="5D7795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8" name="icon-chart-460">
            <a:extLst>
              <a:ext uri="{FF2B5EF4-FFF2-40B4-BE49-F238E27FC236}">
                <ns2:creationId id="{03547E8A-AAB5-4FC4-AFEE-C00FB0349216}"/>
              </a:ext>
            </a:extLst>
          </p:cNvPr>
          <p:cNvSpPr>
            <a:spLocks noGrp="1"/>
          </p:cNvSpPr>
          <p:nvPr/>
        </p:nvSpPr>
        <p:spPr>
          <a:xfrm>
            <a:off x="3919919" y="3977259"/>
            <a:ext cx="81725" cy="446342"/>
          </a:xfrm>
          <a:prstGeom prst="rect">
            <a:avLst/>
          </a:prstGeom>
          <a:solidFill>
            <a:srgbClr val="173D67"/>
          </a:solidFill>
          <a:ln w="19645">
            <a:solidFill>
              <a:srgbClr val="173D67"/>
            </a:solidFill>
            <a:prstDash val="solid"/>
          </a:ln>
        </p:spPr>
      </p:sp>
      <p:sp>
        <p:nvSpPr>
          <p:cNvPr id="59" name="text-461">
            <a:extLst>
              <a:ext uri="{FF2B5EF4-FFF2-40B4-BE49-F238E27FC236}">
                <ns2:creationId id="{3668047B-A584-4766-95BC-944944A161DA}"/>
              </a:ext>
            </a:extLst>
          </p:cNvPr>
          <p:cNvSpPr>
            <a:spLocks noGrp="1"/>
          </p:cNvSpPr>
          <p:nvPr/>
        </p:nvSpPr>
        <p:spPr>
          <a:xfrm>
            <a:off x="4400550" y="36957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</p:txBody>
      </p:sp>
      <p:sp>
        <p:nvSpPr>
          <p:cNvPr id="60" name="text-462">
            <a:extLst>
              <a:ext uri="{FF2B5EF4-FFF2-40B4-BE49-F238E27FC236}">
                <ns2:creationId id="{68785B6B-4127-4554-B806-D0005C356789}"/>
              </a:ext>
            </a:extLst>
          </p:cNvPr>
          <p:cNvSpPr>
            <a:spLocks noGrp="1"/>
          </p:cNvSpPr>
          <p:nvPr/>
        </p:nvSpPr>
        <p:spPr>
          <a:xfrm>
            <a:off x="4400550" y="41052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联合观测、比较与模型分析</a:t>
            </a:r>
            <a:endParaRPr/>
          </a:p>
        </p:txBody>
      </p:sp>
      <p:sp>
        <p:nvSpPr>
          <p:cNvPr id="61" name="text-463">
            <a:extLst>
              <a:ext uri="{FF2B5EF4-FFF2-40B4-BE49-F238E27FC236}">
                <ns2:creationId id="{C7F758AF-2B16-4F07-BD3A-798E0916648F}"/>
              </a:ext>
            </a:extLst>
          </p:cNvPr>
          <p:cNvSpPr>
            <a:spLocks noGrp="1"/>
          </p:cNvSpPr>
          <p:nvPr/>
        </p:nvSpPr>
        <p:spPr>
          <a:xfrm>
            <a:off x="4400550" y="4419600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  <a:endParaRPr/>
          </a:p>
        </p:txBody>
      </p:sp>
      <p:sp>
        <p:nvSpPr>
          <p:cNvPr id="62" name="vector-464">
            <a:extLst>
              <a:ext uri="{FF2B5EF4-FFF2-40B4-BE49-F238E27FC236}">
                <ns2:creationId id="{100ACADE-E1EA-42BE-83D3-DDC3E2D52664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63" name="vector-465">
            <a:extLst>
              <a:ext uri="{FF2B5EF4-FFF2-40B4-BE49-F238E27FC236}">
                <ns2:creationId id="{7741118D-8CEC-480E-A1D3-BE0A1EAF70F6}"/>
              </a:ext>
            </a:extLst>
          </p:cNvPr>
          <p:cNvSpPr>
            <a:spLocks noGrp="1"/>
          </p:cNvSpPr>
          <p:nvPr/>
        </p:nvSpPr>
        <p:spPr>
          <a:xfrm>
            <a:off x="10287000" y="3838575"/>
            <a:ext cx="714375" cy="714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3813">
            <a:solidFill>
              <a:srgbClr val="173D67"/>
            </a:solidFill>
            <a:prstDash val="solid"/>
          </a:ln>
        </p:spPr>
      </p:sp>
      <p:sp>
        <p:nvSpPr>
          <p:cNvPr id="64" name="icon-chart-466">
            <a:extLst>
              <a:ext uri="{FF2B5EF4-FFF2-40B4-BE49-F238E27FC236}">
                <ns2:creationId id="{15E33CF9-7F9A-4CF6-B5CB-F394FED53C9B}"/>
              </a:ext>
            </a:extLst>
          </p:cNvPr>
          <p:cNvSpPr>
            <a:spLocks noGrp="1"/>
          </p:cNvSpPr>
          <p:nvPr/>
        </p:nvSpPr>
        <p:spPr>
          <a:xfrm>
            <a:off x="10465594" y="4224338"/>
            <a:ext cx="92869" cy="235744"/>
          </a:xfrm>
          <a:prstGeom prst="rect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5" name="icon-chart-467">
            <a:extLst>
              <a:ext uri="{FF2B5EF4-FFF2-40B4-BE49-F238E27FC236}">
                <ns2:creationId id="{79EA0860-7559-4F37-A617-495D86041E64}"/>
              </a:ext>
            </a:extLst>
          </p:cNvPr>
          <p:cNvSpPr>
            <a:spLocks noGrp="1"/>
          </p:cNvSpPr>
          <p:nvPr/>
        </p:nvSpPr>
        <p:spPr>
          <a:xfrm>
            <a:off x="10622756" y="4095750"/>
            <a:ext cx="92869" cy="364331"/>
          </a:xfrm>
          <a:prstGeom prst="rect">
            <a:avLst/>
          </a:prstGeom>
          <a:solidFill>
            <a:srgbClr val="5D7795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6" name="icon-chart-468">
            <a:extLst>
              <a:ext uri="{FF2B5EF4-FFF2-40B4-BE49-F238E27FC236}">
                <ns2:creationId id="{E558A2C5-2DEB-4B34-B66E-4031B153060F}"/>
              </a:ext>
            </a:extLst>
          </p:cNvPr>
          <p:cNvSpPr>
            <a:spLocks noGrp="1"/>
          </p:cNvSpPr>
          <p:nvPr/>
        </p:nvSpPr>
        <p:spPr>
          <a:xfrm>
            <a:off x="10779919" y="3952875"/>
            <a:ext cx="92869" cy="507206"/>
          </a:xfrm>
          <a:prstGeom prst="rect">
            <a:avLst/>
          </a:prstGeom>
          <a:solidFill>
            <a:srgbClr val="173D67"/>
          </a:solidFill>
          <a:ln w="22324">
            <a:solidFill>
              <a:srgbClr val="173D67"/>
            </a:solidFill>
            <a:prstDash val="solid"/>
          </a:ln>
        </p:spPr>
      </p:sp>
      <p:sp>
        <p:nvSpPr>
          <p:cNvPr id="67" name="shape-469">
            <a:extLst>
              <a:ext uri="{FF2B5EF4-FFF2-40B4-BE49-F238E27FC236}">
                <ns2:creationId id="{D180688E-DB8B-4119-AA2B-3AAE3BE190F2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048750" cy="1219200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8" name="shape-470">
            <a:extLst>
              <a:ext uri="{FF2B5EF4-FFF2-40B4-BE49-F238E27FC236}">
                <ns2:creationId id="{C7DBE787-56B1-4FBB-B227-FD243277D05F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9" name="text-471">
            <a:extLst>
              <a:ext uri="{FF2B5EF4-FFF2-40B4-BE49-F238E27FC236}">
                <ns2:creationId id="{1C2AD94F-7A9A-48C3-A545-23DE9EE4807A}"/>
              </a:ext>
            </a:extLst>
          </p:cNvPr>
          <p:cNvSpPr>
            <a:spLocks noGrp="1"/>
          </p:cNvSpPr>
          <p:nvPr/>
        </p:nvSpPr>
        <p:spPr>
          <a:xfrm>
            <a:off x="2838450" y="50673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70" name="icon-compass-472">
            <a:extLst>
              <a:ext uri="{FF2B5EF4-FFF2-40B4-BE49-F238E27FC236}">
                <ns2:creationId id="{ABCFF073-B47D-48C3-A11A-6204CCD314B2}"/>
              </a:ext>
            </a:extLst>
          </p:cNvPr>
          <p:cNvSpPr>
            <a:spLocks noGrp="1"/>
          </p:cNvSpPr>
          <p:nvPr/>
        </p:nvSpPr>
        <p:spPr>
          <a:xfrm>
            <a:off x="3523869" y="5238369"/>
            <a:ext cx="553212" cy="553212"/>
          </a:xfrm>
          <a:prstGeom prst="ellipse">
            <a:avLst/>
          </a:prstGeom>
          <a:noFill/>
          <a:ln w="19645">
            <a:solidFill>
              <a:srgbClr val="173D67"/>
            </a:solidFill>
            <a:prstDash val="solid"/>
          </a:ln>
        </p:spPr>
      </p:sp>
      <p:sp>
        <p:nvSpPr>
          <p:cNvPr id="71" name="vector-473">
            <a:extLst>
              <a:ext uri="{FF2B5EF4-FFF2-40B4-BE49-F238E27FC236}">
                <ns2:creationId id="{DCC11D7A-4DF3-42C2-80E1-B8100EC134DC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72" name="vector-474">
            <a:extLst>
              <a:ext uri="{FF2B5EF4-FFF2-40B4-BE49-F238E27FC236}">
                <ns2:creationId id="{9BE98EA5-54C2-46D1-930A-F858266E4C0F}"/>
              </a:ext>
            </a:extLst>
          </p:cNvPr>
          <p:cNvSpPr>
            <a:spLocks noGrp="1"/>
          </p:cNvSpPr>
          <p:nvPr/>
        </p:nvSpPr>
        <p:spPr>
          <a:xfrm>
            <a:off x="3486150" y="5200650"/>
            <a:ext cx="628650" cy="6286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73" name="text-475">
            <a:extLst>
              <a:ext uri="{FF2B5EF4-FFF2-40B4-BE49-F238E27FC236}">
                <ns2:creationId id="{3C1628D3-7E46-43CB-87B4-2E6B2A1D379F}"/>
              </a:ext>
            </a:extLst>
          </p:cNvPr>
          <p:cNvSpPr>
            <a:spLocks noGrp="1"/>
          </p:cNvSpPr>
          <p:nvPr/>
        </p:nvSpPr>
        <p:spPr>
          <a:xfrm>
            <a:off x="4400550" y="5019675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结论与展望</a:t>
            </a:r>
            <a:endParaRPr/>
          </a:p>
        </p:txBody>
      </p:sp>
      <p:sp>
        <p:nvSpPr>
          <p:cNvPr id="74" name="text-476">
            <a:extLst>
              <a:ext uri="{FF2B5EF4-FFF2-40B4-BE49-F238E27FC236}">
                <ns2:creationId id="{0B7724AE-2FA2-4643-9CA0-540A4CC39DF6}"/>
              </a:ext>
            </a:extLst>
          </p:cNvPr>
          <p:cNvSpPr>
            <a:spLocks noGrp="1"/>
          </p:cNvSpPr>
          <p:nvPr/>
        </p:nvSpPr>
        <p:spPr>
          <a:xfrm>
            <a:off x="4400550" y="54292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明确支持范围与下一步检验</a:t>
            </a:r>
            <a:endParaRPr/>
          </a:p>
        </p:txBody>
      </p:sp>
      <p:sp>
        <p:nvSpPr>
          <p:cNvPr id="75" name="text-477">
            <a:extLst>
              <a:ext uri="{FF2B5EF4-FFF2-40B4-BE49-F238E27FC236}">
                <ns2:creationId id="{2A036C58-11E5-4256-AEC9-C94FE6D416C3}"/>
              </a:ext>
            </a:extLst>
          </p:cNvPr>
          <p:cNvSpPr>
            <a:spLocks noGrp="1"/>
          </p:cNvSpPr>
          <p:nvPr/>
        </p:nvSpPr>
        <p:spPr>
          <a:xfrm>
            <a:off x="4400550" y="574357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  <a:endParaRPr/>
          </a:p>
        </p:txBody>
      </p:sp>
      <p:sp>
        <p:nvSpPr>
          <p:cNvPr id="76" name="icon-compass-478">
            <a:extLst>
              <a:ext uri="{FF2B5EF4-FFF2-40B4-BE49-F238E27FC236}">
                <ns2:creationId id="{A13E8D49-1322-45F2-8FEF-35F295B301C0}"/>
              </a:ext>
            </a:extLst>
          </p:cNvPr>
          <p:cNvSpPr>
            <a:spLocks noGrp="1"/>
          </p:cNvSpPr>
          <p:nvPr/>
        </p:nvSpPr>
        <p:spPr>
          <a:xfrm>
            <a:off x="10329863" y="5205413"/>
            <a:ext cx="628650" cy="628650"/>
          </a:xfrm>
          <a:prstGeom prst="ellipse">
            <a:avLst/>
          </a:prstGeom>
          <a:noFill/>
          <a:ln w="22324">
            <a:solidFill>
              <a:srgbClr val="173D67"/>
            </a:solidFill>
            <a:prstDash val="solid"/>
          </a:ln>
        </p:spPr>
      </p:sp>
      <p:sp>
        <p:nvSpPr>
          <p:cNvPr id="77" name="vector-479">
            <a:extLst>
              <a:ext uri="{FF2B5EF4-FFF2-40B4-BE49-F238E27FC236}">
                <ns2:creationId id="{01C49990-83C1-4E81-8CD6-AFDF31C70DC5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78" name="vector-480">
            <a:extLst>
              <a:ext uri="{FF2B5EF4-FFF2-40B4-BE49-F238E27FC236}">
                <ns2:creationId id="{827163A0-1025-48D0-8262-9E83EE72094E}"/>
              </a:ext>
            </a:extLst>
          </p:cNvPr>
          <p:cNvSpPr>
            <a:spLocks noGrp="1"/>
          </p:cNvSpPr>
          <p:nvPr/>
        </p:nvSpPr>
        <p:spPr>
          <a:xfrm>
            <a:off x="10287000" y="5162550"/>
            <a:ext cx="714375" cy="7143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79" name="text-481">
            <a:extLst>
              <a:ext uri="{FF2B5EF4-FFF2-40B4-BE49-F238E27FC236}">
                <ns2:creationId id="{C93298BA-72FE-4ADD-B1CD-50AC4A765F9C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0" name="text-482">
            <a:extLst>
              <a:ext uri="{FF2B5EF4-FFF2-40B4-BE49-F238E27FC236}">
                <ns2:creationId id="{A42496F1-27CB-4BC3-A467-ECDC1352A29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3:creationId val="127781268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45" name="">
            <a:extLst>
              <a:ext uri="{FF2B5EF4-FFF2-40B4-BE49-F238E27FC236}">
                <ns2:creationId id="{EDB2641F-009B-4118-86AD-09BEE73715A9}"/>
              </a:ext>
            </a:extLst>
          </p:cNvPr>
          <p:cNvPicPr>
            <a:picLocks noChangeAspect="1"/>
          </p:cNvPicPr>
          <p:nvPr/>
        </p:nvPicPr>
        <p:blipFill>
          <a:blip r:embed="R8fcd05eff92847ce"/>
          <a:stretch/>
        </p:blipFill>
        <p:spPr>
          <a:xfrm>
            <a:off x="5857875" y="762000"/>
            <a:ext cx="5238750" cy="5238750"/>
          </a:xfrm>
          <a:prstGeom prst="rect">
            <a:avLst/>
          </a:prstGeom>
        </p:spPr>
      </p:pic>
      <p:sp>
        <p:nvSpPr>
          <p:cNvPr id="2" name="text-483">
            <a:extLst>
              <a:ext uri="{FF2B5EF4-FFF2-40B4-BE49-F238E27FC236}">
                <ns2:creationId id="{FE71ACDF-DBA4-41D4-B9CC-290C2CB2EF46}"/>
              </a:ext>
            </a:extLst>
          </p:cNvPr>
          <p:cNvSpPr>
            <a:spLocks noGrp="1"/>
          </p:cNvSpPr>
          <p:nvPr/>
        </p:nvSpPr>
        <p:spPr>
          <a:xfrm>
            <a:off x="342900" y="571500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960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03</a:t>
            </a:r>
            <a:endParaRPr/>
          </a:p>
        </p:txBody>
      </p:sp>
      <p:sp>
        <p:nvSpPr>
          <p:cNvPr id="3" name="shape-484">
            <a:extLst>
              <a:ext uri="{FF2B5EF4-FFF2-40B4-BE49-F238E27FC236}">
                <ns2:creationId id="{8DBCC840-EB5A-454A-968C-6B46ECC14607}"/>
              </a:ext>
            </a:extLst>
          </p:cNvPr>
          <p:cNvSpPr>
            <a:spLocks noGrp="1"/>
          </p:cNvSpPr>
          <p:nvPr/>
        </p:nvSpPr>
        <p:spPr>
          <a:xfrm>
            <a:off x="2171700" y="904875"/>
            <a:ext cx="47625" cy="819150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485">
            <a:extLst>
              <a:ext uri="{FF2B5EF4-FFF2-40B4-BE49-F238E27FC236}">
                <ns2:creationId id="{74047E7F-3136-4925-87BA-9ABB9F415E03}"/>
              </a:ext>
            </a:extLst>
          </p:cNvPr>
          <p:cNvSpPr>
            <a:spLocks noGrp="1"/>
          </p:cNvSpPr>
          <p:nvPr/>
        </p:nvSpPr>
        <p:spPr>
          <a:xfrm>
            <a:off x="361950" y="2247900"/>
            <a:ext cx="60007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  <a:p>
            <a:pPr algn="l">
              <a:def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73D67"/>
                </a:solidFill>
                <a:latin typeface="Noto Serif CJK SC"/>
                <a:ea typeface="Noto Serif CJK SC"/>
                <a:cs typeface="Noto Serif CJK SC"/>
              </a:rPr>
              <a:t>从观测到解释</a:t>
            </a:r>
            <a:endParaRPr/>
          </a:p>
        </p:txBody>
      </p:sp>
      <p:sp>
        <p:nvSpPr>
          <p:cNvPr id="5" name="text-486">
            <a:extLst>
              <a:ext uri="{FF2B5EF4-FFF2-40B4-BE49-F238E27FC236}">
                <ns2:creationId id="{0CB93EA6-DAD6-4A07-BA2B-C1B361013F10}"/>
              </a:ext>
            </a:extLst>
          </p:cNvPr>
          <p:cNvSpPr>
            <a:spLocks noGrp="1"/>
          </p:cNvSpPr>
          <p:nvPr/>
        </p:nvSpPr>
        <p:spPr>
          <a:xfrm>
            <a:off x="381000" y="4381500"/>
            <a:ext cx="476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结合空间格局、群落指标与模型结果，</a:t>
            </a:r>
            <a:endParaRPr/>
          </a:p>
          <a:p>
            <a:pPr algn="l">
              <a:def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800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逐步检验生态机制。</a:t>
            </a:r>
            <a:endParaRPr/>
          </a:p>
        </p:txBody>
      </p:sp>
      <p:sp>
        <p:nvSpPr>
          <p:cNvPr id="6" name="line-487">
            <a:extLst>
              <a:ext uri="{FF2B5EF4-FFF2-40B4-BE49-F238E27FC236}">
                <ns2:creationId id="{BAC6F1EB-3958-468C-9786-5F411AA322A5}"/>
              </a:ext>
            </a:extLst>
          </p:cNvPr>
          <p:cNvSpPr>
            <a:spLocks noGrp="1"/>
          </p:cNvSpPr>
          <p:nvPr/>
        </p:nvSpPr>
        <p:spPr>
          <a:xfrm>
            <a:off x="228600" y="6029325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7" name="icon-clipboard-488">
            <a:extLst>
              <a:ext uri="{FF2B5EF4-FFF2-40B4-BE49-F238E27FC236}">
                <ns2:creationId id="{50BB6FA1-F786-4A0C-B7F5-E7581A318AC9}"/>
              </a:ext>
            </a:extLst>
          </p:cNvPr>
          <p:cNvSpPr>
            <a:spLocks noGrp="1"/>
          </p:cNvSpPr>
          <p:nvPr/>
        </p:nvSpPr>
        <p:spPr>
          <a:xfrm>
            <a:off x="409956" y="6213729"/>
            <a:ext cx="173355" cy="208026"/>
          </a:xfrm>
          <a:prstGeom prst="roundRect">
            <a:avLst>
              <a:gd name="adj" fmla="val 43956"/>
            </a:avLst>
          </a:prstGeom>
          <a:noFill/>
          <a:ln w="12383">
            <a:solidFill>
              <a:srgbClr val="718EAA"/>
            </a:solidFill>
            <a:prstDash val="solid"/>
          </a:ln>
        </p:spPr>
      </p:sp>
      <p:sp>
        <p:nvSpPr>
          <p:cNvPr id="8" name="icon-clipboard-489">
            <a:extLst>
              <a:ext uri="{FF2B5EF4-FFF2-40B4-BE49-F238E27FC236}">
                <ns2:creationId id="{5BDEC722-97E0-4061-8E14-E63C22643C0F}"/>
              </a:ext>
            </a:extLst>
          </p:cNvPr>
          <p:cNvSpPr>
            <a:spLocks noGrp="1"/>
          </p:cNvSpPr>
          <p:nvPr/>
        </p:nvSpPr>
        <p:spPr>
          <a:xfrm>
            <a:off x="455295" y="6195060"/>
            <a:ext cx="80010" cy="400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9" name="vector-490">
            <a:extLst>
              <a:ext uri="{FF2B5EF4-FFF2-40B4-BE49-F238E27FC236}">
                <ns2:creationId id="{CF66DC96-F21B-45A3-8FB8-BC842AAF47D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0" name="vector-491">
            <a:extLst>
              <a:ext uri="{FF2B5EF4-FFF2-40B4-BE49-F238E27FC236}">
                <ns2:creationId id="{ECBEF463-AF9B-4050-9F87-F25A9FB4287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1" name="vector-492">
            <a:extLst>
              <a:ext uri="{FF2B5EF4-FFF2-40B4-BE49-F238E27FC236}">
                <ns2:creationId id="{CF5E521B-E052-4140-9EB2-ABE8CDD429B8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2" name="vector-493">
            <a:extLst>
              <a:ext uri="{FF2B5EF4-FFF2-40B4-BE49-F238E27FC236}">
                <ns2:creationId id="{19EF9886-DB8F-470A-8867-DABCF5FC445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3" name="vector-494">
            <a:extLst>
              <a:ext uri="{FF2B5EF4-FFF2-40B4-BE49-F238E27FC236}">
                <ns2:creationId id="{84C55DE8-2B3A-4C5A-B01D-782EA7D9F5B6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4" name="vector-495">
            <a:extLst>
              <a:ext uri="{FF2B5EF4-FFF2-40B4-BE49-F238E27FC236}">
                <ns2:creationId id="{C0DD50BC-17BA-4ACB-A748-12E672439B80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5" name="vector-496">
            <a:extLst>
              <a:ext uri="{FF2B5EF4-FFF2-40B4-BE49-F238E27FC236}">
                <ns2:creationId id="{A490858A-646F-407B-9098-2BB7D0C2667E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6" name="vector-497">
            <a:extLst>
              <a:ext uri="{FF2B5EF4-FFF2-40B4-BE49-F238E27FC236}">
                <ns2:creationId id="{C4B89282-8828-4F9C-ACB7-4A1A4853286F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7" name="vector-498">
            <a:extLst>
              <a:ext uri="{FF2B5EF4-FFF2-40B4-BE49-F238E27FC236}">
                <ns2:creationId id="{A4241197-CE9F-46F3-9137-F5C785774B77}"/>
              </a:ext>
            </a:extLst>
          </p:cNvPr>
          <p:cNvSpPr>
            <a:spLocks noGrp="1"/>
          </p:cNvSpPr>
          <p:nvPr/>
        </p:nvSpPr>
        <p:spPr>
          <a:xfrm>
            <a:off x="361950" y="6181725"/>
            <a:ext cx="266700" cy="2667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18" name="text-499">
            <a:extLst>
              <a:ext uri="{FF2B5EF4-FFF2-40B4-BE49-F238E27FC236}">
                <ns2:creationId id="{061CCF53-30C1-4007-8445-9063E2A8B568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研究背景</a:t>
            </a:r>
            <a:endParaRPr/>
          </a:p>
        </p:txBody>
      </p:sp>
      <p:sp>
        <p:nvSpPr>
          <p:cNvPr id="19" name="vector-500">
            <a:extLst>
              <a:ext uri="{FF2B5EF4-FFF2-40B4-BE49-F238E27FC236}">
                <ns2:creationId id="{7E1514FD-3177-4E8F-B245-ACFFA8A003C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0" name="vector-501">
            <a:extLst>
              <a:ext uri="{FF2B5EF4-FFF2-40B4-BE49-F238E27FC236}">
                <ns2:creationId id="{2C038C1D-FADE-45CE-9D6E-BCA38BC40BBF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1" name="vector-502">
            <a:extLst>
              <a:ext uri="{FF2B5EF4-FFF2-40B4-BE49-F238E27FC236}">
                <ns2:creationId id="{526B1210-5246-4E16-AF03-7715143537ED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2" name="vector-503">
            <a:extLst>
              <a:ext uri="{FF2B5EF4-FFF2-40B4-BE49-F238E27FC236}">
                <ns2:creationId id="{A75864C7-D5C3-4F56-A380-130D199FF84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3" name="vector-504">
            <a:extLst>
              <a:ext uri="{FF2B5EF4-FFF2-40B4-BE49-F238E27FC236}">
                <ns2:creationId id="{4ED20D95-822C-4A70-8A73-5408821AC6A0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4" name="vector-505">
            <a:extLst>
              <a:ext uri="{FF2B5EF4-FFF2-40B4-BE49-F238E27FC236}">
                <ns2:creationId id="{D8EE6DCC-0750-4580-BB0D-73A7C7D2B743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5" name="vector-506">
            <a:extLst>
              <a:ext uri="{FF2B5EF4-FFF2-40B4-BE49-F238E27FC236}">
                <ns2:creationId id="{EB578EB8-D7D7-4E0F-B128-602FAD74669C}"/>
              </a:ext>
            </a:extLst>
          </p:cNvPr>
          <p:cNvSpPr>
            <a:spLocks noGrp="1"/>
          </p:cNvSpPr>
          <p:nvPr/>
        </p:nvSpPr>
        <p:spPr>
          <a:xfrm>
            <a:off x="3314700" y="6181725"/>
            <a:ext cx="266700" cy="2667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718EAA"/>
            </a:solidFill>
            <a:prstDash val="solid"/>
          </a:ln>
        </p:spPr>
      </p:sp>
      <p:sp>
        <p:nvSpPr>
          <p:cNvPr id="26" name="icon-network-507">
            <a:extLst>
              <a:ext uri="{FF2B5EF4-FFF2-40B4-BE49-F238E27FC236}">
                <ns2:creationId id="{79163C92-DC68-4B34-99D4-D4AE215B9992}"/>
              </a:ext>
            </a:extLst>
          </p:cNvPr>
          <p:cNvSpPr>
            <a:spLocks noGrp="1"/>
          </p:cNvSpPr>
          <p:nvPr/>
        </p:nvSpPr>
        <p:spPr>
          <a:xfrm>
            <a:off x="3330702" y="6261735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7" name="icon-network-508">
            <a:extLst>
              <a:ext uri="{FF2B5EF4-FFF2-40B4-BE49-F238E27FC236}">
                <ns2:creationId id="{8B2523AC-D5FE-4B5E-B57E-8F5632D7F4CD}"/>
              </a:ext>
            </a:extLst>
          </p:cNvPr>
          <p:cNvSpPr>
            <a:spLocks noGrp="1"/>
          </p:cNvSpPr>
          <p:nvPr/>
        </p:nvSpPr>
        <p:spPr>
          <a:xfrm>
            <a:off x="3416046" y="6195060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8" name="icon-network-509">
            <a:extLst>
              <a:ext uri="{FF2B5EF4-FFF2-40B4-BE49-F238E27FC236}">
                <ns2:creationId id="{79E98D91-9D8B-422D-B5E5-EBA4C18EBF2A}"/>
              </a:ext>
            </a:extLst>
          </p:cNvPr>
          <p:cNvSpPr>
            <a:spLocks noGrp="1"/>
          </p:cNvSpPr>
          <p:nvPr/>
        </p:nvSpPr>
        <p:spPr>
          <a:xfrm>
            <a:off x="3520059" y="6243066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29" name="icon-network-510">
            <a:extLst>
              <a:ext uri="{FF2B5EF4-FFF2-40B4-BE49-F238E27FC236}">
                <ns2:creationId id="{8652485D-05C0-4280-8345-231E738C221A}"/>
              </a:ext>
            </a:extLst>
          </p:cNvPr>
          <p:cNvSpPr>
            <a:spLocks noGrp="1"/>
          </p:cNvSpPr>
          <p:nvPr/>
        </p:nvSpPr>
        <p:spPr>
          <a:xfrm>
            <a:off x="3480054" y="6384417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30" name="icon-network-511">
            <a:extLst>
              <a:ext uri="{FF2B5EF4-FFF2-40B4-BE49-F238E27FC236}">
                <ns2:creationId id="{F9E7E0B9-AF25-4843-9D32-ABDDE5C2EEBB}"/>
              </a:ext>
            </a:extLst>
          </p:cNvPr>
          <p:cNvSpPr>
            <a:spLocks noGrp="1"/>
          </p:cNvSpPr>
          <p:nvPr/>
        </p:nvSpPr>
        <p:spPr>
          <a:xfrm>
            <a:off x="3360039" y="6381750"/>
            <a:ext cx="37338" cy="37338"/>
          </a:xfrm>
          <a:prstGeom prst="ellipse">
            <a:avLst/>
          </a:prstGeom>
          <a:solidFill>
            <a:srgbClr val="FFFFFF"/>
          </a:solidFill>
          <a:ln w="12383">
            <a:solidFill>
              <a:srgbClr val="718EAA"/>
            </a:solidFill>
            <a:prstDash val="solid"/>
          </a:ln>
        </p:spPr>
      </p:sp>
      <p:sp>
        <p:nvSpPr>
          <p:cNvPr id="31" name="text-512">
            <a:extLst>
              <a:ext uri="{FF2B5EF4-FFF2-40B4-BE49-F238E27FC236}">
                <ns2:creationId id="{31291BDD-6345-4A8C-88D7-8EE83C3F7BA5}"/>
              </a:ext>
            </a:extLst>
          </p:cNvPr>
          <p:cNvSpPr>
            <a:spLocks noGrp="1"/>
          </p:cNvSpPr>
          <p:nvPr/>
        </p:nvSpPr>
        <p:spPr>
          <a:xfrm>
            <a:off x="36957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机制与假设</a:t>
            </a:r>
            <a:endParaRPr/>
          </a:p>
        </p:txBody>
      </p:sp>
      <p:sp>
        <p:nvSpPr>
          <p:cNvPr id="32" name="vector-513">
            <a:extLst>
              <a:ext uri="{FF2B5EF4-FFF2-40B4-BE49-F238E27FC236}">
                <ns2:creationId id="{B1714860-1237-4B50-BC55-F84C50B27C58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3" name="vector-514">
            <a:extLst>
              <a:ext uri="{FF2B5EF4-FFF2-40B4-BE49-F238E27FC236}">
                <ns2:creationId id="{980E19DA-057E-4EE8-86EC-61E8A28D4E27}"/>
              </a:ext>
            </a:extLst>
          </p:cNvPr>
          <p:cNvSpPr>
            <a:spLocks noGrp="1"/>
          </p:cNvSpPr>
          <p:nvPr/>
        </p:nvSpPr>
        <p:spPr>
          <a:xfrm>
            <a:off x="6267450" y="6181725"/>
            <a:ext cx="266700" cy="2667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4" name="icon-chart-515">
            <a:extLst>
              <a:ext uri="{FF2B5EF4-FFF2-40B4-BE49-F238E27FC236}">
                <ns2:creationId id="{52659713-4A58-4A4E-BFED-7AAD6824290A}"/>
              </a:ext>
            </a:extLst>
          </p:cNvPr>
          <p:cNvSpPr>
            <a:spLocks noGrp="1"/>
          </p:cNvSpPr>
          <p:nvPr/>
        </p:nvSpPr>
        <p:spPr>
          <a:xfrm>
            <a:off x="6334125" y="6325743"/>
            <a:ext cx="34671" cy="88011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5" name="icon-chart-516">
            <a:extLst>
              <a:ext uri="{FF2B5EF4-FFF2-40B4-BE49-F238E27FC236}">
                <ns2:creationId id="{D2D2FC49-9A51-42F9-A393-D1B52A3CD5BA}"/>
              </a:ext>
            </a:extLst>
          </p:cNvPr>
          <p:cNvSpPr>
            <a:spLocks noGrp="1"/>
          </p:cNvSpPr>
          <p:nvPr/>
        </p:nvSpPr>
        <p:spPr>
          <a:xfrm>
            <a:off x="6392799" y="6277737"/>
            <a:ext cx="34671" cy="136017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6" name="icon-chart-517">
            <a:extLst>
              <a:ext uri="{FF2B5EF4-FFF2-40B4-BE49-F238E27FC236}">
                <ns2:creationId id="{C861A4C2-770A-424E-8363-78CB1839E210}"/>
              </a:ext>
            </a:extLst>
          </p:cNvPr>
          <p:cNvSpPr>
            <a:spLocks noGrp="1"/>
          </p:cNvSpPr>
          <p:nvPr/>
        </p:nvSpPr>
        <p:spPr>
          <a:xfrm>
            <a:off x="6451473" y="6224397"/>
            <a:ext cx="34671" cy="189357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37" name="text-518">
            <a:extLst>
              <a:ext uri="{FF2B5EF4-FFF2-40B4-BE49-F238E27FC236}">
                <ns2:creationId id="{14F671F4-CF60-42E1-BA98-6417E0D706EF}"/>
              </a:ext>
            </a:extLst>
          </p:cNvPr>
          <p:cNvSpPr>
            <a:spLocks noGrp="1"/>
          </p:cNvSpPr>
          <p:nvPr/>
        </p:nvSpPr>
        <p:spPr>
          <a:xfrm>
            <a:off x="66484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数据与证据</a:t>
            </a:r>
            <a:endParaRPr/>
          </a:p>
        </p:txBody>
      </p:sp>
      <p:sp>
        <p:nvSpPr>
          <p:cNvPr id="38" name="shape-519">
            <a:extLst>
              <a:ext uri="{FF2B5EF4-FFF2-40B4-BE49-F238E27FC236}">
                <ns2:creationId id="{6E875B6B-1B40-4DE5-8694-DDF5E5C3888C}"/>
              </a:ext>
            </a:extLst>
          </p:cNvPr>
          <p:cNvSpPr>
            <a:spLocks noGrp="1"/>
          </p:cNvSpPr>
          <p:nvPr/>
        </p:nvSpPr>
        <p:spPr>
          <a:xfrm>
            <a:off x="6648450" y="6505575"/>
            <a:ext cx="1952625" cy="2857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39" name="icon-compass-520">
            <a:extLst>
              <a:ext uri="{FF2B5EF4-FFF2-40B4-BE49-F238E27FC236}">
                <ns2:creationId id="{CD8ECF2F-59A6-4414-A769-11B133490CA7}"/>
              </a:ext>
            </a:extLst>
          </p:cNvPr>
          <p:cNvSpPr>
            <a:spLocks noGrp="1"/>
          </p:cNvSpPr>
          <p:nvPr/>
        </p:nvSpPr>
        <p:spPr>
          <a:xfrm>
            <a:off x="9236202" y="6197727"/>
            <a:ext cx="234696" cy="234696"/>
          </a:xfrm>
          <a:prstGeom prst="ellipse">
            <a:avLst/>
          </a:prstGeom>
          <a:noFill/>
          <a:ln w="12383">
            <a:solidFill>
              <a:srgbClr val="718EAA"/>
            </a:solidFill>
            <a:prstDash val="solid"/>
          </a:ln>
        </p:spPr>
      </p:sp>
      <p:sp>
        <p:nvSpPr>
          <p:cNvPr id="40" name="vector-521">
            <a:extLst>
              <a:ext uri="{FF2B5EF4-FFF2-40B4-BE49-F238E27FC236}">
                <ns2:creationId id="{535FD3CC-DE13-4795-97B0-D8D777602EC1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718EAA"/>
          </a:solidFill>
          <a:ln w="14288">
            <a:noFill/>
            <a:prstDash val="solid"/>
          </a:ln>
        </p:spPr>
      </p:sp>
      <p:sp>
        <p:nvSpPr>
          <p:cNvPr id="41" name="vector-522">
            <a:extLst>
              <a:ext uri="{FF2B5EF4-FFF2-40B4-BE49-F238E27FC236}">
                <ns2:creationId id="{660A7EB3-E99F-4203-8D25-D35C48B4F3BB}"/>
              </a:ext>
            </a:extLst>
          </p:cNvPr>
          <p:cNvSpPr>
            <a:spLocks noGrp="1"/>
          </p:cNvSpPr>
          <p:nvPr/>
        </p:nvSpPr>
        <p:spPr>
          <a:xfrm>
            <a:off x="9220200" y="6181725"/>
            <a:ext cx="266700" cy="2667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42" name="text-523">
            <a:extLst>
              <a:ext uri="{FF2B5EF4-FFF2-40B4-BE49-F238E27FC236}">
                <ns2:creationId id="{9257DEBB-2570-4C93-9346-E353284DCE5C}"/>
              </a:ext>
            </a:extLst>
          </p:cNvPr>
          <p:cNvSpPr>
            <a:spLocks noGrp="1"/>
          </p:cNvSpPr>
          <p:nvPr/>
        </p:nvSpPr>
        <p:spPr>
          <a:xfrm>
            <a:off x="96012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结论与展望</a:t>
            </a:r>
            <a:endParaRPr/>
          </a:p>
        </p:txBody>
      </p:sp>
      <p:sp>
        <p:nvSpPr>
          <p:cNvPr id="43" name="text-524">
            <a:extLst>
              <a:ext uri="{FF2B5EF4-FFF2-40B4-BE49-F238E27FC236}">
                <ns2:creationId id="{989F21F9-CA61-4F5D-AC5C-CC983086B20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4" name="text-525">
            <a:extLst>
              <a:ext uri="{FF2B5EF4-FFF2-40B4-BE49-F238E27FC236}">
                <ns2:creationId id="{96F19EAC-3338-433A-85E6-69A7BFC0354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/>
          </a:p>
        </p:txBody>
      </p:sp>
    </p:spTree>
    <p:extLst>
      <p:ext uri="{BB962C8B-B14F-4D97-AF65-F5344CB8AC3E}">
        <ns4:creationId val="205765366"/>
      </p:ext>
    </p:extLst>
  </p:cSld>
</p:sld>
</file>

<file path=ppt/slides/slide8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4" name="text-526">
            <a:extLst>
              <a:ext uri="{FF2B5EF4-FFF2-40B4-BE49-F238E27FC236}">
                <ns2:creationId id="{99DFEB74-A564-4E1D-8BA3-F81B4C3EE334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技术体系｜多源生态数据如何形成证据</a:t>
            </a:r>
            <a:endParaRPr/>
          </a:p>
        </p:txBody>
      </p:sp>
      <p:sp>
        <p:nvSpPr>
          <p:cNvPr id="2" name="line-527">
            <a:extLst>
              <a:ext uri="{FF2B5EF4-FFF2-40B4-BE49-F238E27FC236}">
                <ns2:creationId id="{E5B657CB-E28F-4C48-9DE6-383B50640A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528">
            <a:extLst>
              <a:ext uri="{FF2B5EF4-FFF2-40B4-BE49-F238E27FC236}">
                <ns2:creationId id="{78DDBEC4-1351-4232-89D4-9259FD033B32}"/>
              </a:ext>
            </a:extLst>
          </p:cNvPr>
          <p:cNvSpPr>
            <a:spLocks noGrp="1"/>
          </p:cNvSpPr>
          <p:nvPr/>
        </p:nvSpPr>
        <p:spPr>
          <a:xfrm>
            <a:off x="228600" y="876300"/>
            <a:ext cx="2743200" cy="5210175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529">
            <a:extLst>
              <a:ext uri="{FF2B5EF4-FFF2-40B4-BE49-F238E27FC236}">
                <ns2:creationId id="{1927AEAB-B31D-4CAA-99A2-04130CEF063A}"/>
              </a:ext>
            </a:extLst>
          </p:cNvPr>
          <p:cNvSpPr>
            <a:spLocks noGrp="1"/>
          </p:cNvSpPr>
          <p:nvPr/>
        </p:nvSpPr>
        <p:spPr>
          <a:xfrm>
            <a:off x="238125" y="885825"/>
            <a:ext cx="2724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icon-camera-530">
            <a:extLst>
              <a:ext uri="{FF2B5EF4-FFF2-40B4-BE49-F238E27FC236}">
                <ns2:creationId id="{245AF056-EB00-4E41-B4D7-3944F68077F6}"/>
              </a:ext>
            </a:extLst>
          </p:cNvPr>
          <p:cNvSpPr>
            <a:spLocks noGrp="1"/>
          </p:cNvSpPr>
          <p:nvPr/>
        </p:nvSpPr>
        <p:spPr>
          <a:xfrm>
            <a:off x="360902" y="101165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6" name="icon-camera-531">
            <a:extLst>
              <a:ext uri="{FF2B5EF4-FFF2-40B4-BE49-F238E27FC236}">
                <ns2:creationId id="{AF5FDA90-1053-4EDB-A274-68B13126E7AA}"/>
              </a:ext>
            </a:extLst>
          </p:cNvPr>
          <p:cNvSpPr>
            <a:spLocks noGrp="1"/>
          </p:cNvSpPr>
          <p:nvPr/>
        </p:nvSpPr>
        <p:spPr>
          <a:xfrm>
            <a:off x="427768" y="97821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" name="icon-camera-532">
            <a:extLst>
              <a:ext uri="{FF2B5EF4-FFF2-40B4-BE49-F238E27FC236}">
                <ns2:creationId id="{B41B0BB3-C328-4985-A1C1-675503F4D2C3}"/>
              </a:ext>
            </a:extLst>
          </p:cNvPr>
          <p:cNvSpPr>
            <a:spLocks noGrp="1"/>
          </p:cNvSpPr>
          <p:nvPr/>
        </p:nvSpPr>
        <p:spPr>
          <a:xfrm>
            <a:off x="425196" y="104508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8" name="icon-camera-533">
            <a:extLst>
              <a:ext uri="{FF2B5EF4-FFF2-40B4-BE49-F238E27FC236}">
                <ns2:creationId id="{815D5199-655E-4060-B29B-290396DA699D}"/>
              </a:ext>
            </a:extLst>
          </p:cNvPr>
          <p:cNvSpPr>
            <a:spLocks noGrp="1"/>
          </p:cNvSpPr>
          <p:nvPr/>
        </p:nvSpPr>
        <p:spPr>
          <a:xfrm>
            <a:off x="533210" y="103222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534">
            <a:extLst>
              <a:ext uri="{FF2B5EF4-FFF2-40B4-BE49-F238E27FC236}">
                <ns2:creationId id="{7115DC89-8BC1-49DD-81FF-A1F843F94118}"/>
              </a:ext>
            </a:extLst>
          </p:cNvPr>
          <p:cNvSpPr>
            <a:spLocks noGrp="1"/>
          </p:cNvSpPr>
          <p:nvPr/>
        </p:nvSpPr>
        <p:spPr>
          <a:xfrm>
            <a:off x="685800" y="942975"/>
            <a:ext cx="217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观测基础</a:t>
            </a:r>
            <a:endParaRPr/>
          </a:p>
        </p:txBody>
      </p:sp>
      <p:sp>
        <p:nvSpPr>
          <p:cNvPr id="10" name="panel-535">
            <a:extLst>
              <a:ext uri="{FF2B5EF4-FFF2-40B4-BE49-F238E27FC236}">
                <ns2:creationId id="{56ADBDF6-CB63-4C3D-9F81-6C2850C752BC}"/>
              </a:ext>
            </a:extLst>
          </p:cNvPr>
          <p:cNvSpPr>
            <a:spLocks noGrp="1"/>
          </p:cNvSpPr>
          <p:nvPr/>
        </p:nvSpPr>
        <p:spPr>
          <a:xfrm>
            <a:off x="3143250" y="876300"/>
            <a:ext cx="5238750" cy="5210175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536">
            <a:extLst>
              <a:ext uri="{FF2B5EF4-FFF2-40B4-BE49-F238E27FC236}">
                <ns2:creationId id="{4FACB0EE-A9BD-4647-8671-D294D75C6EDA}"/>
              </a:ext>
            </a:extLst>
          </p:cNvPr>
          <p:cNvSpPr>
            <a:spLocks noGrp="1"/>
          </p:cNvSpPr>
          <p:nvPr/>
        </p:nvSpPr>
        <p:spPr>
          <a:xfrm>
            <a:off x="3152775" y="885825"/>
            <a:ext cx="52197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vector-537">
            <a:extLst>
              <a:ext uri="{FF2B5EF4-FFF2-40B4-BE49-F238E27FC236}">
                <ns2:creationId id="{80F955F9-CFD5-4E7A-BC41-6DE95AFC4A77}"/>
              </a:ext>
            </a:extLst>
          </p:cNvPr>
          <p:cNvSpPr>
            <a:spLocks noGrp="1"/>
          </p:cNvSpPr>
          <p:nvPr/>
        </p:nvSpPr>
        <p:spPr>
          <a:xfrm>
            <a:off x="3257550" y="1045083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3" name="vector-538">
            <a:extLst>
              <a:ext uri="{FF2B5EF4-FFF2-40B4-BE49-F238E27FC236}">
                <ns2:creationId id="{1D25E8F9-1860-4ABA-9889-FB5326CB440A}"/>
              </a:ext>
            </a:extLst>
          </p:cNvPr>
          <p:cNvSpPr>
            <a:spLocks noGrp="1"/>
          </p:cNvSpPr>
          <p:nvPr/>
        </p:nvSpPr>
        <p:spPr>
          <a:xfrm>
            <a:off x="3257550" y="998792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4" name="vector-539">
            <a:extLst>
              <a:ext uri="{FF2B5EF4-FFF2-40B4-BE49-F238E27FC236}">
                <ns2:creationId id="{B2044ADB-EC92-4831-9549-CB4AC6563860}"/>
              </a:ext>
            </a:extLst>
          </p:cNvPr>
          <p:cNvSpPr>
            <a:spLocks noGrp="1"/>
          </p:cNvSpPr>
          <p:nvPr/>
        </p:nvSpPr>
        <p:spPr>
          <a:xfrm>
            <a:off x="3257550" y="952500"/>
            <a:ext cx="25717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5" name="text-540">
            <a:extLst>
              <a:ext uri="{FF2B5EF4-FFF2-40B4-BE49-F238E27FC236}">
                <ns2:creationId id="{99569474-C5CC-4E9A-8E1D-944EEF17A315}"/>
              </a:ext>
            </a:extLst>
          </p:cNvPr>
          <p:cNvSpPr>
            <a:spLocks noGrp="1"/>
          </p:cNvSpPr>
          <p:nvPr/>
        </p:nvSpPr>
        <p:spPr>
          <a:xfrm>
            <a:off x="3600450" y="942975"/>
            <a:ext cx="466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分析架构</a:t>
            </a:r>
            <a:endParaRPr/>
          </a:p>
        </p:txBody>
      </p:sp>
      <p:sp>
        <p:nvSpPr>
          <p:cNvPr id="16" name="panel-541">
            <a:extLst>
              <a:ext uri="{FF2B5EF4-FFF2-40B4-BE49-F238E27FC236}">
                <ns2:creationId id="{D5425D94-76C4-41D7-9010-FE21694D7555}"/>
              </a:ext>
            </a:extLst>
          </p:cNvPr>
          <p:cNvSpPr>
            <a:spLocks noGrp="1"/>
          </p:cNvSpPr>
          <p:nvPr/>
        </p:nvSpPr>
        <p:spPr>
          <a:xfrm>
            <a:off x="8553450" y="876300"/>
            <a:ext cx="3409950" cy="5210175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542">
            <a:extLst>
              <a:ext uri="{FF2B5EF4-FFF2-40B4-BE49-F238E27FC236}">
                <ns2:creationId id="{0B8DDA60-636E-485F-A1A3-FF90BE08D090}"/>
              </a:ext>
            </a:extLst>
          </p:cNvPr>
          <p:cNvSpPr>
            <a:spLocks noGrp="1"/>
          </p:cNvSpPr>
          <p:nvPr/>
        </p:nvSpPr>
        <p:spPr>
          <a:xfrm>
            <a:off x="8562975" y="885825"/>
            <a:ext cx="339090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icon-check-543">
            <a:extLst>
              <a:ext uri="{FF2B5EF4-FFF2-40B4-BE49-F238E27FC236}">
                <ns2:creationId id="{C9DA72BB-805F-4E93-830A-8A652B3DA5D3}"/>
              </a:ext>
            </a:extLst>
          </p:cNvPr>
          <p:cNvSpPr>
            <a:spLocks noGrp="1"/>
          </p:cNvSpPr>
          <p:nvPr/>
        </p:nvSpPr>
        <p:spPr>
          <a:xfrm>
            <a:off x="8693468" y="978218"/>
            <a:ext cx="205740" cy="20574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9" name="vector-544">
            <a:extLst>
              <a:ext uri="{FF2B5EF4-FFF2-40B4-BE49-F238E27FC236}">
                <ns2:creationId id="{A56E3A04-7116-4364-A7FF-8461CB4F5AB2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0" name="vector-545">
            <a:extLst>
              <a:ext uri="{FF2B5EF4-FFF2-40B4-BE49-F238E27FC236}">
                <ns2:creationId id="{8DE79069-6AF5-48A6-B32A-AC5FA1480B76}"/>
              </a:ext>
            </a:extLst>
          </p:cNvPr>
          <p:cNvSpPr>
            <a:spLocks noGrp="1"/>
          </p:cNvSpPr>
          <p:nvPr/>
        </p:nvSpPr>
        <p:spPr>
          <a:xfrm>
            <a:off x="8667750" y="952500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1" name="text-546">
            <a:extLst>
              <a:ext uri="{FF2B5EF4-FFF2-40B4-BE49-F238E27FC236}">
                <ns2:creationId id="{2C7F0703-CC2F-43AA-AF55-67CF1A7BF56E}"/>
              </a:ext>
            </a:extLst>
          </p:cNvPr>
          <p:cNvSpPr>
            <a:spLocks noGrp="1"/>
          </p:cNvSpPr>
          <p:nvPr/>
        </p:nvSpPr>
        <p:spPr>
          <a:xfrm>
            <a:off x="9010650" y="942975"/>
            <a:ext cx="2838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22" name="vector-547">
            <a:extLst>
              <a:ext uri="{FF2B5EF4-FFF2-40B4-BE49-F238E27FC236}">
                <ns2:creationId id="{027B0820-14BF-4CF1-844D-9C6467DF9711}"/>
              </a:ext>
            </a:extLst>
          </p:cNvPr>
          <p:cNvSpPr>
            <a:spLocks noGrp="1"/>
          </p:cNvSpPr>
          <p:nvPr/>
        </p:nvSpPr>
        <p:spPr>
          <a:xfrm>
            <a:off x="381000" y="1555242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3" name="vector-548">
            <a:extLst>
              <a:ext uri="{FF2B5EF4-FFF2-40B4-BE49-F238E27FC236}">
                <ns2:creationId id="{442FFC2F-3175-4DA8-8AFB-4A1228B42247}"/>
              </a:ext>
            </a:extLst>
          </p:cNvPr>
          <p:cNvSpPr>
            <a:spLocks noGrp="1"/>
          </p:cNvSpPr>
          <p:nvPr/>
        </p:nvSpPr>
        <p:spPr>
          <a:xfrm>
            <a:off x="381000" y="1472946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4" name="vector-549">
            <a:extLst>
              <a:ext uri="{FF2B5EF4-FFF2-40B4-BE49-F238E27FC236}">
                <ns2:creationId id="{884C612C-52E7-4191-84DC-2470785EEEF1}"/>
              </a:ext>
            </a:extLst>
          </p:cNvPr>
          <p:cNvSpPr>
            <a:spLocks noGrp="1"/>
          </p:cNvSpPr>
          <p:nvPr/>
        </p:nvSpPr>
        <p:spPr>
          <a:xfrm>
            <a:off x="381000" y="1390650"/>
            <a:ext cx="457200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5" name="text-550">
            <a:extLst>
              <a:ext uri="{FF2B5EF4-FFF2-40B4-BE49-F238E27FC236}">
                <ns2:creationId id="{CE9A2810-D451-44E4-9929-4AF2003E3F86}"/>
              </a:ext>
            </a:extLst>
          </p:cNvPr>
          <p:cNvSpPr>
            <a:spLocks noGrp="1"/>
          </p:cNvSpPr>
          <p:nvPr/>
        </p:nvSpPr>
        <p:spPr>
          <a:xfrm>
            <a:off x="981075" y="13906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遥感影像</a:t>
            </a:r>
            <a:endParaRPr/>
          </a:p>
        </p:txBody>
      </p:sp>
      <p:sp>
        <p:nvSpPr>
          <p:cNvPr id="26" name="text-551">
            <a:extLst>
              <a:ext uri="{FF2B5EF4-FFF2-40B4-BE49-F238E27FC236}">
                <ns2:creationId id="{84D6335B-1622-488B-B973-E32E87CDDDFB}"/>
              </a:ext>
            </a:extLst>
          </p:cNvPr>
          <p:cNvSpPr>
            <a:spLocks noGrp="1"/>
          </p:cNvSpPr>
          <p:nvPr/>
        </p:nvSpPr>
        <p:spPr>
          <a:xfrm>
            <a:off x="981075" y="175260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土地覆盖与空间格局</a:t>
            </a:r>
            <a:endParaRPr/>
          </a:p>
        </p:txBody>
      </p:sp>
      <p:sp>
        <p:nvSpPr>
          <p:cNvPr id="27" name="vector-552">
            <a:extLst>
              <a:ext uri="{FF2B5EF4-FFF2-40B4-BE49-F238E27FC236}">
                <ns2:creationId id="{DC5214D9-CA06-452A-9423-ED2ACBCF49A9}"/>
              </a:ext>
            </a:extLst>
          </p:cNvPr>
          <p:cNvSpPr>
            <a:spLocks noGrp="1"/>
          </p:cNvSpPr>
          <p:nvPr/>
        </p:nvSpPr>
        <p:spPr>
          <a:xfrm>
            <a:off x="476250" y="230314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8" name="vector-553">
            <a:extLst>
              <a:ext uri="{FF2B5EF4-FFF2-40B4-BE49-F238E27FC236}">
                <ns2:creationId id="{BC261804-4A83-452E-8DFD-079524B70533}"/>
              </a:ext>
            </a:extLst>
          </p:cNvPr>
          <p:cNvSpPr>
            <a:spLocks noGrp="1"/>
          </p:cNvSpPr>
          <p:nvPr/>
        </p:nvSpPr>
        <p:spPr>
          <a:xfrm>
            <a:off x="476250" y="216598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9" name="vector-554">
            <a:extLst>
              <a:ext uri="{FF2B5EF4-FFF2-40B4-BE49-F238E27FC236}">
                <ns2:creationId id="{3750B0B0-5110-4966-A4F9-49A454D3ED9E}"/>
              </a:ext>
            </a:extLst>
          </p:cNvPr>
          <p:cNvSpPr>
            <a:spLocks noGrp="1"/>
          </p:cNvSpPr>
          <p:nvPr/>
        </p:nvSpPr>
        <p:spPr>
          <a:xfrm>
            <a:off x="476250" y="2028825"/>
            <a:ext cx="762000" cy="3810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0" name="vector-555">
            <a:extLst>
              <a:ext uri="{FF2B5EF4-FFF2-40B4-BE49-F238E27FC236}">
                <ns2:creationId id="{F75DC68C-847B-4884-8D57-7A2EEF660747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1" name="icon-leaf-556">
            <a:extLst>
              <a:ext uri="{FF2B5EF4-FFF2-40B4-BE49-F238E27FC236}">
                <ns2:creationId id="{F7166803-B11E-4A95-AB55-9E07B4830FA4}"/>
              </a:ext>
            </a:extLst>
          </p:cNvPr>
          <p:cNvSpPr>
            <a:spLocks noGrp="1"/>
          </p:cNvSpPr>
          <p:nvPr/>
        </p:nvSpPr>
        <p:spPr>
          <a:xfrm>
            <a:off x="486156" y="2932176"/>
            <a:ext cx="123444" cy="205740"/>
          </a:xfrm>
          <a:prstGeom prst="ellipse">
            <a:avLst/>
          </a:prstGeom>
          <a:solidFill>
            <a:srgbClr val="68819C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2" name="icon-leaf-557">
            <a:extLst>
              <a:ext uri="{FF2B5EF4-FFF2-40B4-BE49-F238E27FC236}">
                <ns2:creationId id="{47411549-DF18-40D1-A3C6-1B88E962B824}"/>
              </a:ext>
            </a:extLst>
          </p:cNvPr>
          <p:cNvSpPr>
            <a:spLocks noGrp="1"/>
          </p:cNvSpPr>
          <p:nvPr/>
        </p:nvSpPr>
        <p:spPr>
          <a:xfrm>
            <a:off x="614172" y="3032760"/>
            <a:ext cx="137160" cy="205740"/>
          </a:xfrm>
          <a:prstGeom prst="ellipse">
            <a:avLst/>
          </a:prstGeom>
          <a:solidFill>
            <a:srgbClr val="9EAEBF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33" name="vector-558">
            <a:extLst>
              <a:ext uri="{FF2B5EF4-FFF2-40B4-BE49-F238E27FC236}">
                <ns2:creationId id="{CED29FCE-0B6E-41C8-ACF4-DAF6CB3C85BB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4" name="vector-559">
            <a:extLst>
              <a:ext uri="{FF2B5EF4-FFF2-40B4-BE49-F238E27FC236}">
                <ns2:creationId id="{87FBFAED-CCC4-4A92-9E05-F710BE46A6D5}"/>
              </a:ext>
            </a:extLst>
          </p:cNvPr>
          <p:cNvSpPr>
            <a:spLocks noGrp="1"/>
          </p:cNvSpPr>
          <p:nvPr/>
        </p:nvSpPr>
        <p:spPr>
          <a:xfrm>
            <a:off x="381000" y="2895600"/>
            <a:ext cx="457200" cy="4572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240">
            <a:solidFill>
              <a:srgbClr val="173D67"/>
            </a:solidFill>
            <a:prstDash val="solid"/>
          </a:ln>
        </p:spPr>
      </p:sp>
      <p:sp>
        <p:nvSpPr>
          <p:cNvPr id="35" name="text-560">
            <a:extLst>
              <a:ext uri="{FF2B5EF4-FFF2-40B4-BE49-F238E27FC236}">
                <ns2:creationId id="{E37540E1-6DE5-4DC7-8658-39CC55E291F2}"/>
              </a:ext>
            </a:extLst>
          </p:cNvPr>
          <p:cNvSpPr>
            <a:spLocks noGrp="1"/>
          </p:cNvSpPr>
          <p:nvPr/>
        </p:nvSpPr>
        <p:spPr>
          <a:xfrm>
            <a:off x="981075" y="28956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样地调查</a:t>
            </a:r>
            <a:endParaRPr/>
          </a:p>
        </p:txBody>
      </p:sp>
      <p:sp>
        <p:nvSpPr>
          <p:cNvPr id="36" name="text-561">
            <a:extLst>
              <a:ext uri="{FF2B5EF4-FFF2-40B4-BE49-F238E27FC236}">
                <ns2:creationId id="{473A9901-E755-4BAD-A944-5009CF456201}"/>
              </a:ext>
            </a:extLst>
          </p:cNvPr>
          <p:cNvSpPr>
            <a:spLocks noGrp="1"/>
          </p:cNvSpPr>
          <p:nvPr/>
        </p:nvSpPr>
        <p:spPr>
          <a:xfrm>
            <a:off x="981075" y="325755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群落记录与植被结构</a:t>
            </a:r>
            <a:endParaRPr/>
          </a:p>
        </p:txBody>
      </p:sp>
      <p:pic>
        <p:nvPicPr>
          <p:cNvPr id="37" name="">
            <a:extLst>
              <a:ext uri="{FF2B5EF4-FFF2-40B4-BE49-F238E27FC236}">
                <ns2:creationId id="{D94FE48F-4FC5-4A80-BFE6-DCC44BE73AE9}"/>
              </a:ext>
            </a:extLst>
          </p:cNvPr>
          <p:cNvPicPr>
            <a:picLocks noChangeAspect="1"/>
          </p:cNvPicPr>
          <p:nvPr/>
        </p:nvPicPr>
        <p:blipFill>
          <a:blip r:embed="Rf024df587924409c"/>
          <a:stretch/>
        </p:blipFill>
        <p:spPr>
          <a:xfrm>
            <a:off x="495300" y="3543300"/>
            <a:ext cx="1143000" cy="762000"/>
          </a:xfrm>
          <a:prstGeom prst="rect">
            <a:avLst/>
          </a:prstGeom>
        </p:spPr>
      </p:pic>
      <p:sp>
        <p:nvSpPr>
          <p:cNvPr id="38" name="icon-camera-562">
            <a:extLst>
              <a:ext uri="{FF2B5EF4-FFF2-40B4-BE49-F238E27FC236}">
                <ns2:creationId id="{03883105-3CE8-4F1C-B0B6-C3D963A7F8BE}"/>
              </a:ext>
            </a:extLst>
          </p:cNvPr>
          <p:cNvSpPr>
            <a:spLocks noGrp="1"/>
          </p:cNvSpPr>
          <p:nvPr/>
        </p:nvSpPr>
        <p:spPr>
          <a:xfrm>
            <a:off x="413004" y="4505706"/>
            <a:ext cx="393192" cy="278892"/>
          </a:xfrm>
          <a:prstGeom prst="roundRect">
            <a:avLst>
              <a:gd name="adj" fmla="val 27322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9" name="icon-camera-563">
            <a:extLst>
              <a:ext uri="{FF2B5EF4-FFF2-40B4-BE49-F238E27FC236}">
                <ns2:creationId id="{009EC0FB-57C7-4E83-8084-BC543B5E4A89}"/>
              </a:ext>
            </a:extLst>
          </p:cNvPr>
          <p:cNvSpPr>
            <a:spLocks noGrp="1"/>
          </p:cNvSpPr>
          <p:nvPr/>
        </p:nvSpPr>
        <p:spPr>
          <a:xfrm>
            <a:off x="531876" y="4446270"/>
            <a:ext cx="150876" cy="77724"/>
          </a:xfrm>
          <a:prstGeom prst="roundRect">
            <a:avLst>
              <a:gd name="adj" fmla="val 50000"/>
            </a:avLst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0" name="icon-camera-564">
            <a:extLst>
              <a:ext uri="{FF2B5EF4-FFF2-40B4-BE49-F238E27FC236}">
                <ns2:creationId id="{DD9C9CC2-D610-4C69-BCA7-70B32C8223F8}"/>
              </a:ext>
            </a:extLst>
          </p:cNvPr>
          <p:cNvSpPr>
            <a:spLocks noGrp="1"/>
          </p:cNvSpPr>
          <p:nvPr/>
        </p:nvSpPr>
        <p:spPr>
          <a:xfrm>
            <a:off x="527304" y="4565142"/>
            <a:ext cx="164592" cy="164592"/>
          </a:xfrm>
          <a:prstGeom prst="ellipse">
            <a:avLst/>
          </a:pr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camera-565">
            <a:extLst>
              <a:ext uri="{FF2B5EF4-FFF2-40B4-BE49-F238E27FC236}">
                <ns2:creationId id="{0CCC0165-B5DC-4CE9-B6EA-7E8C522CED5C}"/>
              </a:ext>
            </a:extLst>
          </p:cNvPr>
          <p:cNvSpPr>
            <a:spLocks noGrp="1"/>
          </p:cNvSpPr>
          <p:nvPr/>
        </p:nvSpPr>
        <p:spPr>
          <a:xfrm>
            <a:off x="719328" y="4542282"/>
            <a:ext cx="36576" cy="36576"/>
          </a:xfrm>
          <a:prstGeom prst="ellipse">
            <a:avLst/>
          </a:prstGeom>
          <a:solidFill>
            <a:srgbClr val="173D67"/>
          </a:solidFill>
          <a:ln w="14288">
            <a:solidFill>
              <a:srgbClr val="173D67"/>
            </a:solidFill>
            <a:prstDash val="solid"/>
          </a:ln>
        </p:spPr>
      </p:sp>
      <p:sp>
        <p:nvSpPr>
          <p:cNvPr id="42" name="text-566">
            <a:extLst>
              <a:ext uri="{FF2B5EF4-FFF2-40B4-BE49-F238E27FC236}">
                <ns2:creationId id="{24DCDAD6-B63B-4A49-B3D6-A45558FA1348}"/>
              </a:ext>
            </a:extLst>
          </p:cNvPr>
          <p:cNvSpPr>
            <a:spLocks noGrp="1"/>
          </p:cNvSpPr>
          <p:nvPr/>
        </p:nvSpPr>
        <p:spPr>
          <a:xfrm>
            <a:off x="981075" y="44005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相机监测</a:t>
            </a:r>
            <a:endParaRPr/>
          </a:p>
        </p:txBody>
      </p:sp>
      <p:sp>
        <p:nvSpPr>
          <p:cNvPr id="43" name="text-567">
            <a:extLst>
              <a:ext uri="{FF2B5EF4-FFF2-40B4-BE49-F238E27FC236}">
                <ns2:creationId id="{5E04CB0A-3D46-4705-834C-F5E9A02C5E67}"/>
              </a:ext>
            </a:extLst>
          </p:cNvPr>
          <p:cNvSpPr>
            <a:spLocks noGrp="1"/>
          </p:cNvSpPr>
          <p:nvPr/>
        </p:nvSpPr>
        <p:spPr>
          <a:xfrm>
            <a:off x="981075" y="4762500"/>
            <a:ext cx="18288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物种检出与活动记录</a:t>
            </a:r>
            <a:endParaRPr/>
          </a:p>
        </p:txBody>
      </p:sp>
      <p:sp>
        <p:nvSpPr>
          <p:cNvPr id="44" name="icon-camera-568">
            <a:extLst>
              <a:ext uri="{FF2B5EF4-FFF2-40B4-BE49-F238E27FC236}">
                <ns2:creationId id="{E15CA5A0-CB9D-4BFE-8369-8E353CE04183}"/>
              </a:ext>
            </a:extLst>
          </p:cNvPr>
          <p:cNvSpPr>
            <a:spLocks noGrp="1"/>
          </p:cNvSpPr>
          <p:nvPr/>
        </p:nvSpPr>
        <p:spPr>
          <a:xfrm>
            <a:off x="601980" y="5284470"/>
            <a:ext cx="491490" cy="348615"/>
          </a:xfrm>
          <a:prstGeom prst="roundRect">
            <a:avLst>
              <a:gd name="adj" fmla="val 21858"/>
            </a:avLst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5" name="icon-camera-569">
            <a:extLst>
              <a:ext uri="{FF2B5EF4-FFF2-40B4-BE49-F238E27FC236}">
                <ns2:creationId id="{EAC85BCB-66B4-467C-88AA-4DC84081CD65}"/>
              </a:ext>
            </a:extLst>
          </p:cNvPr>
          <p:cNvSpPr>
            <a:spLocks noGrp="1"/>
          </p:cNvSpPr>
          <p:nvPr/>
        </p:nvSpPr>
        <p:spPr>
          <a:xfrm>
            <a:off x="750570" y="5210175"/>
            <a:ext cx="188595" cy="97155"/>
          </a:xfrm>
          <a:prstGeom prst="roundRect">
            <a:avLst>
              <a:gd name="adj" fmla="val 50000"/>
            </a:avLst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6" name="icon-camera-570">
            <a:extLst>
              <a:ext uri="{FF2B5EF4-FFF2-40B4-BE49-F238E27FC236}">
                <ns2:creationId id="{23E9592A-4E54-4D4D-B4F6-B257A529C911}"/>
              </a:ext>
            </a:extLst>
          </p:cNvPr>
          <p:cNvSpPr>
            <a:spLocks noGrp="1"/>
          </p:cNvSpPr>
          <p:nvPr/>
        </p:nvSpPr>
        <p:spPr>
          <a:xfrm>
            <a:off x="744855" y="5358765"/>
            <a:ext cx="205740" cy="205740"/>
          </a:xfrm>
          <a:prstGeom prst="ellipse">
            <a:avLst/>
          </a:prstGeom>
          <a:noFill/>
          <a:ln w="17859">
            <a:solidFill>
              <a:srgbClr val="173D67"/>
            </a:solidFill>
            <a:prstDash val="solid"/>
          </a:ln>
        </p:spPr>
      </p:sp>
      <p:sp>
        <p:nvSpPr>
          <p:cNvPr id="47" name="icon-camera-571">
            <a:extLst>
              <a:ext uri="{FF2B5EF4-FFF2-40B4-BE49-F238E27FC236}">
                <ns2:creationId id="{C8B64B6D-656D-47E0-B08B-10D78FC35A6C}"/>
              </a:ext>
            </a:extLst>
          </p:cNvPr>
          <p:cNvSpPr>
            <a:spLocks noGrp="1"/>
          </p:cNvSpPr>
          <p:nvPr/>
        </p:nvSpPr>
        <p:spPr>
          <a:xfrm>
            <a:off x="984885" y="5330190"/>
            <a:ext cx="45720" cy="45720"/>
          </a:xfrm>
          <a:prstGeom prst="ellipse">
            <a:avLst/>
          </a:prstGeom>
          <a:solidFill>
            <a:srgbClr val="173D67"/>
          </a:solidFill>
          <a:ln w="17859">
            <a:solidFill>
              <a:srgbClr val="173D67"/>
            </a:solidFill>
            <a:prstDash val="solid"/>
          </a:ln>
        </p:spPr>
      </p:sp>
      <p:sp>
        <p:nvSpPr>
          <p:cNvPr id="48" name="shape-572">
            <a:extLst>
              <a:ext uri="{FF2B5EF4-FFF2-40B4-BE49-F238E27FC236}">
                <ns2:creationId id="{6AD6AB8E-0B7D-43B2-BCA3-7DF5D683B3A8}"/>
              </a:ext>
            </a:extLst>
          </p:cNvPr>
          <p:cNvSpPr>
            <a:spLocks noGrp="1"/>
          </p:cNvSpPr>
          <p:nvPr/>
        </p:nvSpPr>
        <p:spPr>
          <a:xfrm>
            <a:off x="32766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9" name="vector-573">
            <a:extLst>
              <a:ext uri="{FF2B5EF4-FFF2-40B4-BE49-F238E27FC236}">
                <ns2:creationId id="{580069C0-F0F5-4ED8-9A9A-74036D9A2027}"/>
              </a:ext>
            </a:extLst>
          </p:cNvPr>
          <p:cNvSpPr>
            <a:spLocks noGrp="1"/>
          </p:cNvSpPr>
          <p:nvPr/>
        </p:nvSpPr>
        <p:spPr>
          <a:xfrm>
            <a:off x="3400425" y="1682877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0" name="vector-574">
            <a:extLst>
              <a:ext uri="{FF2B5EF4-FFF2-40B4-BE49-F238E27FC236}">
                <ns2:creationId id="{488AB210-6D26-4044-AF10-0A97989B1C85}"/>
              </a:ext>
            </a:extLst>
          </p:cNvPr>
          <p:cNvSpPr>
            <a:spLocks noGrp="1"/>
          </p:cNvSpPr>
          <p:nvPr/>
        </p:nvSpPr>
        <p:spPr>
          <a:xfrm>
            <a:off x="3400425" y="1617726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1" name="vector-575">
            <a:extLst>
              <a:ext uri="{FF2B5EF4-FFF2-40B4-BE49-F238E27FC236}">
                <ns2:creationId id="{532EC72D-12B9-496F-83E6-9F6A981AD9D2}"/>
              </a:ext>
            </a:extLst>
          </p:cNvPr>
          <p:cNvSpPr>
            <a:spLocks noGrp="1"/>
          </p:cNvSpPr>
          <p:nvPr/>
        </p:nvSpPr>
        <p:spPr>
          <a:xfrm>
            <a:off x="3400425" y="1552575"/>
            <a:ext cx="361950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52" name="text-576">
            <a:extLst>
              <a:ext uri="{FF2B5EF4-FFF2-40B4-BE49-F238E27FC236}">
                <ns2:creationId id="{42EF814F-AB8A-4F0E-922E-6DB417704286}"/>
              </a:ext>
            </a:extLst>
          </p:cNvPr>
          <p:cNvSpPr>
            <a:spLocks noGrp="1"/>
          </p:cNvSpPr>
          <p:nvPr/>
        </p:nvSpPr>
        <p:spPr>
          <a:xfrm>
            <a:off x="38385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53" name="text-577">
            <a:extLst>
              <a:ext uri="{FF2B5EF4-FFF2-40B4-BE49-F238E27FC236}">
                <ns2:creationId id="{A7B770B5-5DE2-44D6-BC77-7A303E541842}"/>
              </a:ext>
            </a:extLst>
          </p:cNvPr>
          <p:cNvSpPr>
            <a:spLocks noGrp="1"/>
          </p:cNvSpPr>
          <p:nvPr/>
        </p:nvSpPr>
        <p:spPr>
          <a:xfrm>
            <a:off x="33909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斑块特征与连通性</a:t>
            </a:r>
            <a:endParaRPr/>
          </a:p>
        </p:txBody>
      </p:sp>
      <p:sp>
        <p:nvSpPr>
          <p:cNvPr id="54" name="shape-578">
            <a:extLst>
              <a:ext uri="{FF2B5EF4-FFF2-40B4-BE49-F238E27FC236}">
                <ns2:creationId id="{DEE8B1F3-5A95-451F-AF4F-D70789A99316}"/>
              </a:ext>
            </a:extLst>
          </p:cNvPr>
          <p:cNvSpPr>
            <a:spLocks noGrp="1"/>
          </p:cNvSpPr>
          <p:nvPr/>
        </p:nvSpPr>
        <p:spPr>
          <a:xfrm>
            <a:off x="49530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5" name="vector-579">
            <a:extLst>
              <a:ext uri="{FF2B5EF4-FFF2-40B4-BE49-F238E27FC236}">
                <ns2:creationId id="{29BF771E-F766-4AF9-91BA-0269B8BE71AE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56" name="vector-580">
            <a:extLst>
              <a:ext uri="{FF2B5EF4-FFF2-40B4-BE49-F238E27FC236}">
                <ns2:creationId id="{F82B2C3B-1D66-4AEC-9A02-7CB40A8521B6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7" name="vector-581">
            <a:extLst>
              <a:ext uri="{FF2B5EF4-FFF2-40B4-BE49-F238E27FC236}">
                <ns2:creationId id="{BEF731AF-CABE-4C35-9DB2-33CD10AFB2E8}"/>
              </a:ext>
            </a:extLst>
          </p:cNvPr>
          <p:cNvSpPr>
            <a:spLocks noGrp="1"/>
          </p:cNvSpPr>
          <p:nvPr/>
        </p:nvSpPr>
        <p:spPr>
          <a:xfrm>
            <a:off x="5076825" y="1552575"/>
            <a:ext cx="361950" cy="3619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58" name="icon-map-582">
            <a:extLst>
              <a:ext uri="{FF2B5EF4-FFF2-40B4-BE49-F238E27FC236}">
                <ns2:creationId id="{818C5A2B-8C5D-4FC6-9877-2DEF49926991}"/>
              </a:ext>
            </a:extLst>
          </p:cNvPr>
          <p:cNvSpPr>
            <a:spLocks noGrp="1"/>
          </p:cNvSpPr>
          <p:nvPr/>
        </p:nvSpPr>
        <p:spPr>
          <a:xfrm>
            <a:off x="5221605" y="1639443"/>
            <a:ext cx="79629" cy="79629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59" name="text-583">
            <a:extLst>
              <a:ext uri="{FF2B5EF4-FFF2-40B4-BE49-F238E27FC236}">
                <ns2:creationId id="{29CDA372-ECD8-4969-AFBD-B711756FA879}"/>
              </a:ext>
            </a:extLst>
          </p:cNvPr>
          <p:cNvSpPr>
            <a:spLocks noGrp="1"/>
          </p:cNvSpPr>
          <p:nvPr/>
        </p:nvSpPr>
        <p:spPr>
          <a:xfrm>
            <a:off x="55149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60" name="text-584">
            <a:extLst>
              <a:ext uri="{FF2B5EF4-FFF2-40B4-BE49-F238E27FC236}">
                <ns2:creationId id="{C891F1D2-FBD4-4DE7-A41C-7140BDAC9794}"/>
              </a:ext>
            </a:extLst>
          </p:cNvPr>
          <p:cNvSpPr>
            <a:spLocks noGrp="1"/>
          </p:cNvSpPr>
          <p:nvPr/>
        </p:nvSpPr>
        <p:spPr>
          <a:xfrm>
            <a:off x="50673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气候、地形与干扰</a:t>
            </a:r>
            <a:endParaRPr/>
          </a:p>
        </p:txBody>
      </p:sp>
      <p:sp>
        <p:nvSpPr>
          <p:cNvPr id="61" name="shape-585">
            <a:extLst>
              <a:ext uri="{FF2B5EF4-FFF2-40B4-BE49-F238E27FC236}">
                <ns2:creationId id="{590EF44D-4F8C-45DC-9402-DAA06BB0D9C1}"/>
              </a:ext>
            </a:extLst>
          </p:cNvPr>
          <p:cNvSpPr>
            <a:spLocks noGrp="1"/>
          </p:cNvSpPr>
          <p:nvPr/>
        </p:nvSpPr>
        <p:spPr>
          <a:xfrm>
            <a:off x="6629400" y="1400175"/>
            <a:ext cx="1562100" cy="1104900"/>
          </a:xfrm>
          <a:prstGeom prst="roundRect">
            <a:avLst>
              <a:gd name="adj" fmla="val 6897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2" name="vector-586">
            <a:extLst>
              <a:ext uri="{FF2B5EF4-FFF2-40B4-BE49-F238E27FC236}">
                <ns2:creationId id="{39BB6DB8-482B-497D-B8CA-DA918823701D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3" name="icon-leaf-587">
            <a:extLst>
              <a:ext uri="{FF2B5EF4-FFF2-40B4-BE49-F238E27FC236}">
                <ns2:creationId id="{A6259AA4-944D-4B1E-A899-4AAA981DF32F}"/>
              </a:ext>
            </a:extLst>
          </p:cNvPr>
          <p:cNvSpPr>
            <a:spLocks noGrp="1"/>
          </p:cNvSpPr>
          <p:nvPr/>
        </p:nvSpPr>
        <p:spPr>
          <a:xfrm>
            <a:off x="6836474" y="1581531"/>
            <a:ext cx="97727" cy="162878"/>
          </a:xfrm>
          <a:prstGeom prst="ellipse">
            <a:avLst/>
          </a:prstGeom>
          <a:solidFill>
            <a:srgbClr val="68819C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4" name="icon-leaf-588">
            <a:extLst>
              <a:ext uri="{FF2B5EF4-FFF2-40B4-BE49-F238E27FC236}">
                <ns2:creationId id="{D419CD8D-F393-41CB-9F4C-2AC2AFA29684}"/>
              </a:ext>
            </a:extLst>
          </p:cNvPr>
          <p:cNvSpPr>
            <a:spLocks noGrp="1"/>
          </p:cNvSpPr>
          <p:nvPr/>
        </p:nvSpPr>
        <p:spPr>
          <a:xfrm>
            <a:off x="6937820" y="1661160"/>
            <a:ext cx="108585" cy="162878"/>
          </a:xfrm>
          <a:prstGeom prst="ellipse">
            <a:avLst/>
          </a:prstGeom>
          <a:solidFill>
            <a:srgbClr val="9EAEB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5" name="vector-589">
            <a:extLst>
              <a:ext uri="{FF2B5EF4-FFF2-40B4-BE49-F238E27FC236}">
                <ns2:creationId id="{074A1175-BA74-44C5-AB5B-3D1D90A0E61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6" name="vector-590">
            <a:extLst>
              <a:ext uri="{FF2B5EF4-FFF2-40B4-BE49-F238E27FC236}">
                <ns2:creationId id="{C2A9A4AB-7AFE-4A3B-A7B2-D20BFDC43AAF}"/>
              </a:ext>
            </a:extLst>
          </p:cNvPr>
          <p:cNvSpPr>
            <a:spLocks noGrp="1"/>
          </p:cNvSpPr>
          <p:nvPr/>
        </p:nvSpPr>
        <p:spPr>
          <a:xfrm>
            <a:off x="6753225" y="1552575"/>
            <a:ext cx="361950" cy="36195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7" name="text-591">
            <a:extLst>
              <a:ext uri="{FF2B5EF4-FFF2-40B4-BE49-F238E27FC236}">
                <ns2:creationId id="{87F6A024-5806-45D4-A1E7-C60EF5C2E61B}"/>
              </a:ext>
            </a:extLst>
          </p:cNvPr>
          <p:cNvSpPr>
            <a:spLocks noGrp="1"/>
          </p:cNvSpPr>
          <p:nvPr/>
        </p:nvSpPr>
        <p:spPr>
          <a:xfrm>
            <a:off x="7191375" y="1543050"/>
            <a:ext cx="9620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群落数据</a:t>
            </a:r>
            <a:endParaRPr/>
          </a:p>
        </p:txBody>
      </p:sp>
      <p:sp>
        <p:nvSpPr>
          <p:cNvPr id="68" name="text-592">
            <a:extLst>
              <a:ext uri="{FF2B5EF4-FFF2-40B4-BE49-F238E27FC236}">
                <ns2:creationId id="{627E777B-11F6-4D99-B293-404EF5F5BDAD}"/>
              </a:ext>
            </a:extLst>
          </p:cNvPr>
          <p:cNvSpPr>
            <a:spLocks noGrp="1"/>
          </p:cNvSpPr>
          <p:nvPr/>
        </p:nvSpPr>
        <p:spPr>
          <a:xfrm>
            <a:off x="6743700" y="2038350"/>
            <a:ext cx="13716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物种组成与多度</a:t>
            </a:r>
            <a:endParaRPr/>
          </a:p>
        </p:txBody>
      </p:sp>
      <p:sp>
        <p:nvSpPr>
          <p:cNvPr id="69" name="node-593">
            <a:extLst>
              <a:ext uri="{FF2B5EF4-FFF2-40B4-BE49-F238E27FC236}">
                <ns2:creationId id="{55C88FF9-82EA-4D39-8A16-5CFBB277B542}"/>
              </a:ext>
            </a:extLst>
          </p:cNvPr>
          <p:cNvSpPr>
            <a:spLocks noGrp="1"/>
          </p:cNvSpPr>
          <p:nvPr/>
        </p:nvSpPr>
        <p:spPr>
          <a:xfrm>
            <a:off x="32766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0" name="icon-database-594">
            <a:extLst>
              <a:ext uri="{FF2B5EF4-FFF2-40B4-BE49-F238E27FC236}">
                <ns2:creationId id="{173DB326-4FE2-4791-9BF8-00E436CBBD5E}"/>
              </a:ext>
            </a:extLst>
          </p:cNvPr>
          <p:cNvSpPr>
            <a:spLocks noGrp="1"/>
          </p:cNvSpPr>
          <p:nvPr/>
        </p:nvSpPr>
        <p:spPr>
          <a:xfrm>
            <a:off x="3436620" y="2997518"/>
            <a:ext cx="194310" cy="180023"/>
          </a:xfrm>
          <a:prstGeom prst="can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1" name="vector-595">
            <a:extLst>
              <a:ext uri="{FF2B5EF4-FFF2-40B4-BE49-F238E27FC236}">
                <ns2:creationId id="{814CBF5C-99C9-4FA3-BB18-B0A97F54CE4D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2" name="vector-596">
            <a:extLst>
              <a:ext uri="{FF2B5EF4-FFF2-40B4-BE49-F238E27FC236}">
                <ns2:creationId id="{8D4103E5-A8E1-48A6-8CAA-B64A0291C9BF}"/>
              </a:ext>
            </a:extLst>
          </p:cNvPr>
          <p:cNvSpPr>
            <a:spLocks noGrp="1"/>
          </p:cNvSpPr>
          <p:nvPr/>
        </p:nvSpPr>
        <p:spPr>
          <a:xfrm>
            <a:off x="3390900" y="2943225"/>
            <a:ext cx="285750" cy="2857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3" name="text-597">
            <a:extLst>
              <a:ext uri="{FF2B5EF4-FFF2-40B4-BE49-F238E27FC236}">
                <ns2:creationId id="{A7359CC4-E917-4C1E-A7A1-D6E26FFC998F}"/>
              </a:ext>
            </a:extLst>
          </p:cNvPr>
          <p:cNvSpPr>
            <a:spLocks noGrp="1"/>
          </p:cNvSpPr>
          <p:nvPr/>
        </p:nvSpPr>
        <p:spPr>
          <a:xfrm>
            <a:off x="37528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尺度统一</a:t>
            </a:r>
            <a:endParaRPr/>
          </a:p>
        </p:txBody>
      </p:sp>
      <p:sp>
        <p:nvSpPr>
          <p:cNvPr id="74" name="node-598">
            <a:extLst>
              <a:ext uri="{FF2B5EF4-FFF2-40B4-BE49-F238E27FC236}">
                <ns2:creationId id="{2A0E2C1D-E9C5-44FB-9299-51A9CBA587DD}"/>
              </a:ext>
            </a:extLst>
          </p:cNvPr>
          <p:cNvSpPr>
            <a:spLocks noGrp="1"/>
          </p:cNvSpPr>
          <p:nvPr/>
        </p:nvSpPr>
        <p:spPr>
          <a:xfrm>
            <a:off x="49530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75" name="icon-clipboard-599">
            <a:extLst>
              <a:ext uri="{FF2B5EF4-FFF2-40B4-BE49-F238E27FC236}">
                <ns2:creationId id="{A0FC453F-4D8B-4EA0-9BB4-F74232F81839}"/>
              </a:ext>
            </a:extLst>
          </p:cNvPr>
          <p:cNvSpPr>
            <a:spLocks noGrp="1"/>
          </p:cNvSpPr>
          <p:nvPr/>
        </p:nvSpPr>
        <p:spPr>
          <a:xfrm>
            <a:off x="5118735" y="2977515"/>
            <a:ext cx="185738" cy="222885"/>
          </a:xfrm>
          <a:prstGeom prst="roundRect">
            <a:avLst>
              <a:gd name="adj" fmla="val 41026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76" name="icon-clipboard-600">
            <a:extLst>
              <a:ext uri="{FF2B5EF4-FFF2-40B4-BE49-F238E27FC236}">
                <ns2:creationId id="{791FD318-1167-4DD9-8C08-F2E3A297CE0C}"/>
              </a:ext>
            </a:extLst>
          </p:cNvPr>
          <p:cNvSpPr>
            <a:spLocks noGrp="1"/>
          </p:cNvSpPr>
          <p:nvPr/>
        </p:nvSpPr>
        <p:spPr>
          <a:xfrm>
            <a:off x="5167313" y="2957513"/>
            <a:ext cx="85725" cy="4286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7" name="vector-601">
            <a:extLst>
              <a:ext uri="{FF2B5EF4-FFF2-40B4-BE49-F238E27FC236}">
                <ns2:creationId id="{5048D618-F769-4058-ACE1-79F6CD2A092B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8" name="vector-602">
            <a:extLst>
              <a:ext uri="{FF2B5EF4-FFF2-40B4-BE49-F238E27FC236}">
                <ns2:creationId id="{80DF0865-2C13-4B92-8CBD-835683C09B36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9" name="vector-603">
            <a:extLst>
              <a:ext uri="{FF2B5EF4-FFF2-40B4-BE49-F238E27FC236}">
                <ns2:creationId id="{C3D46E04-F5F4-492F-848B-9AB52FF4AC1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0" name="vector-604">
            <a:extLst>
              <a:ext uri="{FF2B5EF4-FFF2-40B4-BE49-F238E27FC236}">
                <ns2:creationId id="{7E7E0498-873A-41D0-9431-5F1C26D52C4A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1" name="vector-605">
            <a:extLst>
              <a:ext uri="{FF2B5EF4-FFF2-40B4-BE49-F238E27FC236}">
                <ns2:creationId id="{76F05BA0-018B-43B0-A594-B853E8472878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2" name="vector-606">
            <a:extLst>
              <a:ext uri="{FF2B5EF4-FFF2-40B4-BE49-F238E27FC236}">
                <ns2:creationId id="{9BF0ED34-770A-4EA2-9602-7E29A08A0C7F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3" name="vector-607">
            <a:extLst>
              <a:ext uri="{FF2B5EF4-FFF2-40B4-BE49-F238E27FC236}">
                <ns2:creationId id="{181F1AB4-5087-4922-87FB-3AF03D1E4252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4" name="vector-608">
            <a:extLst>
              <a:ext uri="{FF2B5EF4-FFF2-40B4-BE49-F238E27FC236}">
                <ns2:creationId id="{1687479F-2169-462F-9EE9-86133E75BB45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5" name="vector-609">
            <a:extLst>
              <a:ext uri="{FF2B5EF4-FFF2-40B4-BE49-F238E27FC236}">
                <ns2:creationId id="{3E5B70AA-2BF1-415E-A21B-8B6B9C21361D}"/>
              </a:ext>
            </a:extLst>
          </p:cNvPr>
          <p:cNvSpPr>
            <a:spLocks noGrp="1"/>
          </p:cNvSpPr>
          <p:nvPr/>
        </p:nvSpPr>
        <p:spPr>
          <a:xfrm>
            <a:off x="5067300" y="2943225"/>
            <a:ext cx="285750" cy="2857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6" name="text-610">
            <a:extLst>
              <a:ext uri="{FF2B5EF4-FFF2-40B4-BE49-F238E27FC236}">
                <ns2:creationId id="{CC2DF574-6D34-4CAB-B354-D2D0A10E82C5}"/>
              </a:ext>
            </a:extLst>
          </p:cNvPr>
          <p:cNvSpPr>
            <a:spLocks noGrp="1"/>
          </p:cNvSpPr>
          <p:nvPr/>
        </p:nvSpPr>
        <p:spPr>
          <a:xfrm>
            <a:off x="54292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质量检查</a:t>
            </a:r>
            <a:endParaRPr/>
          </a:p>
        </p:txBody>
      </p:sp>
      <p:sp>
        <p:nvSpPr>
          <p:cNvPr id="87" name="node-611">
            <a:extLst>
              <a:ext uri="{FF2B5EF4-FFF2-40B4-BE49-F238E27FC236}">
                <ns2:creationId id="{25472043-0A76-49AC-8F65-3785BCAA5FF2}"/>
              </a:ext>
            </a:extLst>
          </p:cNvPr>
          <p:cNvSpPr>
            <a:spLocks noGrp="1"/>
          </p:cNvSpPr>
          <p:nvPr/>
        </p:nvSpPr>
        <p:spPr>
          <a:xfrm>
            <a:off x="6629400" y="2828925"/>
            <a:ext cx="1562100" cy="714375"/>
          </a:xfrm>
          <a:prstGeom prst="roundRect">
            <a:avLst>
              <a:gd name="adj" fmla="val 10667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88" name="vector-612">
            <a:extLst>
              <a:ext uri="{FF2B5EF4-FFF2-40B4-BE49-F238E27FC236}">
                <ns2:creationId id="{3FA39A8F-4FB3-4CD5-B728-3A15F8A086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9" name="vector-613">
            <a:extLst>
              <a:ext uri="{FF2B5EF4-FFF2-40B4-BE49-F238E27FC236}">
                <ns2:creationId id="{0D3728E5-0AB8-4883-A0A6-EDA117EB24C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0" name="vector-614">
            <a:extLst>
              <a:ext uri="{FF2B5EF4-FFF2-40B4-BE49-F238E27FC236}">
                <ns2:creationId id="{0FDAB259-0A9C-4FC4-8F00-F64A2AC20B44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1" name="vector-615">
            <a:extLst>
              <a:ext uri="{FF2B5EF4-FFF2-40B4-BE49-F238E27FC236}">
                <ns2:creationId id="{BFD365CF-0C92-4C98-B792-C824C1861DA0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2" name="vector-616">
            <a:extLst>
              <a:ext uri="{FF2B5EF4-FFF2-40B4-BE49-F238E27FC236}">
                <ns2:creationId id="{8717E7A3-D896-42D6-B961-1AC5E3B9A343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3" name="vector-617">
            <a:extLst>
              <a:ext uri="{FF2B5EF4-FFF2-40B4-BE49-F238E27FC236}">
                <ns2:creationId id="{80F098BC-75EC-4CFE-ADDA-1C2982417D7A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4" name="vector-618">
            <a:extLst>
              <a:ext uri="{FF2B5EF4-FFF2-40B4-BE49-F238E27FC236}">
                <ns2:creationId id="{7DB5397D-2496-4E2E-916B-7C810504FB19}"/>
              </a:ext>
            </a:extLst>
          </p:cNvPr>
          <p:cNvSpPr>
            <a:spLocks noGrp="1"/>
          </p:cNvSpPr>
          <p:nvPr/>
        </p:nvSpPr>
        <p:spPr>
          <a:xfrm>
            <a:off x="6743700" y="2943225"/>
            <a:ext cx="285750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5" name="icon-network-619">
            <a:extLst>
              <a:ext uri="{FF2B5EF4-FFF2-40B4-BE49-F238E27FC236}">
                <ns2:creationId id="{16BE003F-E415-4FA6-8E52-FC466E94246C}"/>
              </a:ext>
            </a:extLst>
          </p:cNvPr>
          <p:cNvSpPr>
            <a:spLocks noGrp="1"/>
          </p:cNvSpPr>
          <p:nvPr/>
        </p:nvSpPr>
        <p:spPr>
          <a:xfrm>
            <a:off x="6760845" y="3028950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6" name="icon-network-620">
            <a:extLst>
              <a:ext uri="{FF2B5EF4-FFF2-40B4-BE49-F238E27FC236}">
                <ns2:creationId id="{9661D4C1-BF96-4C5F-A583-3A15EC03ADC9}"/>
              </a:ext>
            </a:extLst>
          </p:cNvPr>
          <p:cNvSpPr>
            <a:spLocks noGrp="1"/>
          </p:cNvSpPr>
          <p:nvPr/>
        </p:nvSpPr>
        <p:spPr>
          <a:xfrm>
            <a:off x="6852285" y="2957513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7" name="icon-network-621">
            <a:extLst>
              <a:ext uri="{FF2B5EF4-FFF2-40B4-BE49-F238E27FC236}">
                <ns2:creationId id="{FF61DF28-008D-4BB9-AC06-FCAE263F2C62}"/>
              </a:ext>
            </a:extLst>
          </p:cNvPr>
          <p:cNvSpPr>
            <a:spLocks noGrp="1"/>
          </p:cNvSpPr>
          <p:nvPr/>
        </p:nvSpPr>
        <p:spPr>
          <a:xfrm>
            <a:off x="6963728" y="300894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8" name="icon-network-622">
            <a:extLst>
              <a:ext uri="{FF2B5EF4-FFF2-40B4-BE49-F238E27FC236}">
                <ns2:creationId id="{8653BD32-2D6B-4F1E-AD4F-228C21037D9F}"/>
              </a:ext>
            </a:extLst>
          </p:cNvPr>
          <p:cNvSpPr>
            <a:spLocks noGrp="1"/>
          </p:cNvSpPr>
          <p:nvPr/>
        </p:nvSpPr>
        <p:spPr>
          <a:xfrm>
            <a:off x="6920865" y="3160395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9" name="icon-network-623">
            <a:extLst>
              <a:ext uri="{FF2B5EF4-FFF2-40B4-BE49-F238E27FC236}">
                <ns2:creationId id="{2B7120D8-F13C-4CE8-849B-7C2F69A1737C}"/>
              </a:ext>
            </a:extLst>
          </p:cNvPr>
          <p:cNvSpPr>
            <a:spLocks noGrp="1"/>
          </p:cNvSpPr>
          <p:nvPr/>
        </p:nvSpPr>
        <p:spPr>
          <a:xfrm>
            <a:off x="6792278" y="3157538"/>
            <a:ext cx="4000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00" name="text-624">
            <a:extLst>
              <a:ext uri="{FF2B5EF4-FFF2-40B4-BE49-F238E27FC236}">
                <ns2:creationId id="{55BAB358-CB33-4D7E-A483-94C2D43E0C96}"/>
              </a:ext>
            </a:extLst>
          </p:cNvPr>
          <p:cNvSpPr>
            <a:spLocks noGrp="1"/>
          </p:cNvSpPr>
          <p:nvPr/>
        </p:nvSpPr>
        <p:spPr>
          <a:xfrm>
            <a:off x="7105650" y="2905125"/>
            <a:ext cx="990600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特征构建</a:t>
            </a:r>
            <a:endParaRPr/>
          </a:p>
        </p:txBody>
      </p:sp>
      <p:cxnSp>
        <p:nvCxnSpPr>
          <p:cNvPr id="101" name="">
            <a:extLst>
              <a:ext uri="{FF2B5EF4-FFF2-40B4-BE49-F238E27FC236}">
                <ns2:creationId id="{745E3870-1C02-4A96-98BA-270C7FFE8845}"/>
              </a:ext>
            </a:extLst>
          </p:cNvPr>
          <p:cNvCxnSpPr>
            <a:stCxn id="69" idx="3"/>
            <a:endCxn id="74" idx="1"/>
          </p:cNvCxnSpPr>
          <p:nvPr/>
        </p:nvCxnSpPr>
        <p:spPr>
          <a:xfrm>
            <a:off x="48387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2" name="">
            <a:extLst>
              <a:ext uri="{FF2B5EF4-FFF2-40B4-BE49-F238E27FC236}">
                <ns2:creationId id="{61196C3E-7464-42B9-AAAA-B778EC750606}"/>
              </a:ext>
            </a:extLst>
          </p:cNvPr>
          <p:cNvCxnSpPr>
            <a:stCxn id="74" idx="3"/>
            <a:endCxn id="87" idx="1"/>
          </p:cNvCxnSpPr>
          <p:nvPr/>
        </p:nvCxnSpPr>
        <p:spPr>
          <a:xfrm>
            <a:off x="6515100" y="3186113"/>
            <a:ext cx="114300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ns2:creationId id="{038C51C5-6556-4CA9-99D4-5DA775229489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40576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ns2:creationId id="{4DD15BA3-CD75-4D66-AE54-57312134BC1F}"/>
              </a:ext>
            </a:extLst>
          </p:cNvPr>
          <p:cNvCxnSpPr>
            <a:stCxn id="54" idx="2"/>
            <a:endCxn id="74" idx="0"/>
          </p:cNvCxnSpPr>
          <p:nvPr/>
        </p:nvCxnSpPr>
        <p:spPr>
          <a:xfrm>
            <a:off x="57340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ns2:creationId id="{991E939E-9EA2-4566-9436-B83C54E25C22}"/>
              </a:ext>
            </a:extLst>
          </p:cNvPr>
          <p:cNvCxnSpPr>
            <a:stCxn id="61" idx="2"/>
            <a:endCxn id="87" idx="0"/>
          </p:cNvCxnSpPr>
          <p:nvPr/>
        </p:nvCxnSpPr>
        <p:spPr>
          <a:xfrm>
            <a:off x="7410450" y="2505075"/>
            <a:ext cx="0" cy="323850"/>
          </a:xfrm>
          <a:prstGeom prst="straightConnector1">
            <a:avLst/>
          </a:prstGeom>
          <a:ln w="19050">
            <a:solidFill>
              <a:srgbClr val="718EAA"/>
            </a:solidFill>
            <a:prstDash val="solid"/>
            <a:tailEnd type="triangle" w="med" len="med"/>
          </a:ln>
        </p:spPr>
      </p:cxnSp>
      <p:sp>
        <p:nvSpPr>
          <p:cNvPr id="106" name="node-625">
            <a:extLst>
              <a:ext uri="{FF2B5EF4-FFF2-40B4-BE49-F238E27FC236}">
                <ns2:creationId id="{6EF21D18-D552-4EA3-A6D6-2E49C16A203A}"/>
              </a:ext>
            </a:extLst>
          </p:cNvPr>
          <p:cNvSpPr>
            <a:spLocks noGrp="1"/>
          </p:cNvSpPr>
          <p:nvPr/>
        </p:nvSpPr>
        <p:spPr>
          <a:xfrm>
            <a:off x="3276600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07" name="icon-grid-626">
            <a:extLst>
              <a:ext uri="{FF2B5EF4-FFF2-40B4-BE49-F238E27FC236}">
                <ns2:creationId id="{EE9D4ED0-D09C-4A75-83DF-5F86225D8C82}"/>
              </a:ext>
            </a:extLst>
          </p:cNvPr>
          <p:cNvSpPr>
            <a:spLocks noGrp="1"/>
          </p:cNvSpPr>
          <p:nvPr/>
        </p:nvSpPr>
        <p:spPr>
          <a:xfrm>
            <a:off x="3436620" y="4131945"/>
            <a:ext cx="280035" cy="280035"/>
          </a:xfrm>
          <a:prstGeom prst="rect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08" name="vector-627">
            <a:extLst>
              <a:ext uri="{FF2B5EF4-FFF2-40B4-BE49-F238E27FC236}">
                <ns2:creationId id="{D402C095-DAA3-4841-BDC7-457593A4EC7B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09" name="vector-628">
            <a:extLst>
              <a:ext uri="{FF2B5EF4-FFF2-40B4-BE49-F238E27FC236}">
                <ns2:creationId id="{7C3AEFD8-5222-48B6-BAEB-ECFA14C7E76A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0" name="vector-629">
            <a:extLst>
              <a:ext uri="{FF2B5EF4-FFF2-40B4-BE49-F238E27FC236}">
                <ns2:creationId id="{C13F4154-5EAB-43D4-8083-6C571CB5CBA0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1" name="vector-630">
            <a:extLst>
              <a:ext uri="{FF2B5EF4-FFF2-40B4-BE49-F238E27FC236}">
                <ns2:creationId id="{1C01EF4F-B3DA-4C81-B7AA-39F430798EB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2" name="vector-631">
            <a:extLst>
              <a:ext uri="{FF2B5EF4-FFF2-40B4-BE49-F238E27FC236}">
                <ns2:creationId id="{7B0CAA82-EC26-4456-BD70-AFC906CDD731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3" name="vector-632">
            <a:extLst>
              <a:ext uri="{FF2B5EF4-FFF2-40B4-BE49-F238E27FC236}">
                <ns2:creationId id="{19B82398-5964-4909-ABE0-545A10922BDF}"/>
              </a:ext>
            </a:extLst>
          </p:cNvPr>
          <p:cNvSpPr>
            <a:spLocks noGrp="1"/>
          </p:cNvSpPr>
          <p:nvPr/>
        </p:nvSpPr>
        <p:spPr>
          <a:xfrm>
            <a:off x="3409950" y="4105275"/>
            <a:ext cx="333375" cy="3333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4" name="text-633">
            <a:extLst>
              <a:ext uri="{FF2B5EF4-FFF2-40B4-BE49-F238E27FC236}">
                <ns2:creationId id="{D46716D4-A555-4B24-96CD-D828E4D21AAA}"/>
              </a:ext>
            </a:extLst>
          </p:cNvPr>
          <p:cNvSpPr>
            <a:spLocks noGrp="1"/>
          </p:cNvSpPr>
          <p:nvPr/>
        </p:nvSpPr>
        <p:spPr>
          <a:xfrm>
            <a:off x="3857625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格局分析</a:t>
            </a:r>
            <a:endParaRPr/>
          </a:p>
        </p:txBody>
      </p:sp>
      <p:sp>
        <p:nvSpPr>
          <p:cNvPr id="115" name="text-634">
            <a:extLst>
              <a:ext uri="{FF2B5EF4-FFF2-40B4-BE49-F238E27FC236}">
                <ns2:creationId id="{2C866A2F-E0A4-4536-9C5C-218D70936BD1}"/>
              </a:ext>
            </a:extLst>
          </p:cNvPr>
          <p:cNvSpPr>
            <a:spLocks noGrp="1"/>
          </p:cNvSpPr>
          <p:nvPr/>
        </p:nvSpPr>
        <p:spPr>
          <a:xfrm>
            <a:off x="3409950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识别空间结构与梯度</a:t>
            </a:r>
            <a:endParaRPr/>
          </a:p>
        </p:txBody>
      </p:sp>
      <p:sp>
        <p:nvSpPr>
          <p:cNvPr id="116" name="node-635">
            <a:extLst>
              <a:ext uri="{FF2B5EF4-FFF2-40B4-BE49-F238E27FC236}">
                <ns2:creationId id="{2F4EF974-6688-45CB-AA22-72D38D007364}"/>
              </a:ext>
            </a:extLst>
          </p:cNvPr>
          <p:cNvSpPr>
            <a:spLocks noGrp="1"/>
          </p:cNvSpPr>
          <p:nvPr/>
        </p:nvSpPr>
        <p:spPr>
          <a:xfrm>
            <a:off x="5800725" y="3990975"/>
            <a:ext cx="2400300" cy="885825"/>
          </a:xfrm>
          <a:prstGeom prst="roundRect">
            <a:avLst>
              <a:gd name="adj" fmla="val 8602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17" name="vector-636">
            <a:extLst>
              <a:ext uri="{FF2B5EF4-FFF2-40B4-BE49-F238E27FC236}">
                <ns2:creationId id="{7F4B6986-31C8-49CC-9E28-6F303DDC4411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8" name="vector-637">
            <a:extLst>
              <a:ext uri="{FF2B5EF4-FFF2-40B4-BE49-F238E27FC236}">
                <ns2:creationId id="{E84991D4-43C0-45E8-B187-F0ADAA5E196E}"/>
              </a:ext>
            </a:extLst>
          </p:cNvPr>
          <p:cNvSpPr>
            <a:spLocks noGrp="1"/>
          </p:cNvSpPr>
          <p:nvPr/>
        </p:nvSpPr>
        <p:spPr>
          <a:xfrm>
            <a:off x="5934075" y="4105275"/>
            <a:ext cx="333375" cy="333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19" name="icon-chart-638">
            <a:extLst>
              <a:ext uri="{FF2B5EF4-FFF2-40B4-BE49-F238E27FC236}">
                <ns2:creationId id="{F33A5696-B163-4263-9C93-4DDBB0585A86}"/>
              </a:ext>
            </a:extLst>
          </p:cNvPr>
          <p:cNvSpPr>
            <a:spLocks noGrp="1"/>
          </p:cNvSpPr>
          <p:nvPr/>
        </p:nvSpPr>
        <p:spPr>
          <a:xfrm>
            <a:off x="6017419" y="4285298"/>
            <a:ext cx="43339" cy="110014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0" name="icon-chart-639">
            <a:extLst>
              <a:ext uri="{FF2B5EF4-FFF2-40B4-BE49-F238E27FC236}">
                <ns2:creationId id="{11157F1B-A7F1-45F6-B593-E9124BAF9C9F}"/>
              </a:ext>
            </a:extLst>
          </p:cNvPr>
          <p:cNvSpPr>
            <a:spLocks noGrp="1"/>
          </p:cNvSpPr>
          <p:nvPr/>
        </p:nvSpPr>
        <p:spPr>
          <a:xfrm>
            <a:off x="6090761" y="4225290"/>
            <a:ext cx="43339" cy="170021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1" name="icon-chart-640">
            <a:extLst>
              <a:ext uri="{FF2B5EF4-FFF2-40B4-BE49-F238E27FC236}">
                <ns2:creationId id="{D859CF2B-2427-4F2B-8E24-25BDAAF5DB25}"/>
              </a:ext>
            </a:extLst>
          </p:cNvPr>
          <p:cNvSpPr>
            <a:spLocks noGrp="1"/>
          </p:cNvSpPr>
          <p:nvPr/>
        </p:nvSpPr>
        <p:spPr>
          <a:xfrm>
            <a:off x="6164104" y="4158615"/>
            <a:ext cx="43339" cy="236696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122" name="text-641">
            <a:extLst>
              <a:ext uri="{FF2B5EF4-FFF2-40B4-BE49-F238E27FC236}">
                <ns2:creationId id="{A09C5BDB-54D5-4123-A467-5E24F760EFE4}"/>
              </a:ext>
            </a:extLst>
          </p:cNvPr>
          <p:cNvSpPr>
            <a:spLocks noGrp="1"/>
          </p:cNvSpPr>
          <p:nvPr/>
        </p:nvSpPr>
        <p:spPr>
          <a:xfrm>
            <a:off x="6381750" y="4105275"/>
            <a:ext cx="16954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响应模型</a:t>
            </a:r>
            <a:endParaRPr/>
          </a:p>
        </p:txBody>
      </p:sp>
      <p:sp>
        <p:nvSpPr>
          <p:cNvPr id="123" name="text-642">
            <a:extLst>
              <a:ext uri="{FF2B5EF4-FFF2-40B4-BE49-F238E27FC236}">
                <ns2:creationId id="{9FF2DD64-BAFF-4E49-8643-2340797FC23C}"/>
              </a:ext>
            </a:extLst>
          </p:cNvPr>
          <p:cNvSpPr>
            <a:spLocks noGrp="1"/>
          </p:cNvSpPr>
          <p:nvPr/>
        </p:nvSpPr>
        <p:spPr>
          <a:xfrm>
            <a:off x="5934075" y="4533900"/>
            <a:ext cx="21431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比较效应方向与不确定性</a:t>
            </a:r>
            <a:endParaRPr/>
          </a:p>
        </p:txBody>
      </p:sp>
      <p:cxnSp>
        <p:nvCxnSpPr>
          <p:cNvPr id="124" name="">
            <a:extLst>
              <a:ext uri="{FF2B5EF4-FFF2-40B4-BE49-F238E27FC236}">
                <ns2:creationId id="{9BDA0920-9762-4558-B8DF-6021CD51F36D}"/>
              </a:ext>
            </a:extLst>
          </p:cNvPr>
          <p:cNvCxnSpPr>
            <a:stCxn id="74" idx="2"/>
            <a:endCxn id="106" idx="0"/>
          </p:cNvCxnSpPr>
          <p:nvPr/>
        </p:nvCxnSpPr>
        <p:spPr>
          <a:xfrm flipH="1">
            <a:off x="4476750" y="3543300"/>
            <a:ext cx="1257300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5" name="">
            <a:extLst>
              <a:ext uri="{FF2B5EF4-FFF2-40B4-BE49-F238E27FC236}">
                <ns2:creationId id="{FBB5D068-A827-4964-A564-42FC02CD1BE2}"/>
              </a:ext>
            </a:extLst>
          </p:cNvPr>
          <p:cNvCxnSpPr>
            <a:stCxn id="74" idx="2"/>
            <a:endCxn id="116" idx="0"/>
          </p:cNvCxnSpPr>
          <p:nvPr/>
        </p:nvCxnSpPr>
        <p:spPr>
          <a:xfrm>
            <a:off x="5734050" y="3543300"/>
            <a:ext cx="1266825" cy="4476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26" name="node-643">
            <a:extLst>
              <a:ext uri="{FF2B5EF4-FFF2-40B4-BE49-F238E27FC236}">
                <ns2:creationId id="{375EC324-EAFC-49B4-8EE8-82C24883DA2D}"/>
              </a:ext>
            </a:extLst>
          </p:cNvPr>
          <p:cNvSpPr>
            <a:spLocks noGrp="1"/>
          </p:cNvSpPr>
          <p:nvPr/>
        </p:nvSpPr>
        <p:spPr>
          <a:xfrm>
            <a:off x="4124325" y="5505450"/>
            <a:ext cx="3286125" cy="428625"/>
          </a:xfrm>
          <a:prstGeom prst="roundRect">
            <a:avLst>
              <a:gd name="adj" fmla="val 17778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127" name="text-644">
            <a:extLst>
              <a:ext uri="{FF2B5EF4-FFF2-40B4-BE49-F238E27FC236}">
                <ns2:creationId id="{6CD7756A-CC6B-4B7E-83E7-A3B2467D751E}"/>
              </a:ext>
            </a:extLst>
          </p:cNvPr>
          <p:cNvSpPr>
            <a:spLocks noGrp="1"/>
          </p:cNvSpPr>
          <p:nvPr/>
        </p:nvSpPr>
        <p:spPr>
          <a:xfrm>
            <a:off x="4219575" y="5581650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机制比较</a:t>
            </a:r>
            <a:endParaRPr/>
          </a:p>
        </p:txBody>
      </p:sp>
      <p:cxnSp>
        <p:nvCxnSpPr>
          <p:cNvPr id="128" name="">
            <a:extLst>
              <a:ext uri="{FF2B5EF4-FFF2-40B4-BE49-F238E27FC236}">
                <ns2:creationId id="{EE8F1370-C2C3-48E4-9EEC-EA3C5F6A749C}"/>
              </a:ext>
            </a:extLst>
          </p:cNvPr>
          <p:cNvCxnSpPr>
            <a:stCxn id="106" idx="2"/>
            <a:endCxn id="126" idx="0"/>
          </p:cNvCxnSpPr>
          <p:nvPr/>
        </p:nvCxnSpPr>
        <p:spPr>
          <a:xfrm>
            <a:off x="4476750" y="4876800"/>
            <a:ext cx="129063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129" name="">
            <a:extLst>
              <a:ext uri="{FF2B5EF4-FFF2-40B4-BE49-F238E27FC236}">
                <ns2:creationId id="{174A42BA-D47F-4C47-A798-112C5D2B174F}"/>
              </a:ext>
            </a:extLst>
          </p:cNvPr>
          <p:cNvCxnSpPr>
            <a:stCxn id="116" idx="2"/>
            <a:endCxn id="126" idx="0"/>
          </p:cNvCxnSpPr>
          <p:nvPr/>
        </p:nvCxnSpPr>
        <p:spPr>
          <a:xfrm flipH="1">
            <a:off x="5767388" y="4876800"/>
            <a:ext cx="1233488" cy="6286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130" name="text-645">
            <a:extLst>
              <a:ext uri="{FF2B5EF4-FFF2-40B4-BE49-F238E27FC236}">
                <ns2:creationId id="{161E34AB-2322-4C7B-A21B-5432F76F4C8E}"/>
              </a:ext>
            </a:extLst>
          </p:cNvPr>
          <p:cNvSpPr>
            <a:spLocks noGrp="1"/>
          </p:cNvSpPr>
          <p:nvPr/>
        </p:nvSpPr>
        <p:spPr>
          <a:xfrm>
            <a:off x="8705850" y="14001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131" name="Chart">
            <a:extLst>
              <a:ext uri="{FF2B5EF4-FFF2-40B4-BE49-F238E27FC236}">
                <ns2:creationId id="{6F56A08E-521C-403C-8B9F-CA029BAE16FF}"/>
              </a:ext>
            </a:extLst>
          </p:cNvPr>
          <p:cNvGraphicFramePr/>
          <p:nvPr/>
        </p:nvGraphicFramePr>
        <p:xfrm>
          <a:off x="8639175" y="1752600"/>
          <a:ext cx="3219450" cy="2295525"/>
        </p:xfrm>
        <a:graphic>
          <a:graphicData uri="http://schemas.openxmlformats.org/drawingml/2006/chart">
            <c:chart r:id="Rb01c90e26ef64a2d"/>
          </a:graphicData>
        </a:graphic>
      </p:graphicFrame>
      <p:sp>
        <p:nvSpPr>
          <p:cNvPr id="132" name="text-646">
            <a:extLst>
              <a:ext uri="{FF2B5EF4-FFF2-40B4-BE49-F238E27FC236}">
                <ns2:creationId id="{4F0A6ABF-687A-4B96-BA21-C8F449C34289}"/>
              </a:ext>
            </a:extLst>
          </p:cNvPr>
          <p:cNvSpPr>
            <a:spLocks noGrp="1"/>
          </p:cNvSpPr>
          <p:nvPr/>
        </p:nvSpPr>
        <p:spPr>
          <a:xfrm>
            <a:off x="8639175" y="2088909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133" name="text-647">
            <a:extLst>
              <a:ext uri="{FF2B5EF4-FFF2-40B4-BE49-F238E27FC236}">
                <ns2:creationId id="{A9FD7FB5-BCEF-4B4F-BD2F-EFADD59AEF2E}"/>
              </a:ext>
            </a:extLst>
          </p:cNvPr>
          <p:cNvSpPr>
            <a:spLocks noGrp="1"/>
          </p:cNvSpPr>
          <p:nvPr/>
        </p:nvSpPr>
        <p:spPr>
          <a:xfrm>
            <a:off x="8639175" y="2405691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134" name="text-648">
            <a:extLst>
              <a:ext uri="{FF2B5EF4-FFF2-40B4-BE49-F238E27FC236}">
                <ns2:creationId id="{C7EFB0F2-F63B-4688-A1FD-72DDE1B10537}"/>
              </a:ext>
            </a:extLst>
          </p:cNvPr>
          <p:cNvSpPr>
            <a:spLocks noGrp="1"/>
          </p:cNvSpPr>
          <p:nvPr/>
        </p:nvSpPr>
        <p:spPr>
          <a:xfrm>
            <a:off x="8639175" y="2722474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135" name="text-649">
            <a:extLst>
              <a:ext uri="{FF2B5EF4-FFF2-40B4-BE49-F238E27FC236}">
                <ns2:creationId id="{F4A8FA9C-B5A5-4F75-9176-3B19DE03ECE0}"/>
              </a:ext>
            </a:extLst>
          </p:cNvPr>
          <p:cNvSpPr>
            <a:spLocks noGrp="1"/>
          </p:cNvSpPr>
          <p:nvPr/>
        </p:nvSpPr>
        <p:spPr>
          <a:xfrm>
            <a:off x="8639175" y="3039256"/>
            <a:ext cx="80486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136" name="text-650">
            <a:extLst>
              <a:ext uri="{FF2B5EF4-FFF2-40B4-BE49-F238E27FC236}">
                <ns2:creationId id="{87F88F4D-5D56-46C5-893B-33BF7D8003BA}"/>
              </a:ext>
            </a:extLst>
          </p:cNvPr>
          <p:cNvSpPr>
            <a:spLocks noGrp="1"/>
          </p:cNvSpPr>
          <p:nvPr/>
        </p:nvSpPr>
        <p:spPr>
          <a:xfrm>
            <a:off x="9669399" y="3857625"/>
            <a:ext cx="1609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137" name="text-651">
            <a:extLst>
              <a:ext uri="{FF2B5EF4-FFF2-40B4-BE49-F238E27FC236}">
                <ns2:creationId id="{097BF0D9-A4CE-4971-A594-F633AB7FEDA6}"/>
              </a:ext>
            </a:extLst>
          </p:cNvPr>
          <p:cNvSpPr>
            <a:spLocks noGrp="1"/>
          </p:cNvSpPr>
          <p:nvPr/>
        </p:nvSpPr>
        <p:spPr>
          <a:xfrm>
            <a:off x="8705850" y="416242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138" name="icon-check-652">
            <a:extLst>
              <a:ext uri="{FF2B5EF4-FFF2-40B4-BE49-F238E27FC236}">
                <ns2:creationId id="{DB511005-783A-4590-84ED-48DC31A6B5A0}"/>
              </a:ext>
            </a:extLst>
          </p:cNvPr>
          <p:cNvSpPr>
            <a:spLocks noGrp="1"/>
          </p:cNvSpPr>
          <p:nvPr/>
        </p:nvSpPr>
        <p:spPr>
          <a:xfrm>
            <a:off x="8748713" y="460533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39" name="vector-653">
            <a:extLst>
              <a:ext uri="{FF2B5EF4-FFF2-40B4-BE49-F238E27FC236}">
                <ns2:creationId id="{B7C0770D-EB12-4C22-910F-7EA83BE96391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0" name="vector-654">
            <a:extLst>
              <a:ext uri="{FF2B5EF4-FFF2-40B4-BE49-F238E27FC236}">
                <ns2:creationId id="{A95DE63F-278C-4124-9403-AF4DEAAA7847}"/>
              </a:ext>
            </a:extLst>
          </p:cNvPr>
          <p:cNvSpPr>
            <a:spLocks noGrp="1"/>
          </p:cNvSpPr>
          <p:nvPr/>
        </p:nvSpPr>
        <p:spPr>
          <a:xfrm>
            <a:off x="8724900" y="458152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1" name="text-655">
            <a:extLst>
              <a:ext uri="{FF2B5EF4-FFF2-40B4-BE49-F238E27FC236}">
                <ns2:creationId id="{79BED791-FDA7-43A4-AEA6-548CAC26DB81}"/>
              </a:ext>
            </a:extLst>
          </p:cNvPr>
          <p:cNvSpPr>
            <a:spLocks noGrp="1"/>
          </p:cNvSpPr>
          <p:nvPr/>
        </p:nvSpPr>
        <p:spPr>
          <a:xfrm>
            <a:off x="9067800" y="455295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核对来源与尺度一致性</a:t>
            </a:r>
            <a:endParaRPr/>
          </a:p>
        </p:txBody>
      </p:sp>
      <p:sp>
        <p:nvSpPr>
          <p:cNvPr id="142" name="icon-check-656">
            <a:extLst>
              <a:ext uri="{FF2B5EF4-FFF2-40B4-BE49-F238E27FC236}">
                <ns2:creationId id="{AF8FE4D7-B3B8-46DE-8572-4BB7FFBF4AA7}"/>
              </a:ext>
            </a:extLst>
          </p:cNvPr>
          <p:cNvSpPr>
            <a:spLocks noGrp="1"/>
          </p:cNvSpPr>
          <p:nvPr/>
        </p:nvSpPr>
        <p:spPr>
          <a:xfrm>
            <a:off x="8748713" y="5053013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3" name="vector-657">
            <a:extLst>
              <a:ext uri="{FF2B5EF4-FFF2-40B4-BE49-F238E27FC236}">
                <ns2:creationId id="{EE2231E1-24CB-44ED-9352-C5FD69470791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4" name="vector-658">
            <a:extLst>
              <a:ext uri="{FF2B5EF4-FFF2-40B4-BE49-F238E27FC236}">
                <ns2:creationId id="{CB436D63-7E05-4975-9349-79C1926164EA}"/>
              </a:ext>
            </a:extLst>
          </p:cNvPr>
          <p:cNvSpPr>
            <a:spLocks noGrp="1"/>
          </p:cNvSpPr>
          <p:nvPr/>
        </p:nvSpPr>
        <p:spPr>
          <a:xfrm>
            <a:off x="8724900" y="5029200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5" name="text-659">
            <a:extLst>
              <a:ext uri="{FF2B5EF4-FFF2-40B4-BE49-F238E27FC236}">
                <ns2:creationId id="{4C0DCC66-C1FE-4D33-B603-85D43D0E3EFA}"/>
              </a:ext>
            </a:extLst>
          </p:cNvPr>
          <p:cNvSpPr>
            <a:spLocks noGrp="1"/>
          </p:cNvSpPr>
          <p:nvPr/>
        </p:nvSpPr>
        <p:spPr>
          <a:xfrm>
            <a:off x="9067800" y="5000625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比较替代模型和参数设定</a:t>
            </a:r>
            <a:endParaRPr/>
          </a:p>
        </p:txBody>
      </p:sp>
      <p:sp>
        <p:nvSpPr>
          <p:cNvPr id="146" name="icon-check-660">
            <a:extLst>
              <a:ext uri="{FF2B5EF4-FFF2-40B4-BE49-F238E27FC236}">
                <ns2:creationId id="{56727CCB-2D44-4F31-BE92-34B8F2B95629}"/>
              </a:ext>
            </a:extLst>
          </p:cNvPr>
          <p:cNvSpPr>
            <a:spLocks noGrp="1"/>
          </p:cNvSpPr>
          <p:nvPr/>
        </p:nvSpPr>
        <p:spPr>
          <a:xfrm>
            <a:off x="8748713" y="5500688"/>
            <a:ext cx="190500" cy="190500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47" name="vector-661">
            <a:extLst>
              <a:ext uri="{FF2B5EF4-FFF2-40B4-BE49-F238E27FC236}">
                <ns2:creationId id="{40E10BCF-77B1-4956-9040-49412005631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8" name="vector-662">
            <a:extLst>
              <a:ext uri="{FF2B5EF4-FFF2-40B4-BE49-F238E27FC236}">
                <ns2:creationId id="{9A626557-C956-4AE6-9432-11C5B08E9349}"/>
              </a:ext>
            </a:extLst>
          </p:cNvPr>
          <p:cNvSpPr>
            <a:spLocks noGrp="1"/>
          </p:cNvSpPr>
          <p:nvPr/>
        </p:nvSpPr>
        <p:spPr>
          <a:xfrm>
            <a:off x="8724900" y="5476875"/>
            <a:ext cx="238125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149" name="text-663">
            <a:extLst>
              <a:ext uri="{FF2B5EF4-FFF2-40B4-BE49-F238E27FC236}">
                <ns2:creationId id="{E50FB9F9-DC10-475E-BE6D-E0B89F4A2157}"/>
              </a:ext>
            </a:extLst>
          </p:cNvPr>
          <p:cNvSpPr>
            <a:spLocks noGrp="1"/>
          </p:cNvSpPr>
          <p:nvPr/>
        </p:nvSpPr>
        <p:spPr>
          <a:xfrm>
            <a:off x="9067800" y="5448300"/>
            <a:ext cx="27051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明确适用区域与外推边界</a:t>
            </a:r>
            <a:endParaRPr/>
          </a:p>
        </p:txBody>
      </p:sp>
      <p:sp>
        <p:nvSpPr>
          <p:cNvPr id="150" name="shape-664">
            <a:extLst>
              <a:ext uri="{FF2B5EF4-FFF2-40B4-BE49-F238E27FC236}">
                <ns2:creationId id="{DCA815E7-5F75-45A4-9123-EA0DBB440F9D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1" name="text-665">
            <a:extLst>
              <a:ext uri="{FF2B5EF4-FFF2-40B4-BE49-F238E27FC236}">
                <ns2:creationId id="{5FD86928-A117-4D7E-A5C5-5C5FCF068E0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技术路线的核心：每一步处理都能追溯到研究问题</a:t>
            </a:r>
            <a:endParaRPr/>
          </a:p>
        </p:txBody>
      </p:sp>
      <p:sp>
        <p:nvSpPr>
          <p:cNvPr id="152" name="text-666">
            <a:extLst>
              <a:ext uri="{FF2B5EF4-FFF2-40B4-BE49-F238E27FC236}">
                <ns2:creationId id="{A67DC5B8-5E0F-476A-B646-5FA09F515C1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53" name="text-667">
            <a:extLst>
              <a:ext uri="{FF2B5EF4-FFF2-40B4-BE49-F238E27FC236}">
                <ns2:creationId id="{A35C5E10-5FC7-4840-AEDF-4FD9251CE6E3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/>
          </a:p>
        </p:txBody>
      </p:sp>
    </p:spTree>
    <p:extLst>
      <p:ext uri="{BB962C8B-B14F-4D97-AF65-F5344CB8AC3E}">
        <ns5:creationId val="912345835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3619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/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000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pic>
        <p:nvPicPr>
          <p:cNvPr id="7" name="">
            <a:extLst>
              <a:ext uri="{FF2B5EF4-FFF2-40B4-BE49-F238E27FC236}">
                <ns2:creationId id="{9E465799-1BEA-48A1-B805-F24829FB5C3C}"/>
              </a:ext>
            </a:extLst>
          </p:cNvPr>
          <p:cNvPicPr>
            <a:picLocks noChangeAspect="1"/>
          </p:cNvPicPr>
          <p:nvPr/>
        </p:nvPicPr>
        <p:blipFill>
          <a:blip r:embed="R5f155ced3c494a39"/>
          <a:stretch/>
        </p:blipFill>
        <p:spPr>
          <a:xfrm>
            <a:off x="561975" y="2070100"/>
            <a:ext cx="1905000" cy="1270000"/>
          </a:xfrm>
          <a:prstGeom prst="rect">
            <a:avLst/>
          </a:prstGeom>
        </p:spPr>
      </p:pic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003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pic>
        <p:nvPicPr>
          <p:cNvPr id="9" name="">
            <a:extLst>
              <a:ext uri="{FF2B5EF4-FFF2-40B4-BE49-F238E27FC236}">
                <ns2:creationId id="{C030EABC-75FF-4A53-B000-E0F053DE1897}"/>
              </a:ext>
            </a:extLst>
          </p:cNvPr>
          <p:cNvPicPr>
            <a:picLocks noChangeAspect="1"/>
          </p:cNvPicPr>
          <p:nvPr/>
        </p:nvPicPr>
        <p:blipFill>
          <a:blip r:embed="Ra3e27fc1ebcc433e"/>
          <a:stretch/>
        </p:blipFill>
        <p:spPr>
          <a:xfrm>
            <a:off x="3981450" y="2425700"/>
            <a:ext cx="1238250" cy="825500"/>
          </a:xfrm>
          <a:prstGeom prst="rect">
            <a:avLst/>
          </a:prstGeom>
        </p:spPr>
      </p:pic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4191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4575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4762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22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17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55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/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pic>
        <p:nvPicPr>
          <p:cNvPr id="17" name="">
            <a:extLst>
              <a:ext uri="{FF2B5EF4-FFF2-40B4-BE49-F238E27FC236}">
                <ns2:creationId id="{7F2352F4-1939-476F-8F67-6753F8DC4396}"/>
              </a:ext>
            </a:extLst>
          </p:cNvPr>
          <p:cNvPicPr>
            <a:picLocks noChangeAspect="1"/>
          </p:cNvPicPr>
          <p:nvPr/>
        </p:nvPicPr>
        <p:blipFill>
          <a:blip r:embed="Rdf017364ef2348d1"/>
          <a:stretch/>
        </p:blipFill>
        <p:spPr>
          <a:xfrm>
            <a:off x="6505575" y="2070100"/>
            <a:ext cx="1905000" cy="1270000"/>
          </a:xfrm>
          <a:prstGeom prst="rect">
            <a:avLst/>
          </a:prstGeom>
        </p:spPr>
      </p:pic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43925" y="2524125"/>
            <a:ext cx="742950" cy="209550"/>
          </a:xfrm>
          <a:prstGeom prst="rightArrow">
            <a:avLst/>
          </a:prstGeom>
          <a:solidFill>
            <a:srgbClr val="718EAA"/>
          </a:solidFill>
          <a:ln w="0">
            <a:noFill/>
            <a:prstDash val="solid"/>
          </a:ln>
        </p:spPr>
      </p:sp>
      <p:pic>
        <p:nvPicPr>
          <p:cNvPr id="19" name="">
            <a:extLst>
              <a:ext uri="{FF2B5EF4-FFF2-40B4-BE49-F238E27FC236}">
                <ns2:creationId id="{611FDD54-0A3F-4ECF-8566-9CBAB37863B4}"/>
              </a:ext>
            </a:extLst>
          </p:cNvPr>
          <p:cNvPicPr>
            <a:picLocks noChangeAspect="1"/>
          </p:cNvPicPr>
          <p:nvPr/>
        </p:nvPicPr>
        <p:blipFill>
          <a:blip r:embed="R32ff49c7cc97420d"/>
          <a:stretch/>
        </p:blipFill>
        <p:spPr>
          <a:xfrm>
            <a:off x="9639300" y="2047970"/>
            <a:ext cx="798671" cy="532448"/>
          </a:xfrm>
          <a:prstGeom prst="rect">
            <a:avLst/>
          </a:prstGeom>
        </p:spPr>
      </p:pic>
      <p:pic>
        <p:nvPicPr>
          <p:cNvPr id="20" name="">
            <a:extLst>
              <a:ext uri="{FF2B5EF4-FFF2-40B4-BE49-F238E27FC236}">
                <ns2:creationId id="{72943F9F-16A0-470B-8EEA-785C7238FB0F}"/>
              </a:ext>
            </a:extLst>
          </p:cNvPr>
          <p:cNvPicPr>
            <a:picLocks noChangeAspect="1"/>
          </p:cNvPicPr>
          <p:nvPr/>
        </p:nvPicPr>
        <p:blipFill>
          <a:blip r:embed="R172781c0c6724258"/>
          <a:stretch/>
        </p:blipFill>
        <p:spPr>
          <a:xfrm>
            <a:off x="10660856" y="2082260"/>
            <a:ext cx="798671" cy="532448"/>
          </a:xfrm>
          <a:prstGeom prst="rect">
            <a:avLst/>
          </a:prstGeom>
        </p:spPr>
      </p:pic>
      <p:pic>
        <p:nvPicPr>
          <p:cNvPr id="21" name="">
            <a:extLst>
              <a:ext uri="{FF2B5EF4-FFF2-40B4-BE49-F238E27FC236}">
                <ns2:creationId id="{5FE3745A-E3DD-43EB-A6AB-996C95233375}"/>
              </a:ext>
            </a:extLst>
          </p:cNvPr>
          <p:cNvPicPr>
            <a:picLocks noChangeAspect="1"/>
          </p:cNvPicPr>
          <p:nvPr/>
        </p:nvPicPr>
        <p:blipFill>
          <a:blip r:embed="R7458a5ac3d3448c8"/>
          <a:stretch/>
        </p:blipFill>
        <p:spPr>
          <a:xfrm>
            <a:off x="9676448" y="2827782"/>
            <a:ext cx="742950" cy="495300"/>
          </a:xfrm>
          <a:prstGeom prst="rect">
            <a:avLst/>
          </a:prstGeom>
        </p:spPr>
      </p:pic>
      <p:pic>
        <p:nvPicPr>
          <p:cNvPr id="22" name="">
            <a:extLst>
              <a:ext uri="{FF2B5EF4-FFF2-40B4-BE49-F238E27FC236}">
                <ns2:creationId id="{273AB73D-0981-41F6-BA00-3745B8CB1C21}"/>
              </a:ext>
            </a:extLst>
          </p:cNvPr>
          <p:cNvPicPr>
            <a:picLocks noChangeAspect="1"/>
          </p:cNvPicPr>
          <p:nvPr/>
        </p:nvPicPr>
        <p:blipFill>
          <a:blip r:embed="R6b80380e3d78440e"/>
          <a:stretch/>
        </p:blipFill>
        <p:spPr>
          <a:xfrm>
            <a:off x="10698004" y="2815400"/>
            <a:ext cx="780097" cy="520065"/>
          </a:xfrm>
          <a:prstGeom prst="rect">
            <a:avLst/>
          </a:prstGeom>
        </p:spPr>
      </p:pic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3627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4011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98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228600" y="4857750"/>
          <a:ext cx="11734800" cy="12192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T w="5715">
                      <a:solidFill>
                        <a:srgbClr val="D8DEE5"/>
                      </a:solidFill>
                      <a:prstDash val="solid"/>
                    </a:lnT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173D67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EEF3F8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8DEE5"/>
                      </a:solidFill>
                      <a:prstDash val="solid"/>
                    </a:lnL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8DEE5"/>
                      </a:solidFill>
                      <a:prstDash val="solid"/>
                    </a:lnR>
                    <a:lnB w="5715">
                      <a:solidFill>
                        <a:srgbClr val="D8DE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共同作用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对照设计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/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/>
          </a:p>
        </p:txBody>
      </p:sp>
    </p:spTree>
    <p:extLst>
      <p:ext uri="{BB962C8B-B14F-4D97-AF65-F5344CB8AC3E}">
        <ns4:creationId val="161307495"/>
      </p:ext>
    </p:extLst>
  </p:cSld>
</p:sld>
</file>

<file path=ppt/slides/slide10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2" name="text-690">
            <a:extLst>
              <a:ext uri="{FF2B5EF4-FFF2-40B4-BE49-F238E27FC236}">
                <ns2:creationId id="{BE046215-C713-4A03-9CC0-8E509B4C6E6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机制模型｜连接景观、群落与生态过程</a:t>
            </a:r>
            <a:endParaRPr/>
          </a:p>
        </p:txBody>
      </p:sp>
      <p:sp>
        <p:nvSpPr>
          <p:cNvPr id="2" name="line-691">
            <a:extLst>
              <a:ext uri="{FF2B5EF4-FFF2-40B4-BE49-F238E27FC236}">
                <ns2:creationId id="{4BA091DF-567E-4DEC-9FEC-7150963C6FA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692">
            <a:extLst>
              <a:ext uri="{FF2B5EF4-FFF2-40B4-BE49-F238E27FC236}">
                <ns2:creationId id="{2A49F383-73C5-49BC-AB7D-5698EBF526B9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2619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" name="text-693">
            <a:extLst>
              <a:ext uri="{FF2B5EF4-FFF2-40B4-BE49-F238E27FC236}">
                <ns2:creationId id="{885E4859-9896-452A-B972-38C9249FD8AC}"/>
              </a:ext>
            </a:extLst>
          </p:cNvPr>
          <p:cNvSpPr>
            <a:spLocks noGrp="1"/>
          </p:cNvSpPr>
          <p:nvPr/>
        </p:nvSpPr>
        <p:spPr>
          <a:xfrm>
            <a:off x="342900" y="923925"/>
            <a:ext cx="2390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输入证据</a:t>
            </a:r>
          </a:p>
        </p:txBody>
      </p:sp>
      <p:sp>
        <p:nvSpPr>
          <p:cNvPr id="5" name="shape-694">
            <a:extLst>
              <a:ext uri="{FF2B5EF4-FFF2-40B4-BE49-F238E27FC236}">
                <ns2:creationId id="{B9079D83-932D-4A67-8234-CD1EEA95C74D}"/>
              </a:ext>
            </a:extLst>
          </p:cNvPr>
          <p:cNvSpPr>
            <a:spLocks noGrp="1"/>
          </p:cNvSpPr>
          <p:nvPr/>
        </p:nvSpPr>
        <p:spPr>
          <a:xfrm>
            <a:off x="3019425" y="895350"/>
            <a:ext cx="5391150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" name="text-695">
            <a:extLst>
              <a:ext uri="{FF2B5EF4-FFF2-40B4-BE49-F238E27FC236}">
                <ns2:creationId id="{B089125C-7CDB-478C-88B7-04F2FE95A62E}"/>
              </a:ext>
            </a:extLst>
          </p:cNvPr>
          <p:cNvSpPr>
            <a:spLocks noGrp="1"/>
          </p:cNvSpPr>
          <p:nvPr/>
        </p:nvSpPr>
        <p:spPr>
          <a:xfrm>
            <a:off x="3133725" y="923925"/>
            <a:ext cx="5162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机制模型</a:t>
            </a:r>
          </a:p>
        </p:txBody>
      </p:sp>
      <p:sp>
        <p:nvSpPr>
          <p:cNvPr id="7" name="shape-696">
            <a:extLst>
              <a:ext uri="{FF2B5EF4-FFF2-40B4-BE49-F238E27FC236}">
                <ns2:creationId id="{70317811-38FA-45FD-A5DB-B3631A970460}"/>
              </a:ext>
            </a:extLst>
          </p:cNvPr>
          <p:cNvSpPr>
            <a:spLocks noGrp="1"/>
          </p:cNvSpPr>
          <p:nvPr/>
        </p:nvSpPr>
        <p:spPr>
          <a:xfrm>
            <a:off x="8582025" y="895350"/>
            <a:ext cx="3381375" cy="35242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" name="text-697">
            <a:extLst>
              <a:ext uri="{FF2B5EF4-FFF2-40B4-BE49-F238E27FC236}">
                <ns2:creationId id="{A45ABA9F-8717-4E21-BE6B-D50A4BCD2ED3}"/>
              </a:ext>
            </a:extLst>
          </p:cNvPr>
          <p:cNvSpPr>
            <a:spLocks noGrp="1"/>
          </p:cNvSpPr>
          <p:nvPr/>
        </p:nvSpPr>
        <p:spPr>
          <a:xfrm>
            <a:off x="8696325" y="923925"/>
            <a:ext cx="31527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检验输出</a:t>
            </a:r>
          </a:p>
        </p:txBody>
      </p:sp>
      <p:sp>
        <p:nvSpPr>
          <p:cNvPr id="9" name="shape-698">
            <a:extLst>
              <a:ext uri="{FF2B5EF4-FFF2-40B4-BE49-F238E27FC236}">
                <ns2:creationId id="{A094B222-644A-448C-9EA5-D701B59D0F12}"/>
              </a:ext>
            </a:extLst>
          </p:cNvPr>
          <p:cNvSpPr>
            <a:spLocks noGrp="1"/>
          </p:cNvSpPr>
          <p:nvPr/>
        </p:nvSpPr>
        <p:spPr>
          <a:xfrm>
            <a:off x="228600" y="14097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" name="vector-699">
            <a:extLst>
              <a:ext uri="{FF2B5EF4-FFF2-40B4-BE49-F238E27FC236}">
                <ns2:creationId id="{91296188-58C2-4ECD-B639-4E09D95225E2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1" name="vector-700">
            <a:extLst>
              <a:ext uri="{FF2B5EF4-FFF2-40B4-BE49-F238E27FC236}">
                <ns2:creationId id="{48623E79-69B6-4017-B48C-7B866DAF3EE7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2" name="vector-701">
            <a:extLst>
              <a:ext uri="{FF2B5EF4-FFF2-40B4-BE49-F238E27FC236}">
                <ns2:creationId id="{FD249F3C-1E88-4302-94D0-D8DFFED457FD}"/>
              </a:ext>
            </a:extLst>
          </p:cNvPr>
          <p:cNvSpPr>
            <a:spLocks noGrp="1"/>
          </p:cNvSpPr>
          <p:nvPr/>
        </p:nvSpPr>
        <p:spPr>
          <a:xfrm>
            <a:off x="371475" y="1543050"/>
            <a:ext cx="438150" cy="4381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13" name="icon-map-702">
            <a:extLst>
              <a:ext uri="{FF2B5EF4-FFF2-40B4-BE49-F238E27FC236}">
                <ns2:creationId id="{9BE7EA37-E0C8-437F-A78A-E7165388EEE4}"/>
              </a:ext>
            </a:extLst>
          </p:cNvPr>
          <p:cNvSpPr>
            <a:spLocks noGrp="1"/>
          </p:cNvSpPr>
          <p:nvPr/>
        </p:nvSpPr>
        <p:spPr>
          <a:xfrm>
            <a:off x="546735" y="1648206"/>
            <a:ext cx="96393" cy="96393"/>
          </a:xfrm>
          <a:prstGeom prst="ellipse">
            <a:avLst/>
          </a:prstGeom>
          <a:solidFill>
            <a:srgbClr val="173D67"/>
          </a:solidFill>
          <a:ln w="13692">
            <a:solidFill>
              <a:srgbClr val="173D67"/>
            </a:solidFill>
            <a:prstDash val="solid"/>
          </a:ln>
        </p:spPr>
      </p:sp>
      <p:sp>
        <p:nvSpPr>
          <p:cNvPr id="14" name="text-703">
            <a:extLst>
              <a:ext uri="{FF2B5EF4-FFF2-40B4-BE49-F238E27FC236}">
                <ns2:creationId id="{58A6077E-B12B-4B9B-95B6-A956C83C02F0}"/>
              </a:ext>
            </a:extLst>
          </p:cNvPr>
          <p:cNvSpPr>
            <a:spLocks noGrp="1"/>
          </p:cNvSpPr>
          <p:nvPr/>
        </p:nvSpPr>
        <p:spPr>
          <a:xfrm>
            <a:off x="952500" y="15335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15" name="text-704">
            <a:extLst>
              <a:ext uri="{FF2B5EF4-FFF2-40B4-BE49-F238E27FC236}">
                <ns2:creationId id="{E2260CB7-2444-48EF-B5C5-20D4C832E635}"/>
              </a:ext>
            </a:extLst>
          </p:cNvPr>
          <p:cNvSpPr>
            <a:spLocks noGrp="1"/>
          </p:cNvSpPr>
          <p:nvPr/>
        </p:nvSpPr>
        <p:spPr>
          <a:xfrm>
            <a:off x="381000" y="20097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斑块大小、形状及其空间配置</a:t>
            </a:r>
            <a:endParaRPr/>
          </a:p>
        </p:txBody>
      </p:sp>
      <p:sp>
        <p:nvSpPr>
          <p:cNvPr id="16" name="shape-705">
            <a:extLst>
              <a:ext uri="{FF2B5EF4-FFF2-40B4-BE49-F238E27FC236}">
                <ns2:creationId id="{0987876A-101F-4882-806E-BBAC33B7358A}"/>
              </a:ext>
            </a:extLst>
          </p:cNvPr>
          <p:cNvSpPr>
            <a:spLocks noGrp="1"/>
          </p:cNvSpPr>
          <p:nvPr/>
        </p:nvSpPr>
        <p:spPr>
          <a:xfrm>
            <a:off x="228600" y="295275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7" name="vector-706">
            <a:extLst>
              <a:ext uri="{FF2B5EF4-FFF2-40B4-BE49-F238E27FC236}">
                <ns2:creationId id="{656139E8-0206-4A84-82E5-BC9880392626}"/>
              </a:ext>
            </a:extLst>
          </p:cNvPr>
          <p:cNvSpPr>
            <a:spLocks noGrp="1"/>
          </p:cNvSpPr>
          <p:nvPr/>
        </p:nvSpPr>
        <p:spPr>
          <a:xfrm>
            <a:off x="371475" y="3243834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8" name="vector-707">
            <a:extLst>
              <a:ext uri="{FF2B5EF4-FFF2-40B4-BE49-F238E27FC236}">
                <ns2:creationId id="{A72B4D98-ADE3-40AF-9E67-C2236BCCCCD0}"/>
              </a:ext>
            </a:extLst>
          </p:cNvPr>
          <p:cNvSpPr>
            <a:spLocks noGrp="1"/>
          </p:cNvSpPr>
          <p:nvPr/>
        </p:nvSpPr>
        <p:spPr>
          <a:xfrm>
            <a:off x="371475" y="3164967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19" name="vector-708">
            <a:extLst>
              <a:ext uri="{FF2B5EF4-FFF2-40B4-BE49-F238E27FC236}">
                <ns2:creationId id="{65CFC610-1479-424C-B365-0F8713CB2705}"/>
              </a:ext>
            </a:extLst>
          </p:cNvPr>
          <p:cNvSpPr>
            <a:spLocks noGrp="1"/>
          </p:cNvSpPr>
          <p:nvPr/>
        </p:nvSpPr>
        <p:spPr>
          <a:xfrm>
            <a:off x="371475" y="3086100"/>
            <a:ext cx="43815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20" name="text-709">
            <a:extLst>
              <a:ext uri="{FF2B5EF4-FFF2-40B4-BE49-F238E27FC236}">
                <ns2:creationId id="{3448EDD6-4972-4598-BA9C-66EE119CFFE4}"/>
              </a:ext>
            </a:extLst>
          </p:cNvPr>
          <p:cNvSpPr>
            <a:spLocks noGrp="1"/>
          </p:cNvSpPr>
          <p:nvPr/>
        </p:nvSpPr>
        <p:spPr>
          <a:xfrm>
            <a:off x="952500" y="307657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环境梯度</a:t>
            </a:r>
            <a:endParaRPr/>
          </a:p>
        </p:txBody>
      </p:sp>
      <p:sp>
        <p:nvSpPr>
          <p:cNvPr id="21" name="text-710">
            <a:extLst>
              <a:ext uri="{FF2B5EF4-FFF2-40B4-BE49-F238E27FC236}">
                <ns2:creationId id="{031BFAA9-AB8C-4FCC-B46E-CE3C33D59E88}"/>
              </a:ext>
            </a:extLst>
          </p:cNvPr>
          <p:cNvSpPr>
            <a:spLocks noGrp="1"/>
          </p:cNvSpPr>
          <p:nvPr/>
        </p:nvSpPr>
        <p:spPr>
          <a:xfrm>
            <a:off x="381000" y="355282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温度、地形与人为干扰的变化</a:t>
            </a:r>
            <a:endParaRPr/>
          </a:p>
        </p:txBody>
      </p:sp>
      <p:sp>
        <p:nvSpPr>
          <p:cNvPr id="22" name="shape-711">
            <a:extLst>
              <a:ext uri="{FF2B5EF4-FFF2-40B4-BE49-F238E27FC236}">
                <ns2:creationId id="{009BE411-26E8-4FFE-B29E-A1F32CB32FBB}"/>
              </a:ext>
            </a:extLst>
          </p:cNvPr>
          <p:cNvSpPr>
            <a:spLocks noGrp="1"/>
          </p:cNvSpPr>
          <p:nvPr/>
        </p:nvSpPr>
        <p:spPr>
          <a:xfrm>
            <a:off x="228600" y="4495800"/>
            <a:ext cx="2619375" cy="1409700"/>
          </a:xfrm>
          <a:prstGeom prst="roundRect">
            <a:avLst>
              <a:gd name="adj" fmla="val 5405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3" name="icon-database-712">
            <a:extLst>
              <a:ext uri="{FF2B5EF4-FFF2-40B4-BE49-F238E27FC236}">
                <ns2:creationId id="{514424D3-4B42-434B-80A0-F0F9A91AC65C}"/>
              </a:ext>
            </a:extLst>
          </p:cNvPr>
          <p:cNvSpPr>
            <a:spLocks noGrp="1"/>
          </p:cNvSpPr>
          <p:nvPr/>
        </p:nvSpPr>
        <p:spPr>
          <a:xfrm>
            <a:off x="441579" y="4712399"/>
            <a:ext cx="297942" cy="276035"/>
          </a:xfrm>
          <a:prstGeom prst="can">
            <a:avLst/>
          </a:prstGeom>
          <a:noFill/>
          <a:ln w="13692">
            <a:solidFill>
              <a:srgbClr val="173D67"/>
            </a:solidFill>
            <a:prstDash val="solid"/>
          </a:ln>
        </p:spPr>
      </p:sp>
      <p:sp>
        <p:nvSpPr>
          <p:cNvPr id="24" name="vector-713">
            <a:extLst>
              <a:ext uri="{FF2B5EF4-FFF2-40B4-BE49-F238E27FC236}">
                <ns2:creationId id="{CB512FC4-40F1-4E58-B113-878B586A10CB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5" name="vector-714">
            <a:extLst>
              <a:ext uri="{FF2B5EF4-FFF2-40B4-BE49-F238E27FC236}">
                <ns2:creationId id="{ABE74259-230C-4D90-AA6A-C89DFE77B450}"/>
              </a:ext>
            </a:extLst>
          </p:cNvPr>
          <p:cNvSpPr>
            <a:spLocks noGrp="1"/>
          </p:cNvSpPr>
          <p:nvPr/>
        </p:nvSpPr>
        <p:spPr>
          <a:xfrm>
            <a:off x="371475" y="4629150"/>
            <a:ext cx="438150" cy="4381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605">
            <a:solidFill>
              <a:srgbClr val="173D67"/>
            </a:solidFill>
            <a:prstDash val="solid"/>
          </a:ln>
        </p:spPr>
      </p:sp>
      <p:sp>
        <p:nvSpPr>
          <p:cNvPr id="26" name="text-715">
            <a:extLst>
              <a:ext uri="{FF2B5EF4-FFF2-40B4-BE49-F238E27FC236}">
                <ns2:creationId id="{A1E8712E-9AA7-47B8-ABE2-FB680572D07B}"/>
              </a:ext>
            </a:extLst>
          </p:cNvPr>
          <p:cNvSpPr>
            <a:spLocks noGrp="1"/>
          </p:cNvSpPr>
          <p:nvPr/>
        </p:nvSpPr>
        <p:spPr>
          <a:xfrm>
            <a:off x="952500" y="4619625"/>
            <a:ext cx="1762125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群落记录</a:t>
            </a:r>
            <a:endParaRPr/>
          </a:p>
        </p:txBody>
      </p:sp>
      <p:sp>
        <p:nvSpPr>
          <p:cNvPr id="27" name="text-716">
            <a:extLst>
              <a:ext uri="{FF2B5EF4-FFF2-40B4-BE49-F238E27FC236}">
                <ns2:creationId id="{52212A1B-44EA-4385-AB13-4F81B322E6BA}"/>
              </a:ext>
            </a:extLst>
          </p:cNvPr>
          <p:cNvSpPr>
            <a:spLocks noGrp="1"/>
          </p:cNvSpPr>
          <p:nvPr/>
        </p:nvSpPr>
        <p:spPr>
          <a:xfrm>
            <a:off x="381000" y="5095875"/>
            <a:ext cx="2314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物种出现、多度与时间记录</a:t>
            </a:r>
            <a:endParaRPr/>
          </a:p>
        </p:txBody>
      </p:sp>
      <p:sp>
        <p:nvSpPr>
          <p:cNvPr id="28" name="node-717">
            <a:extLst>
              <a:ext uri="{FF2B5EF4-FFF2-40B4-BE49-F238E27FC236}">
                <ns2:creationId id="{E8E825FC-E065-4394-96AD-E2EB7CB2E956}"/>
              </a:ext>
            </a:extLst>
          </p:cNvPr>
          <p:cNvSpPr>
            <a:spLocks noGrp="1"/>
          </p:cNvSpPr>
          <p:nvPr/>
        </p:nvSpPr>
        <p:spPr>
          <a:xfrm>
            <a:off x="312420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29" name="vector-718">
            <a:extLst>
              <a:ext uri="{FF2B5EF4-FFF2-40B4-BE49-F238E27FC236}">
                <ns2:creationId id="{A805F1D1-BCF5-4ABC-A25C-51593F747D89}"/>
              </a:ext>
            </a:extLst>
          </p:cNvPr>
          <p:cNvSpPr>
            <a:spLocks noGrp="1"/>
          </p:cNvSpPr>
          <p:nvPr/>
        </p:nvSpPr>
        <p:spPr>
          <a:xfrm>
            <a:off x="3238500" y="1764030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0" name="vector-719">
            <a:extLst>
              <a:ext uri="{FF2B5EF4-FFF2-40B4-BE49-F238E27FC236}">
                <ns2:creationId id="{33AA6A50-D727-4E4F-B36A-CC04D8E0D0CC}"/>
              </a:ext>
            </a:extLst>
          </p:cNvPr>
          <p:cNvSpPr>
            <a:spLocks noGrp="1"/>
          </p:cNvSpPr>
          <p:nvPr/>
        </p:nvSpPr>
        <p:spPr>
          <a:xfrm>
            <a:off x="3238500" y="1686878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1" name="vector-720">
            <a:extLst>
              <a:ext uri="{FF2B5EF4-FFF2-40B4-BE49-F238E27FC236}">
                <ns2:creationId id="{E6130890-74B5-4293-8546-DBB55C7F517A}"/>
              </a:ext>
            </a:extLst>
          </p:cNvPr>
          <p:cNvSpPr>
            <a:spLocks noGrp="1"/>
          </p:cNvSpPr>
          <p:nvPr/>
        </p:nvSpPr>
        <p:spPr>
          <a:xfrm>
            <a:off x="3238500" y="1609725"/>
            <a:ext cx="428625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32" name="text-721">
            <a:extLst>
              <a:ext uri="{FF2B5EF4-FFF2-40B4-BE49-F238E27FC236}">
                <ns2:creationId id="{7DBA225C-74FB-4870-883B-2B1C3C3BAC20}"/>
              </a:ext>
            </a:extLst>
          </p:cNvPr>
          <p:cNvSpPr>
            <a:spLocks noGrp="1"/>
          </p:cNvSpPr>
          <p:nvPr/>
        </p:nvSpPr>
        <p:spPr>
          <a:xfrm>
            <a:off x="377190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3" name="node-722">
            <a:extLst>
              <a:ext uri="{FF2B5EF4-FFF2-40B4-BE49-F238E27FC236}">
                <ns2:creationId id="{26492E4E-6FDA-4109-BAFD-479FCC0F23AB}"/>
              </a:ext>
            </a:extLst>
          </p:cNvPr>
          <p:cNvSpPr>
            <a:spLocks noGrp="1"/>
          </p:cNvSpPr>
          <p:nvPr/>
        </p:nvSpPr>
        <p:spPr>
          <a:xfrm>
            <a:off x="5924550" y="149542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34" name="vector-723">
            <a:extLst>
              <a:ext uri="{FF2B5EF4-FFF2-40B4-BE49-F238E27FC236}">
                <ns2:creationId id="{6C2D415F-8AE6-477B-A5EE-EE219D144BAA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35" name="vector-724">
            <a:extLst>
              <a:ext uri="{FF2B5EF4-FFF2-40B4-BE49-F238E27FC236}">
                <ns2:creationId id="{2D1DA295-FC77-466A-88FE-ED617D006320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6" name="vector-725">
            <a:extLst>
              <a:ext uri="{FF2B5EF4-FFF2-40B4-BE49-F238E27FC236}">
                <ns2:creationId id="{CA954965-121C-43E7-8919-AC611A16A044}"/>
              </a:ext>
            </a:extLst>
          </p:cNvPr>
          <p:cNvSpPr>
            <a:spLocks noGrp="1"/>
          </p:cNvSpPr>
          <p:nvPr/>
        </p:nvSpPr>
        <p:spPr>
          <a:xfrm>
            <a:off x="6038850" y="1609725"/>
            <a:ext cx="428625" cy="4286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37" name="icon-map-726">
            <a:extLst>
              <a:ext uri="{FF2B5EF4-FFF2-40B4-BE49-F238E27FC236}">
                <ns2:creationId id="{D8A79725-A3B7-48DA-A9EA-5D779AF261E3}"/>
              </a:ext>
            </a:extLst>
          </p:cNvPr>
          <p:cNvSpPr>
            <a:spLocks noGrp="1"/>
          </p:cNvSpPr>
          <p:nvPr/>
        </p:nvSpPr>
        <p:spPr>
          <a:xfrm>
            <a:off x="6210300" y="1712595"/>
            <a:ext cx="94298" cy="94298"/>
          </a:xfrm>
          <a:prstGeom prst="ellipse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38" name="text-727">
            <a:extLst>
              <a:ext uri="{FF2B5EF4-FFF2-40B4-BE49-F238E27FC236}">
                <ns2:creationId id="{20E4F937-F78F-4738-9613-3824160B7B89}"/>
              </a:ext>
            </a:extLst>
          </p:cNvPr>
          <p:cNvSpPr>
            <a:spLocks noGrp="1"/>
          </p:cNvSpPr>
          <p:nvPr/>
        </p:nvSpPr>
        <p:spPr>
          <a:xfrm>
            <a:off x="6572250" y="157162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空间隔离</a:t>
            </a:r>
            <a:endParaRPr/>
          </a:p>
        </p:txBody>
      </p:sp>
      <p:sp>
        <p:nvSpPr>
          <p:cNvPr id="39" name="node-728">
            <a:extLst>
              <a:ext uri="{FF2B5EF4-FFF2-40B4-BE49-F238E27FC236}">
                <ns2:creationId id="{29DCB5FC-EFAC-4F05-A332-B053AF4EB151}"/>
              </a:ext>
            </a:extLst>
          </p:cNvPr>
          <p:cNvSpPr>
            <a:spLocks noGrp="1"/>
          </p:cNvSpPr>
          <p:nvPr/>
        </p:nvSpPr>
        <p:spPr>
          <a:xfrm>
            <a:off x="312420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0" name="vector-729">
            <a:extLst>
              <a:ext uri="{FF2B5EF4-FFF2-40B4-BE49-F238E27FC236}">
                <ns2:creationId id="{F1A6EB70-7942-4830-9800-3A52A881B1D0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1" name="icon-leaf-730">
            <a:extLst>
              <a:ext uri="{FF2B5EF4-FFF2-40B4-BE49-F238E27FC236}">
                <ns2:creationId id="{DD6AF184-3784-4D60-A55D-3EFBC9E88225}"/>
              </a:ext>
            </a:extLst>
          </p:cNvPr>
          <p:cNvSpPr>
            <a:spLocks noGrp="1"/>
          </p:cNvSpPr>
          <p:nvPr/>
        </p:nvSpPr>
        <p:spPr>
          <a:xfrm>
            <a:off x="3337084" y="3368040"/>
            <a:ext cx="115729" cy="192881"/>
          </a:xfrm>
          <a:prstGeom prst="ellipse">
            <a:avLst/>
          </a:prstGeom>
          <a:solidFill>
            <a:srgbClr val="68819C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2" name="icon-leaf-731">
            <a:extLst>
              <a:ext uri="{FF2B5EF4-FFF2-40B4-BE49-F238E27FC236}">
                <ns2:creationId id="{F57F2A84-4967-4F12-A0FF-D306F07F18D9}"/>
              </a:ext>
            </a:extLst>
          </p:cNvPr>
          <p:cNvSpPr>
            <a:spLocks noGrp="1"/>
          </p:cNvSpPr>
          <p:nvPr/>
        </p:nvSpPr>
        <p:spPr>
          <a:xfrm>
            <a:off x="3457099" y="3462338"/>
            <a:ext cx="128588" cy="192881"/>
          </a:xfrm>
          <a:prstGeom prst="ellipse">
            <a:avLst/>
          </a:prstGeom>
          <a:solidFill>
            <a:srgbClr val="9EAEB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43" name="vector-732">
            <a:extLst>
              <a:ext uri="{FF2B5EF4-FFF2-40B4-BE49-F238E27FC236}">
                <ns2:creationId id="{6A9B13B7-9175-46BE-8BB7-6EA990DF9469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4" name="vector-733">
            <a:extLst>
              <a:ext uri="{FF2B5EF4-FFF2-40B4-BE49-F238E27FC236}">
                <ns2:creationId id="{0FA325D6-60D0-4932-9711-5E04F94A0BDF}"/>
              </a:ext>
            </a:extLst>
          </p:cNvPr>
          <p:cNvSpPr>
            <a:spLocks noGrp="1"/>
          </p:cNvSpPr>
          <p:nvPr/>
        </p:nvSpPr>
        <p:spPr>
          <a:xfrm>
            <a:off x="3238500" y="3333750"/>
            <a:ext cx="428625" cy="4286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5" name="text-734">
            <a:extLst>
              <a:ext uri="{FF2B5EF4-FFF2-40B4-BE49-F238E27FC236}">
                <ns2:creationId id="{CB4AADD4-8D57-42C7-8CB2-CE085A57EF76}"/>
              </a:ext>
            </a:extLst>
          </p:cNvPr>
          <p:cNvSpPr>
            <a:spLocks noGrp="1"/>
          </p:cNvSpPr>
          <p:nvPr/>
        </p:nvSpPr>
        <p:spPr>
          <a:xfrm>
            <a:off x="377190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资源供给</a:t>
            </a:r>
            <a:endParaRPr/>
          </a:p>
        </p:txBody>
      </p:sp>
      <p:sp>
        <p:nvSpPr>
          <p:cNvPr id="46" name="node-735">
            <a:extLst>
              <a:ext uri="{FF2B5EF4-FFF2-40B4-BE49-F238E27FC236}">
                <ns2:creationId id="{35DFD995-F435-489A-81F0-BDB8BB047883}"/>
              </a:ext>
            </a:extLst>
          </p:cNvPr>
          <p:cNvSpPr>
            <a:spLocks noGrp="1"/>
          </p:cNvSpPr>
          <p:nvPr/>
        </p:nvSpPr>
        <p:spPr>
          <a:xfrm>
            <a:off x="5924550" y="3219450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47" name="vector-736">
            <a:extLst>
              <a:ext uri="{FF2B5EF4-FFF2-40B4-BE49-F238E27FC236}">
                <ns2:creationId id="{3B554001-EC8F-4F04-B94D-56553CD3DA1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8" name="vector-737">
            <a:extLst>
              <a:ext uri="{FF2B5EF4-FFF2-40B4-BE49-F238E27FC236}">
                <ns2:creationId id="{E6CBF9F1-D9E0-4D22-989A-1650BDC1E1D0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49" name="vector-738">
            <a:extLst>
              <a:ext uri="{FF2B5EF4-FFF2-40B4-BE49-F238E27FC236}">
                <ns2:creationId id="{F8592629-59DA-4B4D-8D23-0412D29976AE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0" name="vector-739">
            <a:extLst>
              <a:ext uri="{FF2B5EF4-FFF2-40B4-BE49-F238E27FC236}">
                <ns2:creationId id="{7CDD550F-F064-446A-BBAD-77AB4CBCE345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1" name="vector-740">
            <a:extLst>
              <a:ext uri="{FF2B5EF4-FFF2-40B4-BE49-F238E27FC236}">
                <ns2:creationId id="{51C6A9C1-2B46-4A47-9016-9251B9AD01CD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2" name="vector-741">
            <a:extLst>
              <a:ext uri="{FF2B5EF4-FFF2-40B4-BE49-F238E27FC236}">
                <ns2:creationId id="{49866C12-E3C4-4C61-95F9-5B25961A76F6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3" name="vector-742">
            <a:extLst>
              <a:ext uri="{FF2B5EF4-FFF2-40B4-BE49-F238E27FC236}">
                <ns2:creationId id="{9C57ADF1-83E0-4D55-AD95-7CFA4EDB025C}"/>
              </a:ext>
            </a:extLst>
          </p:cNvPr>
          <p:cNvSpPr>
            <a:spLocks noGrp="1"/>
          </p:cNvSpPr>
          <p:nvPr/>
        </p:nvSpPr>
        <p:spPr>
          <a:xfrm>
            <a:off x="6038850" y="33337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54" name="icon-network-743">
            <a:extLst>
              <a:ext uri="{FF2B5EF4-FFF2-40B4-BE49-F238E27FC236}">
                <ns2:creationId id="{36CF8364-FAAA-47D0-9824-5134C80C17A1}"/>
              </a:ext>
            </a:extLst>
          </p:cNvPr>
          <p:cNvSpPr>
            <a:spLocks noGrp="1"/>
          </p:cNvSpPr>
          <p:nvPr/>
        </p:nvSpPr>
        <p:spPr>
          <a:xfrm>
            <a:off x="6064568" y="34623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5" name="icon-network-744">
            <a:extLst>
              <a:ext uri="{FF2B5EF4-FFF2-40B4-BE49-F238E27FC236}">
                <ns2:creationId id="{60D9B44C-44C6-4236-BF50-92AE0C1A71B8}"/>
              </a:ext>
            </a:extLst>
          </p:cNvPr>
          <p:cNvSpPr>
            <a:spLocks noGrp="1"/>
          </p:cNvSpPr>
          <p:nvPr/>
        </p:nvSpPr>
        <p:spPr>
          <a:xfrm>
            <a:off x="6201728" y="33551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6" name="icon-network-745">
            <a:extLst>
              <a:ext uri="{FF2B5EF4-FFF2-40B4-BE49-F238E27FC236}">
                <ns2:creationId id="{5CA28338-B566-4D1A-8BAA-1BAD04B740B8}"/>
              </a:ext>
            </a:extLst>
          </p:cNvPr>
          <p:cNvSpPr>
            <a:spLocks noGrp="1"/>
          </p:cNvSpPr>
          <p:nvPr/>
        </p:nvSpPr>
        <p:spPr>
          <a:xfrm>
            <a:off x="6368891" y="34323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7" name="icon-network-746">
            <a:extLst>
              <a:ext uri="{FF2B5EF4-FFF2-40B4-BE49-F238E27FC236}">
                <ns2:creationId id="{0B4A6D73-D4A1-4FE0-82A7-3335211A3E3B}"/>
              </a:ext>
            </a:extLst>
          </p:cNvPr>
          <p:cNvSpPr>
            <a:spLocks noGrp="1"/>
          </p:cNvSpPr>
          <p:nvPr/>
        </p:nvSpPr>
        <p:spPr>
          <a:xfrm>
            <a:off x="6304598" y="36595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8" name="icon-network-747">
            <a:extLst>
              <a:ext uri="{FF2B5EF4-FFF2-40B4-BE49-F238E27FC236}">
                <ns2:creationId id="{43BEC919-430B-499C-B336-6D10B955A3DB}"/>
              </a:ext>
            </a:extLst>
          </p:cNvPr>
          <p:cNvSpPr>
            <a:spLocks noGrp="1"/>
          </p:cNvSpPr>
          <p:nvPr/>
        </p:nvSpPr>
        <p:spPr>
          <a:xfrm>
            <a:off x="6111716" y="36552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59" name="text-748">
            <a:extLst>
              <a:ext uri="{FF2B5EF4-FFF2-40B4-BE49-F238E27FC236}">
                <ns2:creationId id="{11672E43-002C-46F8-ADDA-29C6AAFD8D63}"/>
              </a:ext>
            </a:extLst>
          </p:cNvPr>
          <p:cNvSpPr>
            <a:spLocks noGrp="1"/>
          </p:cNvSpPr>
          <p:nvPr/>
        </p:nvSpPr>
        <p:spPr>
          <a:xfrm>
            <a:off x="6572250" y="3295650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扩散过程</a:t>
            </a:r>
            <a:endParaRPr/>
          </a:p>
        </p:txBody>
      </p:sp>
      <p:sp>
        <p:nvSpPr>
          <p:cNvPr id="60" name="node-749">
            <a:extLst>
              <a:ext uri="{FF2B5EF4-FFF2-40B4-BE49-F238E27FC236}">
                <ns2:creationId id="{0B8A1AFA-6F60-42A6-B557-BAAE994A9A1D}"/>
              </a:ext>
            </a:extLst>
          </p:cNvPr>
          <p:cNvSpPr>
            <a:spLocks noGrp="1"/>
          </p:cNvSpPr>
          <p:nvPr/>
        </p:nvSpPr>
        <p:spPr>
          <a:xfrm>
            <a:off x="312420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1" name="vector-750">
            <a:extLst>
              <a:ext uri="{FF2B5EF4-FFF2-40B4-BE49-F238E27FC236}">
                <ns2:creationId id="{E8E10E82-9215-409D-98CF-81F2F86B4E4E}"/>
              </a:ext>
            </a:extLst>
          </p:cNvPr>
          <p:cNvSpPr>
            <a:spLocks noGrp="1"/>
          </p:cNvSpPr>
          <p:nvPr/>
        </p:nvSpPr>
        <p:spPr>
          <a:xfrm>
            <a:off x="3238500" y="5057775"/>
            <a:ext cx="428625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2" name="icon-tree-751">
            <a:extLst>
              <a:ext uri="{FF2B5EF4-FFF2-40B4-BE49-F238E27FC236}">
                <ns2:creationId id="{AEC9296B-D08A-441E-A201-82283406A4D5}"/>
              </a:ext>
            </a:extLst>
          </p:cNvPr>
          <p:cNvSpPr>
            <a:spLocks noGrp="1"/>
          </p:cNvSpPr>
          <p:nvPr/>
        </p:nvSpPr>
        <p:spPr>
          <a:xfrm>
            <a:off x="3307080" y="5079206"/>
            <a:ext cx="295751" cy="265748"/>
          </a:xfrm>
          <a:prstGeom prst="cloud">
            <a:avLst/>
          </a:prstGeom>
          <a:solidFill>
            <a:srgbClr val="748BA4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3" name="text-752">
            <a:extLst>
              <a:ext uri="{FF2B5EF4-FFF2-40B4-BE49-F238E27FC236}">
                <ns2:creationId id="{4319795D-B07C-4973-BD78-308E1DD45782}"/>
              </a:ext>
            </a:extLst>
          </p:cNvPr>
          <p:cNvSpPr>
            <a:spLocks noGrp="1"/>
          </p:cNvSpPr>
          <p:nvPr/>
        </p:nvSpPr>
        <p:spPr>
          <a:xfrm>
            <a:off x="377190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物种共存</a:t>
            </a:r>
            <a:endParaRPr/>
          </a:p>
        </p:txBody>
      </p:sp>
      <p:sp>
        <p:nvSpPr>
          <p:cNvPr id="64" name="node-753">
            <a:extLst>
              <a:ext uri="{FF2B5EF4-FFF2-40B4-BE49-F238E27FC236}">
                <ns2:creationId id="{4465DFFA-8F6E-48BD-A4C6-151753879209}"/>
              </a:ext>
            </a:extLst>
          </p:cNvPr>
          <p:cNvSpPr>
            <a:spLocks noGrp="1"/>
          </p:cNvSpPr>
          <p:nvPr/>
        </p:nvSpPr>
        <p:spPr>
          <a:xfrm>
            <a:off x="5924550" y="4943475"/>
            <a:ext cx="2352675" cy="95250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9525">
            <a:solidFill>
              <a:srgbClr val="718EAA"/>
            </a:solidFill>
            <a:prstDash val="solid"/>
          </a:ln>
        </p:spPr>
      </p:sp>
      <p:sp>
        <p:nvSpPr>
          <p:cNvPr id="65" name="vector-754">
            <a:extLst>
              <a:ext uri="{FF2B5EF4-FFF2-40B4-BE49-F238E27FC236}">
                <ns2:creationId id="{FEDE843D-AB0F-4940-8331-C8A4F487FF31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6" name="vector-755">
            <a:extLst>
              <a:ext uri="{FF2B5EF4-FFF2-40B4-BE49-F238E27FC236}">
                <ns2:creationId id="{C0CDAA5E-037C-4D0F-9552-F7197F51CD37}"/>
              </a:ext>
            </a:extLst>
          </p:cNvPr>
          <p:cNvSpPr>
            <a:spLocks noGrp="1"/>
          </p:cNvSpPr>
          <p:nvPr/>
        </p:nvSpPr>
        <p:spPr>
          <a:xfrm>
            <a:off x="6038850" y="5057775"/>
            <a:ext cx="428625" cy="42862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4288">
            <a:solidFill>
              <a:srgbClr val="173D67"/>
            </a:solidFill>
            <a:prstDash val="solid"/>
          </a:ln>
        </p:spPr>
      </p:sp>
      <p:sp>
        <p:nvSpPr>
          <p:cNvPr id="67" name="icon-chart-756">
            <a:extLst>
              <a:ext uri="{FF2B5EF4-FFF2-40B4-BE49-F238E27FC236}">
                <ns2:creationId id="{A38ED271-2F47-4004-9458-8148EEF8DB80}"/>
              </a:ext>
            </a:extLst>
          </p:cNvPr>
          <p:cNvSpPr>
            <a:spLocks noGrp="1"/>
          </p:cNvSpPr>
          <p:nvPr/>
        </p:nvSpPr>
        <p:spPr>
          <a:xfrm>
            <a:off x="6146006" y="5289233"/>
            <a:ext cx="55721" cy="141446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8" name="icon-chart-757">
            <a:extLst>
              <a:ext uri="{FF2B5EF4-FFF2-40B4-BE49-F238E27FC236}">
                <ns2:creationId id="{BF2BA250-EE90-44E5-8C7F-08FFFBFB3AA1}"/>
              </a:ext>
            </a:extLst>
          </p:cNvPr>
          <p:cNvSpPr>
            <a:spLocks noGrp="1"/>
          </p:cNvSpPr>
          <p:nvPr/>
        </p:nvSpPr>
        <p:spPr>
          <a:xfrm>
            <a:off x="6240304" y="5212080"/>
            <a:ext cx="55721" cy="218599"/>
          </a:xfrm>
          <a:prstGeom prst="rect">
            <a:avLst/>
          </a:prstGeom>
          <a:solidFill>
            <a:srgbClr val="5D7795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69" name="icon-chart-758">
            <a:extLst>
              <a:ext uri="{FF2B5EF4-FFF2-40B4-BE49-F238E27FC236}">
                <ns2:creationId id="{10F6B736-5FF0-43C4-BF45-25DCF9AAC027}"/>
              </a:ext>
            </a:extLst>
          </p:cNvPr>
          <p:cNvSpPr>
            <a:spLocks noGrp="1"/>
          </p:cNvSpPr>
          <p:nvPr/>
        </p:nvSpPr>
        <p:spPr>
          <a:xfrm>
            <a:off x="6334601" y="5126355"/>
            <a:ext cx="55721" cy="304324"/>
          </a:xfrm>
          <a:prstGeom prst="rect">
            <a:avLst/>
          </a:prstGeom>
          <a:solidFill>
            <a:srgbClr val="173D67"/>
          </a:solidFill>
          <a:ln w="13395">
            <a:solidFill>
              <a:srgbClr val="173D67"/>
            </a:solidFill>
            <a:prstDash val="solid"/>
          </a:ln>
        </p:spPr>
      </p:sp>
      <p:sp>
        <p:nvSpPr>
          <p:cNvPr id="70" name="text-759">
            <a:extLst>
              <a:ext uri="{FF2B5EF4-FFF2-40B4-BE49-F238E27FC236}">
                <ns2:creationId id="{C3E0581C-03A4-4830-8F45-8C2BD91EE96C}"/>
              </a:ext>
            </a:extLst>
          </p:cNvPr>
          <p:cNvSpPr>
            <a:spLocks noGrp="1"/>
          </p:cNvSpPr>
          <p:nvPr/>
        </p:nvSpPr>
        <p:spPr>
          <a:xfrm>
            <a:off x="6572250" y="5019675"/>
            <a:ext cx="1590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群落稳定性</a:t>
            </a:r>
            <a:endParaRPr/>
          </a:p>
        </p:txBody>
      </p:sp>
      <p:cxnSp>
        <p:nvCxnSpPr>
          <p:cNvPr id="71" name="">
            <a:extLst>
              <a:ext uri="{FF2B5EF4-FFF2-40B4-BE49-F238E27FC236}">
                <ns2:creationId id="{6592C4EE-92AC-40D1-9FFE-665D02B9DC3B}"/>
              </a:ext>
            </a:extLst>
          </p:cNvPr>
          <p:cNvCxnSpPr>
            <a:stCxn id="28" idx="2"/>
            <a:endCxn id="39" idx="0"/>
          </p:cNvCxnSpPr>
          <p:nvPr/>
        </p:nvCxnSpPr>
        <p:spPr>
          <a:xfrm>
            <a:off x="430053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2" name="">
            <a:extLst>
              <a:ext uri="{FF2B5EF4-FFF2-40B4-BE49-F238E27FC236}">
                <ns2:creationId id="{8F50F5AF-1D1E-437D-81FD-BA83EFC1870D}"/>
              </a:ext>
            </a:extLst>
          </p:cNvPr>
          <p:cNvCxnSpPr>
            <a:stCxn id="33" idx="2"/>
            <a:endCxn id="46" idx="0"/>
          </p:cNvCxnSpPr>
          <p:nvPr/>
        </p:nvCxnSpPr>
        <p:spPr>
          <a:xfrm>
            <a:off x="7100888" y="2447925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3" name="">
            <a:extLst>
              <a:ext uri="{FF2B5EF4-FFF2-40B4-BE49-F238E27FC236}">
                <ns2:creationId id="{57D0DD47-318A-463C-AFE0-36F70A815136}"/>
              </a:ext>
            </a:extLst>
          </p:cNvPr>
          <p:cNvCxnSpPr>
            <a:stCxn id="39" idx="2"/>
            <a:endCxn id="60" idx="0"/>
          </p:cNvCxnSpPr>
          <p:nvPr/>
        </p:nvCxnSpPr>
        <p:spPr>
          <a:xfrm>
            <a:off x="430053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4" name="">
            <a:extLst>
              <a:ext uri="{FF2B5EF4-FFF2-40B4-BE49-F238E27FC236}">
                <ns2:creationId id="{186C6992-23E7-4B38-A65D-A2A0EAFC55C0}"/>
              </a:ext>
            </a:extLst>
          </p:cNvPr>
          <p:cNvCxnSpPr>
            <a:stCxn id="46" idx="2"/>
            <a:endCxn id="64" idx="0"/>
          </p:cNvCxnSpPr>
          <p:nvPr/>
        </p:nvCxnSpPr>
        <p:spPr>
          <a:xfrm>
            <a:off x="7100888" y="4171950"/>
            <a:ext cx="0" cy="771525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cxnSp>
        <p:nvCxnSpPr>
          <p:cNvPr id="75" name="">
            <a:extLst>
              <a:ext uri="{FF2B5EF4-FFF2-40B4-BE49-F238E27FC236}">
                <ns2:creationId id="{E36195E8-81ED-444F-8C98-84E9374D3196}"/>
              </a:ext>
            </a:extLst>
          </p:cNvPr>
          <p:cNvCxnSpPr>
            <a:stCxn id="60" idx="3"/>
            <a:endCxn id="64" idx="1"/>
          </p:cNvCxnSpPr>
          <p:nvPr/>
        </p:nvCxnSpPr>
        <p:spPr>
          <a:xfrm>
            <a:off x="5476875" y="5419725"/>
            <a:ext cx="447675" cy="0"/>
          </a:xfrm>
          <a:prstGeom prst="straightConnector1">
            <a:avLst/>
          </a:prstGeom>
          <a:ln w="19050">
            <a:solidFill>
              <a:srgbClr val="173D67"/>
            </a:solidFill>
            <a:prstDash val="solid"/>
            <a:tailEnd type="triangle" w="med" len="med"/>
          </a:ln>
        </p:spPr>
      </p:cxnSp>
      <p:sp>
        <p:nvSpPr>
          <p:cNvPr id="76" name="shape-760">
            <a:extLst>
              <a:ext uri="{FF2B5EF4-FFF2-40B4-BE49-F238E27FC236}">
                <ns2:creationId id="{3B581EAE-F962-4017-A157-EC0F705552A0}"/>
              </a:ext>
            </a:extLst>
          </p:cNvPr>
          <p:cNvSpPr>
            <a:spLocks noGrp="1"/>
          </p:cNvSpPr>
          <p:nvPr/>
        </p:nvSpPr>
        <p:spPr>
          <a:xfrm>
            <a:off x="4762500" y="4286250"/>
            <a:ext cx="1943100" cy="542925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7" name="text-761">
            <a:extLst>
              <a:ext uri="{FF2B5EF4-FFF2-40B4-BE49-F238E27FC236}">
                <ns2:creationId id="{48B453BE-66C0-4BBB-A7CE-42154EAACF92}"/>
              </a:ext>
            </a:extLst>
          </p:cNvPr>
          <p:cNvSpPr>
            <a:spLocks noGrp="1"/>
          </p:cNvSpPr>
          <p:nvPr/>
        </p:nvSpPr>
        <p:spPr>
          <a:xfrm>
            <a:off x="4857750" y="4333875"/>
            <a:ext cx="17526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可检验的</a:t>
            </a:r>
            <a:endParaRPr/>
          </a:p>
          <a:p>
            <a:pPr algn="ctr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机制路径</a:t>
            </a:r>
            <a:endParaRPr/>
          </a:p>
        </p:txBody>
      </p:sp>
      <p:sp>
        <p:nvSpPr>
          <p:cNvPr id="78" name="text-762">
            <a:extLst>
              <a:ext uri="{FF2B5EF4-FFF2-40B4-BE49-F238E27FC236}">
                <ns2:creationId id="{058CB4FF-F6F1-47F3-BA82-1FCF415E4EEC}"/>
              </a:ext>
            </a:extLst>
          </p:cNvPr>
          <p:cNvSpPr>
            <a:spLocks noGrp="1"/>
          </p:cNvSpPr>
          <p:nvPr/>
        </p:nvSpPr>
        <p:spPr>
          <a:xfrm>
            <a:off x="8696325" y="13811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79" name="Chart">
            <a:extLst>
              <a:ext uri="{FF2B5EF4-FFF2-40B4-BE49-F238E27FC236}">
                <ns2:creationId id="{595ACE3E-BEAC-46EA-A0F7-93D7B3EF08DC}"/>
              </a:ext>
            </a:extLst>
          </p:cNvPr>
          <p:cNvGraphicFramePr/>
          <p:nvPr/>
        </p:nvGraphicFramePr>
        <p:xfrm>
          <a:off x="8629650" y="1752600"/>
          <a:ext cx="3238500" cy="2019300"/>
        </p:xfrm>
        <a:graphic>
          <a:graphicData uri="http://schemas.openxmlformats.org/drawingml/2006/chart">
            <c:chart r:id="R131fe6ba7eb5426e"/>
          </a:graphicData>
        </a:graphic>
      </p:graphicFrame>
      <p:sp>
        <p:nvSpPr>
          <p:cNvPr id="80" name="text-763">
            <a:extLst>
              <a:ext uri="{FF2B5EF4-FFF2-40B4-BE49-F238E27FC236}">
                <ns2:creationId id="{6312CC53-66D9-418C-ABEC-0883056A2281}"/>
              </a:ext>
            </a:extLst>
          </p:cNvPr>
          <p:cNvSpPr>
            <a:spLocks noGrp="1"/>
          </p:cNvSpPr>
          <p:nvPr/>
        </p:nvSpPr>
        <p:spPr>
          <a:xfrm>
            <a:off x="8629650" y="2036978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81" name="text-764">
            <a:extLst>
              <a:ext uri="{FF2B5EF4-FFF2-40B4-BE49-F238E27FC236}">
                <ns2:creationId id="{668C535E-B472-4A99-AAC3-F387A91C296F}"/>
              </a:ext>
            </a:extLst>
          </p:cNvPr>
          <p:cNvSpPr>
            <a:spLocks noGrp="1"/>
          </p:cNvSpPr>
          <p:nvPr/>
        </p:nvSpPr>
        <p:spPr>
          <a:xfrm>
            <a:off x="8629650" y="2315642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82" name="text-765">
            <a:extLst>
              <a:ext uri="{FF2B5EF4-FFF2-40B4-BE49-F238E27FC236}">
                <ns2:creationId id="{0D24B946-60A0-4307-8E54-E59A4E1396F0}"/>
              </a:ext>
            </a:extLst>
          </p:cNvPr>
          <p:cNvSpPr>
            <a:spLocks noGrp="1"/>
          </p:cNvSpPr>
          <p:nvPr/>
        </p:nvSpPr>
        <p:spPr>
          <a:xfrm>
            <a:off x="8629650" y="2594305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83" name="text-766">
            <a:extLst>
              <a:ext uri="{FF2B5EF4-FFF2-40B4-BE49-F238E27FC236}">
                <ns2:creationId id="{F32BF7EC-05F8-4E46-BAE1-31F6CFDE32B4}"/>
              </a:ext>
            </a:extLst>
          </p:cNvPr>
          <p:cNvSpPr>
            <a:spLocks noGrp="1"/>
          </p:cNvSpPr>
          <p:nvPr/>
        </p:nvSpPr>
        <p:spPr>
          <a:xfrm>
            <a:off x="8629650" y="2872969"/>
            <a:ext cx="809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84" name="text-767">
            <a:extLst>
              <a:ext uri="{FF2B5EF4-FFF2-40B4-BE49-F238E27FC236}">
                <ns2:creationId id="{7B32A187-4AC5-4570-B205-6CA5B6292F82}"/>
              </a:ext>
            </a:extLst>
          </p:cNvPr>
          <p:cNvSpPr>
            <a:spLocks noGrp="1"/>
          </p:cNvSpPr>
          <p:nvPr/>
        </p:nvSpPr>
        <p:spPr>
          <a:xfrm>
            <a:off x="9665970" y="35814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85" name="text-768">
            <a:extLst>
              <a:ext uri="{FF2B5EF4-FFF2-40B4-BE49-F238E27FC236}">
                <ns2:creationId id="{AFB2C91A-6CA2-4BC3-9163-7893ADA9ADA9}"/>
              </a:ext>
            </a:extLst>
          </p:cNvPr>
          <p:cNvSpPr>
            <a:spLocks noGrp="1"/>
          </p:cNvSpPr>
          <p:nvPr/>
        </p:nvSpPr>
        <p:spPr>
          <a:xfrm>
            <a:off x="8696325" y="3705225"/>
            <a:ext cx="3124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模型拟合效果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0C2C577B-948A-4AD1-9250-688EB8736BD5}"/>
              </a:ext>
            </a:extLst>
          </p:cNvPr>
          <p:cNvGraphicFramePr/>
          <p:nvPr/>
        </p:nvGraphicFramePr>
        <p:xfrm>
          <a:off x="8629650" y="4076700"/>
          <a:ext cx="3238500" cy="2019300"/>
        </p:xfrm>
        <a:graphic>
          <a:graphicData uri="http://schemas.openxmlformats.org/drawingml/2006/chart">
            <c:chart r:id="R272f144416c24f5b"/>
          </a:graphicData>
        </a:graphic>
      </p:graphicFrame>
      <p:sp>
        <p:nvSpPr>
          <p:cNvPr id="87" name="text-769">
            <a:extLst>
              <a:ext uri="{FF2B5EF4-FFF2-40B4-BE49-F238E27FC236}">
                <ns2:creationId id="{6EE0E456-8F09-4F80-A193-E7B57263E740}"/>
              </a:ext>
            </a:extLst>
          </p:cNvPr>
          <p:cNvSpPr>
            <a:spLocks noGrp="1"/>
          </p:cNvSpPr>
          <p:nvPr/>
        </p:nvSpPr>
        <p:spPr>
          <a:xfrm>
            <a:off x="9665970" y="590550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88" name="shape-770">
            <a:extLst>
              <a:ext uri="{FF2B5EF4-FFF2-40B4-BE49-F238E27FC236}">
                <ns2:creationId id="{9DCB4AC7-305C-4A83-A8E4-FE87DBB34200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89" name="text-771">
            <a:extLst>
              <a:ext uri="{FF2B5EF4-FFF2-40B4-BE49-F238E27FC236}">
                <ns2:creationId id="{A9B78EC0-A214-423D-9181-A4B73B6972B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模型用于组织证据，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因果解释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仍需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研究设计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支持</a:t>
            </a:r>
            <a:endParaRPr/>
          </a:p>
        </p:txBody>
      </p:sp>
      <p:sp>
        <p:nvSpPr>
          <p:cNvPr id="90" name="text-772">
            <a:extLst>
              <a:ext uri="{FF2B5EF4-FFF2-40B4-BE49-F238E27FC236}">
                <ns2:creationId id="{089EEDCC-5FE0-44A9-8A3F-011FF6226806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1" name="text-773">
            <a:extLst>
              <a:ext uri="{FF2B5EF4-FFF2-40B4-BE49-F238E27FC236}">
                <ns2:creationId id="{C6656870-29BE-482A-8D0D-B1421C792A3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10</a:t>
            </a:r>
            <a:endParaRPr/>
          </a:p>
        </p:txBody>
      </p:sp>
    </p:spTree>
    <p:extLst>
      <p:ext uri="{BB962C8B-B14F-4D97-AF65-F5344CB8AC3E}">
        <ns5:creationId val="327852376"/>
      </p:ext>
    </p:extLst>
  </p:cSld>
</p:sld>
</file>

<file path=ppt/slides/slide1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11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研究局限｜</a:t>
            </a:r>
            <a:r>
              <a:rPr sz="2700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证据缺口</a:t>
            </a: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与改进路径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23812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vector-815">
            <a:extLst>
              <a:ext uri="{FF2B5EF4-FFF2-40B4-BE49-F238E27FC236}">
                <ns2:creationId id="{6225D1E6-AA80-4C60-B88B-61C843E8936F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6" name="vector-816">
            <a:extLst>
              <a:ext uri="{FF2B5EF4-FFF2-40B4-BE49-F238E27FC236}">
                <ns2:creationId id="{DC1FEA32-FDFA-481D-91EE-892EAC8AE4AD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7" name="vector-817">
            <a:extLst>
              <a:ext uri="{FF2B5EF4-FFF2-40B4-BE49-F238E27FC236}">
                <ns2:creationId id="{F914DED3-A5B8-4F37-B3E4-87755B0DB0B3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8" name="icon-map-818">
            <a:extLst>
              <a:ext uri="{FF2B5EF4-FFF2-40B4-BE49-F238E27FC236}">
                <ns2:creationId id="{3D7B2F38-63DA-4666-90E9-3624410B6A28}"/>
              </a:ext>
            </a:extLst>
          </p:cNvPr>
          <p:cNvSpPr>
            <a:spLocks noGrp="1"/>
          </p:cNvSpPr>
          <p:nvPr/>
        </p:nvSpPr>
        <p:spPr>
          <a:xfrm>
            <a:off x="445770" y="1033272"/>
            <a:ext cx="56579" cy="56579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68580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样本覆盖</a:t>
            </a:r>
            <a:endParaRPr/>
          </a:p>
        </p:txBody>
      </p:sp>
      <p:sp>
        <p:nvSpPr>
          <p:cNvPr id="10" name="vector-820">
            <a:extLst>
              <a:ext uri="{FF2B5EF4-FFF2-40B4-BE49-F238E27FC236}">
                <ns2:creationId id="{C090C5D8-6E3D-44E5-8BEC-230CA0C498D8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11" name="vector-821">
            <a:extLst>
              <a:ext uri="{FF2B5EF4-FFF2-40B4-BE49-F238E27FC236}">
                <ns2:creationId id="{D83C9C1D-955B-4BDC-8BAB-B6E0331ED36A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12" name="vector-822">
            <a:extLst>
              <a:ext uri="{FF2B5EF4-FFF2-40B4-BE49-F238E27FC236}">
                <ns2:creationId id="{80B16474-202C-4F16-A89F-8D661E68B50D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13" name="icon-map-823">
            <a:extLst>
              <a:ext uri="{FF2B5EF4-FFF2-40B4-BE49-F238E27FC236}">
                <ns2:creationId id="{07073644-9319-48E7-A815-51D3FCF83753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209550" cy="209550"/>
          </a:xfrm>
          <a:prstGeom prst="ellipse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152400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152400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样点空间分布不均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1524000" y="239077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152400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152400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分层补充样点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00525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10050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1" name="icon-grid-831">
            <a:extLst>
              <a:ext uri="{FF2B5EF4-FFF2-40B4-BE49-F238E27FC236}">
                <ns2:creationId id="{01C61DE0-F573-43E4-A247-FF934C239349}"/>
              </a:ext>
            </a:extLst>
          </p:cNvPr>
          <p:cNvSpPr>
            <a:spLocks noGrp="1"/>
          </p:cNvSpPr>
          <p:nvPr/>
        </p:nvSpPr>
        <p:spPr>
          <a:xfrm>
            <a:off x="4335399" y="992124"/>
            <a:ext cx="216027" cy="216027"/>
          </a:xfrm>
          <a:prstGeom prst="rect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22" name="vector-832">
            <a:extLst>
              <a:ext uri="{FF2B5EF4-FFF2-40B4-BE49-F238E27FC236}">
                <ns2:creationId id="{198E055E-8FA3-4A1B-83E2-882C90E0A21E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3" name="vector-833">
            <a:extLst>
              <a:ext uri="{FF2B5EF4-FFF2-40B4-BE49-F238E27FC236}">
                <ns2:creationId id="{68B381BC-D897-4A6A-803A-FF9DA4F191F8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4" name="vector-834">
            <a:extLst>
              <a:ext uri="{FF2B5EF4-FFF2-40B4-BE49-F238E27FC236}">
                <ns2:creationId id="{474E1845-F872-4448-A4BA-7BE19847FE1F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5" name="vector-835">
            <a:extLst>
              <a:ext uri="{FF2B5EF4-FFF2-40B4-BE49-F238E27FC236}">
                <ns2:creationId id="{3F2C5E25-1C38-46B2-BAAC-6697A2108930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6" name="vector-836">
            <a:extLst>
              <a:ext uri="{FF2B5EF4-FFF2-40B4-BE49-F238E27FC236}">
                <ns2:creationId id="{FFDF2836-0FCF-414D-BCD6-34F66E3468BA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7" name="vector-837">
            <a:extLst>
              <a:ext uri="{FF2B5EF4-FFF2-40B4-BE49-F238E27FC236}">
                <ns2:creationId id="{C009E4BB-E684-457F-891E-DD5426FBC964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57725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尺度匹配</a:t>
            </a:r>
            <a:endParaRPr/>
          </a:p>
        </p:txBody>
      </p:sp>
      <p:sp>
        <p:nvSpPr>
          <p:cNvPr id="29" name="icon-grid-839">
            <a:extLst>
              <a:ext uri="{FF2B5EF4-FFF2-40B4-BE49-F238E27FC236}">
                <ns2:creationId id="{7D57C7AB-7347-432B-9CB4-B091418BFA49}"/>
              </a:ext>
            </a:extLst>
          </p:cNvPr>
          <p:cNvSpPr>
            <a:spLocks noGrp="1"/>
          </p:cNvSpPr>
          <p:nvPr/>
        </p:nvSpPr>
        <p:spPr>
          <a:xfrm>
            <a:off x="4448175" y="1809750"/>
            <a:ext cx="800100" cy="800100"/>
          </a:xfrm>
          <a:prstGeom prst="rect">
            <a:avLst/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30" name="vector-840">
            <a:extLst>
              <a:ext uri="{FF2B5EF4-FFF2-40B4-BE49-F238E27FC236}">
                <ns2:creationId id="{AE8CEF05-078C-454C-B943-EAE9BC3059DA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1" name="vector-841">
            <a:extLst>
              <a:ext uri="{FF2B5EF4-FFF2-40B4-BE49-F238E27FC236}">
                <ns2:creationId id="{F7CCDB68-D60A-4DD4-8051-1E4F13DF8966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2" name="vector-842">
            <a:extLst>
              <a:ext uri="{FF2B5EF4-FFF2-40B4-BE49-F238E27FC236}">
                <ns2:creationId id="{6A03EC00-46C5-46DA-A50B-B32055398F69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3" name="vector-843">
            <a:extLst>
              <a:ext uri="{FF2B5EF4-FFF2-40B4-BE49-F238E27FC236}">
                <ns2:creationId id="{0EB5089A-F8A7-4CAF-B690-E5CD343DFE5D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4" name="vector-844">
            <a:extLst>
              <a:ext uri="{FF2B5EF4-FFF2-40B4-BE49-F238E27FC236}">
                <ns2:creationId id="{A1D78E79-4D95-45D0-99C2-8356C17058B2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5" name="vector-845">
            <a:extLst>
              <a:ext uri="{FF2B5EF4-FFF2-40B4-BE49-F238E27FC236}">
                <ns2:creationId id="{AADB899B-C4E0-44EB-BCEA-A93B1AF91B38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5495925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5495925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数据空间粒度存在差异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5495925" y="239077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5495925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5495925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开展多尺度比较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7245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8197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3" name="icon-camera-853">
            <a:extLst>
              <a:ext uri="{FF2B5EF4-FFF2-40B4-BE49-F238E27FC236}">
                <ns2:creationId id="{C3C8EB94-958D-4666-B2C7-5FEE7C0BD701}"/>
              </a:ext>
            </a:extLst>
          </p:cNvPr>
          <p:cNvSpPr>
            <a:spLocks noGrp="1"/>
          </p:cNvSpPr>
          <p:nvPr/>
        </p:nvSpPr>
        <p:spPr>
          <a:xfrm>
            <a:off x="8304752" y="10307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44" name="icon-camera-854">
            <a:extLst>
              <a:ext uri="{FF2B5EF4-FFF2-40B4-BE49-F238E27FC236}">
                <ns2:creationId id="{AD9E08EC-5A18-406E-A104-1CE7D28C23CD}"/>
              </a:ext>
            </a:extLst>
          </p:cNvPr>
          <p:cNvSpPr>
            <a:spLocks noGrp="1"/>
          </p:cNvSpPr>
          <p:nvPr/>
        </p:nvSpPr>
        <p:spPr>
          <a:xfrm>
            <a:off x="8371618" y="9972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45" name="icon-camera-855">
            <a:extLst>
              <a:ext uri="{FF2B5EF4-FFF2-40B4-BE49-F238E27FC236}">
                <ns2:creationId id="{7DC68AEA-E484-49C1-A0B8-21FC6107D3C5}"/>
              </a:ext>
            </a:extLst>
          </p:cNvPr>
          <p:cNvSpPr>
            <a:spLocks noGrp="1"/>
          </p:cNvSpPr>
          <p:nvPr/>
        </p:nvSpPr>
        <p:spPr>
          <a:xfrm>
            <a:off x="8369046" y="1064133"/>
            <a:ext cx="92583" cy="92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46" name="icon-camera-856">
            <a:extLst>
              <a:ext uri="{FF2B5EF4-FFF2-40B4-BE49-F238E27FC236}">
                <ns2:creationId id="{3412559E-9F65-4A94-BAC9-84538C329824}"/>
              </a:ext>
            </a:extLst>
          </p:cNvPr>
          <p:cNvSpPr>
            <a:spLocks noGrp="1"/>
          </p:cNvSpPr>
          <p:nvPr/>
        </p:nvSpPr>
        <p:spPr>
          <a:xfrm>
            <a:off x="8477060" y="1051274"/>
            <a:ext cx="20574" cy="20574"/>
          </a:xfrm>
          <a:prstGeom prst="ellipse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62965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检测偏差</a:t>
            </a:r>
            <a:endParaRPr/>
          </a:p>
        </p:txBody>
      </p:sp>
      <p:sp>
        <p:nvSpPr>
          <p:cNvPr id="48" name="icon-camera-858">
            <a:extLst>
              <a:ext uri="{FF2B5EF4-FFF2-40B4-BE49-F238E27FC236}">
                <ns2:creationId id="{1DBB85F9-5EA4-4878-BFDB-4AACC03C3687}"/>
              </a:ext>
            </a:extLst>
          </p:cNvPr>
          <p:cNvSpPr>
            <a:spLocks noGrp="1"/>
          </p:cNvSpPr>
          <p:nvPr/>
        </p:nvSpPr>
        <p:spPr>
          <a:xfrm>
            <a:off x="8410575" y="1952625"/>
            <a:ext cx="819150" cy="581025"/>
          </a:xfrm>
          <a:prstGeom prst="roundRect">
            <a:avLst>
              <a:gd name="adj" fmla="val 13115"/>
            </a:avLst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49" name="icon-camera-859">
            <a:extLst>
              <a:ext uri="{FF2B5EF4-FFF2-40B4-BE49-F238E27FC236}">
                <ns2:creationId id="{FA10A094-135C-4601-A08C-7F406435B4F1}"/>
              </a:ext>
            </a:extLst>
          </p:cNvPr>
          <p:cNvSpPr>
            <a:spLocks noGrp="1"/>
          </p:cNvSpPr>
          <p:nvPr/>
        </p:nvSpPr>
        <p:spPr>
          <a:xfrm>
            <a:off x="8658225" y="1828800"/>
            <a:ext cx="314325" cy="161925"/>
          </a:xfrm>
          <a:prstGeom prst="roundRect">
            <a:avLst>
              <a:gd name="adj" fmla="val 47059"/>
            </a:avLst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50" name="icon-camera-860">
            <a:extLst>
              <a:ext uri="{FF2B5EF4-FFF2-40B4-BE49-F238E27FC236}">
                <ns2:creationId id="{F975F45B-1B5C-40AD-952F-FC97C09073FA}"/>
              </a:ext>
            </a:extLst>
          </p:cNvPr>
          <p:cNvSpPr>
            <a:spLocks noGrp="1"/>
          </p:cNvSpPr>
          <p:nvPr/>
        </p:nvSpPr>
        <p:spPr>
          <a:xfrm>
            <a:off x="8648700" y="2076450"/>
            <a:ext cx="342900" cy="342900"/>
          </a:xfrm>
          <a:prstGeom prst="ellipse">
            <a:avLst/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51" name="icon-camera-861">
            <a:extLst>
              <a:ext uri="{FF2B5EF4-FFF2-40B4-BE49-F238E27FC236}">
                <ns2:creationId id="{23F118D0-DA5D-41CE-A6BD-F98A786FB439}"/>
              </a:ext>
            </a:extLst>
          </p:cNvPr>
          <p:cNvSpPr>
            <a:spLocks noGrp="1"/>
          </p:cNvSpPr>
          <p:nvPr/>
        </p:nvSpPr>
        <p:spPr>
          <a:xfrm>
            <a:off x="9048750" y="2028825"/>
            <a:ext cx="76200" cy="76200"/>
          </a:xfrm>
          <a:prstGeom prst="ellipse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946785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946785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未检出不等于不存在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9467850" y="239077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946785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946785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重复调查与检测模型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22860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23812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9" name="vector-869">
            <a:extLst>
              <a:ext uri="{FF2B5EF4-FFF2-40B4-BE49-F238E27FC236}">
                <ns2:creationId id="{288C6935-20AE-4206-97D9-0EAC4B15686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0" name="vector-870">
            <a:extLst>
              <a:ext uri="{FF2B5EF4-FFF2-40B4-BE49-F238E27FC236}">
                <ns2:creationId id="{BA2C426A-4620-4997-A71D-5FA9A6BFA7E6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1" name="vector-871">
            <a:extLst>
              <a:ext uri="{FF2B5EF4-FFF2-40B4-BE49-F238E27FC236}">
                <ns2:creationId id="{D073A4A2-909D-4F96-B987-565183FB7D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2" name="vector-872">
            <a:extLst>
              <a:ext uri="{FF2B5EF4-FFF2-40B4-BE49-F238E27FC236}">
                <ns2:creationId id="{A958E7CB-0B6D-4CA1-AAFF-7B2387ACAB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3" name="vector-873">
            <a:extLst>
              <a:ext uri="{FF2B5EF4-FFF2-40B4-BE49-F238E27FC236}">
                <ns2:creationId id="{906BDB2D-C409-49CE-A7FE-A762972C1969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4" name="vector-874">
            <a:extLst>
              <a:ext uri="{FF2B5EF4-FFF2-40B4-BE49-F238E27FC236}">
                <ns2:creationId id="{A447156A-077A-4646-A6EB-DF7A04001F4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5" name="vector-875">
            <a:extLst>
              <a:ext uri="{FF2B5EF4-FFF2-40B4-BE49-F238E27FC236}">
                <ns2:creationId id="{3A069FB0-8C85-455A-BE43-9F5DB6C0405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66" name="icon-network-876">
            <a:extLst>
              <a:ext uri="{FF2B5EF4-FFF2-40B4-BE49-F238E27FC236}">
                <ns2:creationId id="{DDE8B522-F563-4C56-880F-57C09D916E48}"/>
              </a:ext>
            </a:extLst>
          </p:cNvPr>
          <p:cNvSpPr>
            <a:spLocks noGrp="1"/>
          </p:cNvSpPr>
          <p:nvPr/>
        </p:nvSpPr>
        <p:spPr>
          <a:xfrm>
            <a:off x="358331" y="36585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7" name="icon-network-877">
            <a:extLst>
              <a:ext uri="{FF2B5EF4-FFF2-40B4-BE49-F238E27FC236}">
                <ns2:creationId id="{3175FDCB-067D-4E36-8611-1533D9BBB932}"/>
              </a:ext>
            </a:extLst>
          </p:cNvPr>
          <p:cNvSpPr>
            <a:spLocks noGrp="1"/>
          </p:cNvSpPr>
          <p:nvPr/>
        </p:nvSpPr>
        <p:spPr>
          <a:xfrm>
            <a:off x="440627" y="359425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8" name="icon-network-878">
            <a:extLst>
              <a:ext uri="{FF2B5EF4-FFF2-40B4-BE49-F238E27FC236}">
                <ns2:creationId id="{024605D2-C321-4CB6-8BD4-3022230CE059}"/>
              </a:ext>
            </a:extLst>
          </p:cNvPr>
          <p:cNvSpPr>
            <a:spLocks noGrp="1"/>
          </p:cNvSpPr>
          <p:nvPr/>
        </p:nvSpPr>
        <p:spPr>
          <a:xfrm>
            <a:off x="540925" y="364055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69" name="icon-network-879">
            <a:extLst>
              <a:ext uri="{FF2B5EF4-FFF2-40B4-BE49-F238E27FC236}">
                <ns2:creationId id="{AA0F662D-1375-40EC-9FFE-A774F5E43BC7}"/>
              </a:ext>
            </a:extLst>
          </p:cNvPr>
          <p:cNvSpPr>
            <a:spLocks noGrp="1"/>
          </p:cNvSpPr>
          <p:nvPr/>
        </p:nvSpPr>
        <p:spPr>
          <a:xfrm>
            <a:off x="502348" y="37768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0" name="icon-network-880">
            <a:extLst>
              <a:ext uri="{FF2B5EF4-FFF2-40B4-BE49-F238E27FC236}">
                <ns2:creationId id="{78F43E62-5F4A-4F34-8798-5E696CC158FC}"/>
              </a:ext>
            </a:extLst>
          </p:cNvPr>
          <p:cNvSpPr>
            <a:spLocks noGrp="1"/>
          </p:cNvSpPr>
          <p:nvPr/>
        </p:nvSpPr>
        <p:spPr>
          <a:xfrm>
            <a:off x="386620" y="377428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68580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机制识别</a:t>
            </a:r>
            <a:endParaRPr/>
          </a:p>
        </p:txBody>
      </p:sp>
      <p:sp>
        <p:nvSpPr>
          <p:cNvPr id="72" name="vector-882">
            <a:extLst>
              <a:ext uri="{FF2B5EF4-FFF2-40B4-BE49-F238E27FC236}">
                <ns2:creationId id="{75B04C26-D9DF-4034-B372-A664631F6AC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3" name="vector-883">
            <a:extLst>
              <a:ext uri="{FF2B5EF4-FFF2-40B4-BE49-F238E27FC236}">
                <ns2:creationId id="{D0D465E4-509D-4B66-A9AE-6EFA16A42141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4" name="vector-884">
            <a:extLst>
              <a:ext uri="{FF2B5EF4-FFF2-40B4-BE49-F238E27FC236}">
                <ns2:creationId id="{D5A4C432-B506-4B20-906C-20DE9CE5D99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5" name="vector-885">
            <a:extLst>
              <a:ext uri="{FF2B5EF4-FFF2-40B4-BE49-F238E27FC236}">
                <ns2:creationId id="{8F7E792E-1859-4C42-9F5D-65E90FBD096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6" name="vector-886">
            <a:extLst>
              <a:ext uri="{FF2B5EF4-FFF2-40B4-BE49-F238E27FC236}">
                <ns2:creationId id="{96436859-3B92-48DB-B2EF-652F65F6A558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7" name="vector-887">
            <a:extLst>
              <a:ext uri="{FF2B5EF4-FFF2-40B4-BE49-F238E27FC236}">
                <ns2:creationId id="{E0EA5027-9E04-4AEF-9968-864DABA2BF7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8" name="vector-888">
            <a:extLst>
              <a:ext uri="{FF2B5EF4-FFF2-40B4-BE49-F238E27FC236}">
                <ns2:creationId id="{2900469B-F8EE-4DF8-9370-F371774C91B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79" name="icon-network-889">
            <a:extLst>
              <a:ext uri="{FF2B5EF4-FFF2-40B4-BE49-F238E27FC236}">
                <ns2:creationId id="{1FCD7DFC-C60B-42E2-B9F4-A267B8C61A4F}"/>
              </a:ext>
            </a:extLst>
          </p:cNvPr>
          <p:cNvSpPr>
            <a:spLocks noGrp="1"/>
          </p:cNvSpPr>
          <p:nvPr/>
        </p:nvSpPr>
        <p:spPr>
          <a:xfrm>
            <a:off x="457200" y="462915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0" name="icon-network-890">
            <a:extLst>
              <a:ext uri="{FF2B5EF4-FFF2-40B4-BE49-F238E27FC236}">
                <ns2:creationId id="{ADA1329D-7973-4775-BD3B-93E0D0441332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1" name="icon-network-891">
            <a:extLst>
              <a:ext uri="{FF2B5EF4-FFF2-40B4-BE49-F238E27FC236}">
                <ns2:creationId id="{BDE5D1DF-6F90-4ADE-880D-7027D8A81B5B}"/>
              </a:ext>
            </a:extLst>
          </p:cNvPr>
          <p:cNvSpPr>
            <a:spLocks noGrp="1"/>
          </p:cNvSpPr>
          <p:nvPr/>
        </p:nvSpPr>
        <p:spPr>
          <a:xfrm>
            <a:off x="1133475" y="45624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2" name="icon-network-892">
            <a:extLst>
              <a:ext uri="{FF2B5EF4-FFF2-40B4-BE49-F238E27FC236}">
                <ns2:creationId id="{AAD1AB06-16C7-4336-B9F9-EF4CA93EFEE0}"/>
              </a:ext>
            </a:extLst>
          </p:cNvPr>
          <p:cNvSpPr>
            <a:spLocks noGrp="1"/>
          </p:cNvSpPr>
          <p:nvPr/>
        </p:nvSpPr>
        <p:spPr>
          <a:xfrm>
            <a:off x="990600" y="506730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3" name="icon-network-893">
            <a:extLst>
              <a:ext uri="{FF2B5EF4-FFF2-40B4-BE49-F238E27FC236}">
                <ns2:creationId id="{BA4D73E9-9C4D-47C9-BD73-9A833CFBDE6C}"/>
              </a:ext>
            </a:extLst>
          </p:cNvPr>
          <p:cNvSpPr>
            <a:spLocks noGrp="1"/>
          </p:cNvSpPr>
          <p:nvPr/>
        </p:nvSpPr>
        <p:spPr>
          <a:xfrm>
            <a:off x="561975" y="50577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152400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152400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相关关系难以区分解释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1524000" y="500062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152400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152400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完善对照与干预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00525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10050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91" name="vector-901">
            <a:extLst>
              <a:ext uri="{FF2B5EF4-FFF2-40B4-BE49-F238E27FC236}">
                <ns2:creationId id="{FEB66B01-D24D-4209-8FAA-590621179702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2" name="vector-902">
            <a:extLst>
              <a:ext uri="{FF2B5EF4-FFF2-40B4-BE49-F238E27FC236}">
                <ns2:creationId id="{F34AE9BA-A2F4-4541-8994-F373EF37F4DD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93" name="icon-chart-903">
            <a:extLst>
              <a:ext uri="{FF2B5EF4-FFF2-40B4-BE49-F238E27FC236}">
                <ns2:creationId id="{3EDB9760-079B-46C4-9025-DB7AC2576258}"/>
              </a:ext>
            </a:extLst>
          </p:cNvPr>
          <p:cNvSpPr>
            <a:spLocks noGrp="1"/>
          </p:cNvSpPr>
          <p:nvPr/>
        </p:nvSpPr>
        <p:spPr>
          <a:xfrm>
            <a:off x="4379119" y="3720275"/>
            <a:ext cx="33433" cy="84868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4" name="icon-chart-904">
            <a:extLst>
              <a:ext uri="{FF2B5EF4-FFF2-40B4-BE49-F238E27FC236}">
                <ns2:creationId id="{27A7FBDA-48DC-4642-8911-D551B778D590}"/>
              </a:ext>
            </a:extLst>
          </p:cNvPr>
          <p:cNvSpPr>
            <a:spLocks noGrp="1"/>
          </p:cNvSpPr>
          <p:nvPr/>
        </p:nvSpPr>
        <p:spPr>
          <a:xfrm>
            <a:off x="4435697" y="3673983"/>
            <a:ext cx="33433" cy="131159"/>
          </a:xfrm>
          <a:prstGeom prst="rect">
            <a:avLst/>
          </a:prstGeom>
          <a:solidFill>
            <a:srgbClr val="5D7795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5" name="icon-chart-905">
            <a:extLst>
              <a:ext uri="{FF2B5EF4-FFF2-40B4-BE49-F238E27FC236}">
                <ns2:creationId id="{1E8C57C7-CE08-4D7B-837F-C8CA7E7CA8E0}"/>
              </a:ext>
            </a:extLst>
          </p:cNvPr>
          <p:cNvSpPr>
            <a:spLocks noGrp="1"/>
          </p:cNvSpPr>
          <p:nvPr/>
        </p:nvSpPr>
        <p:spPr>
          <a:xfrm>
            <a:off x="4492276" y="3622548"/>
            <a:ext cx="33433" cy="182594"/>
          </a:xfrm>
          <a:prstGeom prst="rect">
            <a:avLst/>
          </a:prstGeom>
          <a:solidFill>
            <a:srgbClr val="173D67"/>
          </a:solidFill>
          <a:ln w="12383">
            <a:solidFill>
              <a:srgbClr val="173D67"/>
            </a:solidFill>
            <a:prstDash val="solid"/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57725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模型稳健性</a:t>
            </a:r>
            <a:endParaRPr/>
          </a:p>
        </p:txBody>
      </p:sp>
      <p:sp>
        <p:nvSpPr>
          <p:cNvPr id="97" name="vector-907">
            <a:extLst>
              <a:ext uri="{FF2B5EF4-FFF2-40B4-BE49-F238E27FC236}">
                <ns2:creationId id="{05F8BC68-A27C-4438-81B4-5572A64BDBFA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98" name="vector-908">
            <a:extLst>
              <a:ext uri="{FF2B5EF4-FFF2-40B4-BE49-F238E27FC236}">
                <ns2:creationId id="{30017A32-C19E-42D3-8E96-AF6713FDC448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31750">
            <a:solidFill>
              <a:srgbClr val="173D67"/>
            </a:solidFill>
            <a:prstDash val="solid"/>
          </a:ln>
        </p:spPr>
      </p:sp>
      <p:sp>
        <p:nvSpPr>
          <p:cNvPr id="99" name="icon-chart-909">
            <a:extLst>
              <a:ext uri="{FF2B5EF4-FFF2-40B4-BE49-F238E27FC236}">
                <ns2:creationId id="{572AC1AA-11D5-43E9-A787-A0E99582B677}"/>
              </a:ext>
            </a:extLst>
          </p:cNvPr>
          <p:cNvSpPr>
            <a:spLocks noGrp="1"/>
          </p:cNvSpPr>
          <p:nvPr/>
        </p:nvSpPr>
        <p:spPr>
          <a:xfrm>
            <a:off x="4610100" y="4857750"/>
            <a:ext cx="123825" cy="314325"/>
          </a:xfrm>
          <a:prstGeom prst="rect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00" name="icon-chart-910">
            <a:extLst>
              <a:ext uri="{FF2B5EF4-FFF2-40B4-BE49-F238E27FC236}">
                <ns2:creationId id="{D01C0150-4320-416F-BB69-C54B2A72C365}"/>
              </a:ext>
            </a:extLst>
          </p:cNvPr>
          <p:cNvSpPr>
            <a:spLocks noGrp="1"/>
          </p:cNvSpPr>
          <p:nvPr/>
        </p:nvSpPr>
        <p:spPr>
          <a:xfrm>
            <a:off x="4819650" y="4686300"/>
            <a:ext cx="123825" cy="485775"/>
          </a:xfrm>
          <a:prstGeom prst="rect">
            <a:avLst/>
          </a:prstGeom>
          <a:solidFill>
            <a:srgbClr val="5D7795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01" name="icon-chart-911">
            <a:extLst>
              <a:ext uri="{FF2B5EF4-FFF2-40B4-BE49-F238E27FC236}">
                <ns2:creationId id="{AC8A9254-6A24-411E-B014-38D90133FB6E}"/>
              </a:ext>
            </a:extLst>
          </p:cNvPr>
          <p:cNvSpPr>
            <a:spLocks noGrp="1"/>
          </p:cNvSpPr>
          <p:nvPr/>
        </p:nvSpPr>
        <p:spPr>
          <a:xfrm>
            <a:off x="5029200" y="4495800"/>
            <a:ext cx="123825" cy="676275"/>
          </a:xfrm>
          <a:prstGeom prst="rect">
            <a:avLst/>
          </a:prstGeom>
          <a:solidFill>
            <a:srgbClr val="173D67"/>
          </a:solidFill>
          <a:ln w="29766">
            <a:solidFill>
              <a:srgbClr val="173D67"/>
            </a:solidFill>
            <a:prstDash val="solid"/>
          </a:ln>
        </p:spPr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5495925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5495925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结果可能依赖模型设定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5495925" y="500062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5495925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5495925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7245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8197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09" name="icon-compass-919">
            <a:extLst>
              <a:ext uri="{FF2B5EF4-FFF2-40B4-BE49-F238E27FC236}">
                <ns2:creationId id="{7229B405-FFE4-405B-9CE6-7843E61AFDCF}"/>
              </a:ext>
            </a:extLst>
          </p:cNvPr>
          <p:cNvSpPr>
            <a:spLocks noGrp="1"/>
          </p:cNvSpPr>
          <p:nvPr/>
        </p:nvSpPr>
        <p:spPr>
          <a:xfrm>
            <a:off x="8302181" y="3596831"/>
            <a:ext cx="226314" cy="226314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110" name="vector-920">
            <a:extLst>
              <a:ext uri="{FF2B5EF4-FFF2-40B4-BE49-F238E27FC236}">
                <ns2:creationId id="{82C24DB9-CA4A-4CF4-AC61-81A3F544C90A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11" name="vector-921">
            <a:extLst>
              <a:ext uri="{FF2B5EF4-FFF2-40B4-BE49-F238E27FC236}">
                <ns2:creationId id="{BD1954BF-E09C-49E7-991A-21C1CAB6B5D8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62965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外推边界</a:t>
            </a:r>
            <a:endParaRPr/>
          </a:p>
        </p:txBody>
      </p:sp>
      <p:sp>
        <p:nvSpPr>
          <p:cNvPr id="113" name="icon-compass-923">
            <a:extLst>
              <a:ext uri="{FF2B5EF4-FFF2-40B4-BE49-F238E27FC236}">
                <ns2:creationId id="{AAC18344-19FA-43FA-88C4-420BB0366736}"/>
              </a:ext>
            </a:extLst>
          </p:cNvPr>
          <p:cNvSpPr>
            <a:spLocks noGrp="1"/>
          </p:cNvSpPr>
          <p:nvPr/>
        </p:nvSpPr>
        <p:spPr>
          <a:xfrm>
            <a:off x="8401050" y="4400550"/>
            <a:ext cx="838200" cy="838200"/>
          </a:xfrm>
          <a:prstGeom prst="ellipse">
            <a:avLst/>
          </a:prstGeom>
          <a:noFill/>
          <a:ln w="29766">
            <a:solidFill>
              <a:srgbClr val="173D67"/>
            </a:solidFill>
            <a:prstDash val="solid"/>
          </a:ln>
        </p:spPr>
      </p:sp>
      <p:sp>
        <p:nvSpPr>
          <p:cNvPr id="114" name="vector-924">
            <a:extLst>
              <a:ext uri="{FF2B5EF4-FFF2-40B4-BE49-F238E27FC236}">
                <ns2:creationId id="{22DEAC6A-22C7-4806-8EFB-67FE770D9F9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115" name="vector-925">
            <a:extLst>
              <a:ext uri="{FF2B5EF4-FFF2-40B4-BE49-F238E27FC236}">
                <ns2:creationId id="{5439BED5-EEB8-407D-A256-CDBFFEFA295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946785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946785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情景条件可能改变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9467850" y="5000625"/>
            <a:ext cx="2276475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946785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946785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明确适用范围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下一步工作围绕可识别的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F3D3D"/>
                </a:solidFill>
              </a:rPr>
              <a:t>证据缺口</a:t>
            </a: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展开</a:t>
            </a:r>
            <a:endParaRPr/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12</a:t>
            </a:r>
            <a:endParaRPr/>
          </a:p>
        </p:txBody>
      </p:sp>
    </p:spTree>
    <p:extLst>
      <p:ext uri="{BB962C8B-B14F-4D97-AF65-F5344CB8AC3E}">
        <ns3:creationId val="1684708780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研究展望｜格局描述与机制检验</a:t>
            </a:r>
            <a:endParaRPr/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228600" y="952500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" name="icon-search-938">
            <a:extLst>
              <a:ext uri="{FF2B5EF4-FFF2-40B4-BE49-F238E27FC236}">
                <ns2:creationId id="{CC4D31F5-4DCE-4A5B-B0F3-135EAFC9AAC9}"/>
              </a:ext>
            </a:extLst>
          </p:cNvPr>
          <p:cNvSpPr>
            <a:spLocks noGrp="1"/>
          </p:cNvSpPr>
          <p:nvPr/>
        </p:nvSpPr>
        <p:spPr>
          <a:xfrm>
            <a:off x="713423" y="1122998"/>
            <a:ext cx="270701" cy="270701"/>
          </a:xfrm>
          <a:prstGeom prst="ellipse">
            <a:avLst/>
          </a:prstGeom>
          <a:noFill/>
          <a:ln w="14585">
            <a:solidFill>
              <a:srgbClr val="173D67"/>
            </a:solidFill>
            <a:prstDash val="solid"/>
          </a:ln>
        </p:spPr>
      </p:sp>
      <p:sp>
        <p:nvSpPr>
          <p:cNvPr id="5" name="vector-939">
            <a:extLst>
              <a:ext uri="{FF2B5EF4-FFF2-40B4-BE49-F238E27FC236}">
                <ns2:creationId id="{0803A262-CF0E-40B2-A236-A04579E3FA48}"/>
              </a:ext>
            </a:extLst>
          </p:cNvPr>
          <p:cNvSpPr>
            <a:spLocks noGrp="1"/>
          </p:cNvSpPr>
          <p:nvPr/>
        </p:nvSpPr>
        <p:spPr>
          <a:xfrm>
            <a:off x="666750" y="1076325"/>
            <a:ext cx="466725" cy="466725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352425" y="166687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观察层面</a:t>
            </a:r>
            <a:endParaRPr/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333375" y="207645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回答“是什么”</a:t>
            </a:r>
            <a:endParaRPr/>
          </a:p>
        </p:txBody>
      </p:sp>
      <p:sp>
        <p:nvSpPr>
          <p:cNvPr id="8" name="vector-942">
            <a:extLst>
              <a:ext uri="{FF2B5EF4-FFF2-40B4-BE49-F238E27FC236}">
                <ns2:creationId id="{6CE26792-D546-4758-80ED-5ABBCCB151C3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9" name="vector-943">
            <a:extLst>
              <a:ext uri="{FF2B5EF4-FFF2-40B4-BE49-F238E27FC236}">
                <ns2:creationId id="{2E2A0E8E-33E4-4AFA-8F52-EC3B09DC1397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10" name="vector-944">
            <a:extLst>
              <a:ext uri="{FF2B5EF4-FFF2-40B4-BE49-F238E27FC236}">
                <ns2:creationId id="{E05650E2-0797-43E9-B0CD-C86796D637FB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11" name="icon-map-945">
            <a:extLst>
              <a:ext uri="{FF2B5EF4-FFF2-40B4-BE49-F238E27FC236}">
                <ns2:creationId id="{7B967702-2E53-4940-8781-6922ACE241CC}"/>
              </a:ext>
            </a:extLst>
          </p:cNvPr>
          <p:cNvSpPr>
            <a:spLocks noGrp="1"/>
          </p:cNvSpPr>
          <p:nvPr/>
        </p:nvSpPr>
        <p:spPr>
          <a:xfrm>
            <a:off x="2198370" y="1355217"/>
            <a:ext cx="150876" cy="150876"/>
          </a:xfrm>
          <a:prstGeom prst="ellipse">
            <a:avLst/>
          </a:prstGeom>
          <a:solidFill>
            <a:srgbClr val="173D67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1838325" y="198120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格局描述</a:t>
            </a:r>
            <a:endParaRPr/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24325" y="1181100"/>
            <a:ext cx="4057650" cy="96202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71975" y="132397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增加梯度与重复观测</a:t>
            </a:r>
            <a:endParaRPr/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71975" y="174307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扩展空间范围与观测时间</a:t>
            </a:r>
            <a:endParaRPr/>
          </a:p>
        </p:txBody>
      </p:sp>
      <p:sp>
        <p:nvSpPr>
          <p:cNvPr id="16" name="vector-950">
            <a:extLst>
              <a:ext uri="{FF2B5EF4-FFF2-40B4-BE49-F238E27FC236}">
                <ns2:creationId id="{254DBD64-B723-4E27-8933-275FB70D6A3C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17" name="vector-951">
            <a:extLst>
              <a:ext uri="{FF2B5EF4-FFF2-40B4-BE49-F238E27FC236}">
                <ns2:creationId id="{D2DCBE5A-9448-4E59-977A-6F49C9FC4637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18" name="icon-chart-952">
            <a:extLst>
              <a:ext uri="{FF2B5EF4-FFF2-40B4-BE49-F238E27FC236}">
                <ns2:creationId id="{A0724D74-407E-4148-A643-6CE8E44223CF}"/>
              </a:ext>
            </a:extLst>
          </p:cNvPr>
          <p:cNvSpPr>
            <a:spLocks noGrp="1"/>
          </p:cNvSpPr>
          <p:nvPr/>
        </p:nvSpPr>
        <p:spPr>
          <a:xfrm>
            <a:off x="9205913" y="1506093"/>
            <a:ext cx="96584" cy="245173"/>
          </a:xfrm>
          <a:prstGeom prst="rect">
            <a:avLst/>
          </a:prstGeom>
          <a:solidFill>
            <a:srgbClr val="173D67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19" name="icon-chart-953">
            <a:extLst>
              <a:ext uri="{FF2B5EF4-FFF2-40B4-BE49-F238E27FC236}">
                <ns2:creationId id="{FEF4284F-1601-43CF-9BE8-42D45A540AD2}"/>
              </a:ext>
            </a:extLst>
          </p:cNvPr>
          <p:cNvSpPr>
            <a:spLocks noGrp="1"/>
          </p:cNvSpPr>
          <p:nvPr/>
        </p:nvSpPr>
        <p:spPr>
          <a:xfrm>
            <a:off x="9369362" y="1372362"/>
            <a:ext cx="96584" cy="378905"/>
          </a:xfrm>
          <a:prstGeom prst="rect">
            <a:avLst/>
          </a:prstGeom>
          <a:solidFill>
            <a:srgbClr val="5D7795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20" name="icon-chart-954">
            <a:extLst>
              <a:ext uri="{FF2B5EF4-FFF2-40B4-BE49-F238E27FC236}">
                <ns2:creationId id="{EAA8A69C-666B-46AB-A374-B51305504CFB}"/>
              </a:ext>
            </a:extLst>
          </p:cNvPr>
          <p:cNvSpPr>
            <a:spLocks noGrp="1"/>
          </p:cNvSpPr>
          <p:nvPr/>
        </p:nvSpPr>
        <p:spPr>
          <a:xfrm>
            <a:off x="9532811" y="1223772"/>
            <a:ext cx="96584" cy="527495"/>
          </a:xfrm>
          <a:prstGeom prst="rect">
            <a:avLst/>
          </a:prstGeom>
          <a:solidFill>
            <a:srgbClr val="173D67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505825" y="196215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过程变化</a:t>
            </a:r>
            <a:endParaRPr/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228600" y="2476500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228600" y="2562225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4" name="vector-958">
            <a:extLst>
              <a:ext uri="{FF2B5EF4-FFF2-40B4-BE49-F238E27FC236}">
                <ns2:creationId id="{FB76C65A-F92B-41BB-9FFA-47C2A0BAA9EA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5" name="vector-959">
            <a:extLst>
              <a:ext uri="{FF2B5EF4-FFF2-40B4-BE49-F238E27FC236}">
                <ns2:creationId id="{5F048AC2-95B9-4672-B89C-D4344D478E9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6" name="vector-960">
            <a:extLst>
              <a:ext uri="{FF2B5EF4-FFF2-40B4-BE49-F238E27FC236}">
                <ns2:creationId id="{85ED0A9A-BDB9-4C83-9EAD-BDF9FCC65CB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7" name="vector-961">
            <a:extLst>
              <a:ext uri="{FF2B5EF4-FFF2-40B4-BE49-F238E27FC236}">
                <ns2:creationId id="{C7D9F323-AF43-4176-A8FA-2544B6182C1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8" name="vector-962">
            <a:extLst>
              <a:ext uri="{FF2B5EF4-FFF2-40B4-BE49-F238E27FC236}">
                <ns2:creationId id="{05965491-51F1-4ECA-BD07-44E244EF3415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29" name="vector-963">
            <a:extLst>
              <a:ext uri="{FF2B5EF4-FFF2-40B4-BE49-F238E27FC236}">
                <ns2:creationId id="{52F89D1C-D76B-4D64-A5F3-61AF611CDF4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0" name="vector-964">
            <a:extLst>
              <a:ext uri="{FF2B5EF4-FFF2-40B4-BE49-F238E27FC236}">
                <ns2:creationId id="{D9CF4BB0-DC92-4173-9673-2F9C18357E0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31" name="icon-network-965">
            <a:extLst>
              <a:ext uri="{FF2B5EF4-FFF2-40B4-BE49-F238E27FC236}">
                <ns2:creationId id="{ABB5165E-DCFF-42BC-8A6F-BD9A02AF5B29}"/>
              </a:ext>
            </a:extLst>
          </p:cNvPr>
          <p:cNvSpPr>
            <a:spLocks noGrp="1"/>
          </p:cNvSpPr>
          <p:nvPr/>
        </p:nvSpPr>
        <p:spPr>
          <a:xfrm>
            <a:off x="694754" y="2826068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2" name="icon-network-966">
            <a:extLst>
              <a:ext uri="{FF2B5EF4-FFF2-40B4-BE49-F238E27FC236}">
                <ns2:creationId id="{1010E9BB-7FF1-4F3D-9444-CC03592266E8}"/>
              </a:ext>
            </a:extLst>
          </p:cNvPr>
          <p:cNvSpPr>
            <a:spLocks noGrp="1"/>
          </p:cNvSpPr>
          <p:nvPr/>
        </p:nvSpPr>
        <p:spPr>
          <a:xfrm>
            <a:off x="844106" y="2709386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3" name="icon-network-967">
            <a:extLst>
              <a:ext uri="{FF2B5EF4-FFF2-40B4-BE49-F238E27FC236}">
                <ns2:creationId id="{2D096CA0-2AD7-448A-819E-BA336AEAAED5}"/>
              </a:ext>
            </a:extLst>
          </p:cNvPr>
          <p:cNvSpPr>
            <a:spLocks noGrp="1"/>
          </p:cNvSpPr>
          <p:nvPr/>
        </p:nvSpPr>
        <p:spPr>
          <a:xfrm>
            <a:off x="1026128" y="2793397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4" name="icon-network-968">
            <a:extLst>
              <a:ext uri="{FF2B5EF4-FFF2-40B4-BE49-F238E27FC236}">
                <ns2:creationId id="{3E60C336-7BED-4F84-A851-9D670ABF55CA}"/>
              </a:ext>
            </a:extLst>
          </p:cNvPr>
          <p:cNvSpPr>
            <a:spLocks noGrp="1"/>
          </p:cNvSpPr>
          <p:nvPr/>
        </p:nvSpPr>
        <p:spPr>
          <a:xfrm>
            <a:off x="956120" y="3040761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5" name="icon-network-969">
            <a:extLst>
              <a:ext uri="{FF2B5EF4-FFF2-40B4-BE49-F238E27FC236}">
                <ns2:creationId id="{327DFD07-BEDE-433E-9FAD-0220318A43F2}"/>
              </a:ext>
            </a:extLst>
          </p:cNvPr>
          <p:cNvSpPr>
            <a:spLocks noGrp="1"/>
          </p:cNvSpPr>
          <p:nvPr/>
        </p:nvSpPr>
        <p:spPr>
          <a:xfrm>
            <a:off x="746093" y="3036094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352425" y="3276600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  <a:endParaRPr/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333375" y="3686175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回答“为什么”</a:t>
            </a:r>
            <a:endParaRPr/>
          </a:p>
        </p:txBody>
      </p:sp>
      <p:sp>
        <p:nvSpPr>
          <p:cNvPr id="38" name="vector-972">
            <a:extLst>
              <a:ext uri="{FF2B5EF4-FFF2-40B4-BE49-F238E27FC236}">
                <ns2:creationId id="{E42918A6-F4DC-40BC-BB49-8CDBF6F34868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39" name="vector-973">
            <a:extLst>
              <a:ext uri="{FF2B5EF4-FFF2-40B4-BE49-F238E27FC236}">
                <ns2:creationId id="{33AB31C0-74BC-426D-88F0-B5E0B014C03C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40" name="icon-chart-974">
            <a:extLst>
              <a:ext uri="{FF2B5EF4-FFF2-40B4-BE49-F238E27FC236}">
                <ns2:creationId id="{33A0C8B6-6ECA-45D8-B24E-AA02E9683BE6}"/>
              </a:ext>
            </a:extLst>
          </p:cNvPr>
          <p:cNvSpPr>
            <a:spLocks noGrp="1"/>
          </p:cNvSpPr>
          <p:nvPr/>
        </p:nvSpPr>
        <p:spPr>
          <a:xfrm>
            <a:off x="2095500" y="3170682"/>
            <a:ext cx="89154" cy="226314"/>
          </a:xfrm>
          <a:prstGeom prst="rect">
            <a:avLst/>
          </a:prstGeom>
          <a:solidFill>
            <a:srgbClr val="173D67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41" name="icon-chart-975">
            <a:extLst>
              <a:ext uri="{FF2B5EF4-FFF2-40B4-BE49-F238E27FC236}">
                <ns2:creationId id="{A6E642A3-C57C-4FC2-AEB1-A94A79C298B5}"/>
              </a:ext>
            </a:extLst>
          </p:cNvPr>
          <p:cNvSpPr>
            <a:spLocks noGrp="1"/>
          </p:cNvSpPr>
          <p:nvPr/>
        </p:nvSpPr>
        <p:spPr>
          <a:xfrm>
            <a:off x="2246376" y="3047238"/>
            <a:ext cx="89154" cy="349758"/>
          </a:xfrm>
          <a:prstGeom prst="rect">
            <a:avLst/>
          </a:prstGeom>
          <a:solidFill>
            <a:srgbClr val="5D7795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42" name="icon-chart-976">
            <a:extLst>
              <a:ext uri="{FF2B5EF4-FFF2-40B4-BE49-F238E27FC236}">
                <ns2:creationId id="{697166EA-1E55-48F0-AEB8-ABA267EE1F25}"/>
              </a:ext>
            </a:extLst>
          </p:cNvPr>
          <p:cNvSpPr>
            <a:spLocks noGrp="1"/>
          </p:cNvSpPr>
          <p:nvPr/>
        </p:nvSpPr>
        <p:spPr>
          <a:xfrm>
            <a:off x="2397252" y="2910078"/>
            <a:ext cx="89154" cy="486918"/>
          </a:xfrm>
          <a:prstGeom prst="rect">
            <a:avLst/>
          </a:prstGeom>
          <a:solidFill>
            <a:srgbClr val="173D67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1838325" y="3590925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相关关系</a:t>
            </a:r>
            <a:endParaRPr/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24325" y="2790825"/>
            <a:ext cx="4057650" cy="96202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71975" y="2933700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比较竞争假说与对照情景</a:t>
            </a:r>
            <a:endParaRPr/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71975" y="3352800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区分多个可能解释</a:t>
            </a:r>
            <a:endParaRPr/>
          </a:p>
        </p:txBody>
      </p:sp>
      <p:sp>
        <p:nvSpPr>
          <p:cNvPr id="47" name="vector-981">
            <a:extLst>
              <a:ext uri="{FF2B5EF4-FFF2-40B4-BE49-F238E27FC236}">
                <ns2:creationId id="{84F173EC-1701-451B-A3DF-E2C6FFDE02E0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48" name="vector-982">
            <a:extLst>
              <a:ext uri="{FF2B5EF4-FFF2-40B4-BE49-F238E27FC236}">
                <ns2:creationId id="{F83D9E24-8984-44C8-AFCF-784E58C98D01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49" name="vector-983">
            <a:extLst>
              <a:ext uri="{FF2B5EF4-FFF2-40B4-BE49-F238E27FC236}">
                <ns2:creationId id="{C6CDBDD0-CA7E-467D-87B8-376F9288B04E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0" name="vector-984">
            <a:extLst>
              <a:ext uri="{FF2B5EF4-FFF2-40B4-BE49-F238E27FC236}">
                <ns2:creationId id="{2676887E-B5CB-4B8B-B415-4B97AD4B843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1" name="vector-985">
            <a:extLst>
              <a:ext uri="{FF2B5EF4-FFF2-40B4-BE49-F238E27FC236}">
                <ns2:creationId id="{D99E21C0-4502-49FD-AD7C-934EDF4CB4A2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2" name="vector-986">
            <a:extLst>
              <a:ext uri="{FF2B5EF4-FFF2-40B4-BE49-F238E27FC236}">
                <ns2:creationId id="{8CC346E8-A82B-4B43-AD32-DBB43D3E795F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3" name="vector-987">
            <a:extLst>
              <a:ext uri="{FF2B5EF4-FFF2-40B4-BE49-F238E27FC236}">
                <ns2:creationId id="{94EC1D67-7E50-4AF2-BC0D-3EF81108268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173D67"/>
            </a:solidFill>
            <a:prstDash val="solid"/>
          </a:ln>
        </p:spPr>
      </p:sp>
      <p:sp>
        <p:nvSpPr>
          <p:cNvPr id="54" name="icon-network-988">
            <a:extLst>
              <a:ext uri="{FF2B5EF4-FFF2-40B4-BE49-F238E27FC236}">
                <ns2:creationId id="{11C6EA6C-4720-40EC-831C-9BD4B215202D}"/>
              </a:ext>
            </a:extLst>
          </p:cNvPr>
          <p:cNvSpPr>
            <a:spLocks noGrp="1"/>
          </p:cNvSpPr>
          <p:nvPr/>
        </p:nvSpPr>
        <p:spPr>
          <a:xfrm>
            <a:off x="9064752" y="2937510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5" name="icon-network-989">
            <a:extLst>
              <a:ext uri="{FF2B5EF4-FFF2-40B4-BE49-F238E27FC236}">
                <ns2:creationId id="{451C298D-CA9E-4E8D-991F-39912373CD67}"/>
              </a:ext>
            </a:extLst>
          </p:cNvPr>
          <p:cNvSpPr>
            <a:spLocks noGrp="1"/>
          </p:cNvSpPr>
          <p:nvPr/>
        </p:nvSpPr>
        <p:spPr>
          <a:xfrm>
            <a:off x="9302496" y="2751773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6" name="icon-network-990">
            <a:extLst>
              <a:ext uri="{FF2B5EF4-FFF2-40B4-BE49-F238E27FC236}">
                <ns2:creationId id="{15C6EA8F-9707-4FCA-8443-42D896805140}"/>
              </a:ext>
            </a:extLst>
          </p:cNvPr>
          <p:cNvSpPr>
            <a:spLocks noGrp="1"/>
          </p:cNvSpPr>
          <p:nvPr/>
        </p:nvSpPr>
        <p:spPr>
          <a:xfrm>
            <a:off x="9592247" y="2885504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7" name="icon-network-991">
            <a:extLst>
              <a:ext uri="{FF2B5EF4-FFF2-40B4-BE49-F238E27FC236}">
                <ns2:creationId id="{31D43CC5-45B7-42D1-B5D0-E66A53080A76}"/>
              </a:ext>
            </a:extLst>
          </p:cNvPr>
          <p:cNvSpPr>
            <a:spLocks noGrp="1"/>
          </p:cNvSpPr>
          <p:nvPr/>
        </p:nvSpPr>
        <p:spPr>
          <a:xfrm>
            <a:off x="9480804" y="3279267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8" name="icon-network-992">
            <a:extLst>
              <a:ext uri="{FF2B5EF4-FFF2-40B4-BE49-F238E27FC236}">
                <ns2:creationId id="{756633ED-6050-4C9E-842A-51585E3E3DA1}"/>
              </a:ext>
            </a:extLst>
          </p:cNvPr>
          <p:cNvSpPr>
            <a:spLocks noGrp="1"/>
          </p:cNvSpPr>
          <p:nvPr/>
        </p:nvSpPr>
        <p:spPr>
          <a:xfrm>
            <a:off x="9146477" y="3271838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173D67"/>
            </a:solidFill>
            <a:prstDash val="solid"/>
          </a:ln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505825" y="3571875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机制检验</a:t>
            </a:r>
            <a:endParaRPr/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228600" y="4086225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228600" y="4171950"/>
            <a:ext cx="1457325" cy="1476375"/>
          </a:xfrm>
          <a:prstGeom prst="rect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62" name="vector-996">
            <a:extLst>
              <a:ext uri="{FF2B5EF4-FFF2-40B4-BE49-F238E27FC236}">
                <ns2:creationId id="{A8B7082B-98A7-47E0-8637-0C98FECB5A25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3" name="icon-leaf-997">
            <a:extLst>
              <a:ext uri="{FF2B5EF4-FFF2-40B4-BE49-F238E27FC236}">
                <ns2:creationId id="{9D76C90F-7B21-4E5C-9974-00153B53D072}"/>
              </a:ext>
            </a:extLst>
          </p:cNvPr>
          <p:cNvSpPr>
            <a:spLocks noGrp="1"/>
          </p:cNvSpPr>
          <p:nvPr/>
        </p:nvSpPr>
        <p:spPr>
          <a:xfrm>
            <a:off x="774097" y="4333113"/>
            <a:ext cx="126016" cy="210026"/>
          </a:xfrm>
          <a:prstGeom prst="ellipse">
            <a:avLst/>
          </a:prstGeom>
          <a:solidFill>
            <a:srgbClr val="68819C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64" name="icon-leaf-998">
            <a:extLst>
              <a:ext uri="{FF2B5EF4-FFF2-40B4-BE49-F238E27FC236}">
                <ns2:creationId id="{AA9F3DA6-1490-4DF3-9DF8-5A8743F49A56}"/>
              </a:ext>
            </a:extLst>
          </p:cNvPr>
          <p:cNvSpPr>
            <a:spLocks noGrp="1"/>
          </p:cNvSpPr>
          <p:nvPr/>
        </p:nvSpPr>
        <p:spPr>
          <a:xfrm>
            <a:off x="904780" y="4435793"/>
            <a:ext cx="140018" cy="210026"/>
          </a:xfrm>
          <a:prstGeom prst="ellipse">
            <a:avLst/>
          </a:prstGeom>
          <a:solidFill>
            <a:srgbClr val="9EAEBF"/>
          </a:solidFill>
          <a:ln w="14585">
            <a:solidFill>
              <a:srgbClr val="173D67"/>
            </a:solidFill>
            <a:prstDash val="solid"/>
          </a:ln>
        </p:spPr>
      </p:sp>
      <p:sp>
        <p:nvSpPr>
          <p:cNvPr id="65" name="vector-999">
            <a:extLst>
              <a:ext uri="{FF2B5EF4-FFF2-40B4-BE49-F238E27FC236}">
                <ns2:creationId id="{1A1E415E-793F-4F6A-BB3C-E8CC907C1607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6" name="vector-1000">
            <a:extLst>
              <a:ext uri="{FF2B5EF4-FFF2-40B4-BE49-F238E27FC236}">
                <ns2:creationId id="{AF6B1BA4-9B0D-40FC-BF59-8D5B29C325A8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558">
            <a:solidFill>
              <a:srgbClr val="173D67"/>
            </a:solidFill>
            <a:prstDash val="solid"/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352425" y="488632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应用层面</a:t>
            </a:r>
            <a:endParaRPr/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333375" y="529590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回答“哪里适用”</a:t>
            </a:r>
            <a:endParaRPr/>
          </a:p>
        </p:txBody>
      </p:sp>
      <p:sp>
        <p:nvSpPr>
          <p:cNvPr id="69" name="vector-1003">
            <a:extLst>
              <a:ext uri="{FF2B5EF4-FFF2-40B4-BE49-F238E27FC236}">
                <ns2:creationId id="{D935BE1C-23D6-4623-965E-C5F6660D4E5B}"/>
              </a:ext>
            </a:extLst>
          </p:cNvPr>
          <p:cNvSpPr>
            <a:spLocks noGrp="1"/>
          </p:cNvSpPr>
          <p:nvPr/>
        </p:nvSpPr>
        <p:spPr>
          <a:xfrm>
            <a:off x="1924050" y="4410075"/>
            <a:ext cx="685800" cy="685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2860">
            <a:solidFill>
              <a:srgbClr val="173D67"/>
            </a:solidFill>
            <a:prstDash val="solid"/>
          </a:ln>
        </p:spPr>
      </p:sp>
      <p:sp>
        <p:nvSpPr>
          <p:cNvPr id="70" name="icon-tree-1004">
            <a:extLst>
              <a:ext uri="{FF2B5EF4-FFF2-40B4-BE49-F238E27FC236}">
                <ns2:creationId id="{4AB36950-8910-48BA-910C-9E30C1336500}"/>
              </a:ext>
            </a:extLst>
          </p:cNvPr>
          <p:cNvSpPr>
            <a:spLocks noGrp="1"/>
          </p:cNvSpPr>
          <p:nvPr/>
        </p:nvSpPr>
        <p:spPr>
          <a:xfrm>
            <a:off x="2033778" y="4444365"/>
            <a:ext cx="473202" cy="425196"/>
          </a:xfrm>
          <a:prstGeom prst="cloud">
            <a:avLst/>
          </a:prstGeom>
          <a:solidFill>
            <a:srgbClr val="748BA4"/>
          </a:solidFill>
          <a:ln w="21431">
            <a:solidFill>
              <a:srgbClr val="173D67"/>
            </a:solidFill>
            <a:prstDash val="solid"/>
          </a:ln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1838325" y="520065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局部结论</a:t>
            </a:r>
            <a:endParaRPr/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24325" y="4400550"/>
            <a:ext cx="4057650" cy="962025"/>
          </a:xfrm>
          <a:prstGeom prst="rightArrow">
            <a:avLst/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71975" y="454342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跨地点验证与情景评估</a:t>
            </a:r>
            <a:endParaRPr/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71975" y="496252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识别适用条件与外推边界</a:t>
            </a:r>
            <a:endParaRPr/>
          </a:p>
        </p:txBody>
      </p:sp>
      <p:sp>
        <p:nvSpPr>
          <p:cNvPr id="75" name="vector-1009">
            <a:extLst>
              <a:ext uri="{FF2B5EF4-FFF2-40B4-BE49-F238E27FC236}">
                <ns2:creationId id="{9D25DE64-FA93-4DF6-AD7B-18664879C0FF}"/>
              </a:ext>
            </a:extLst>
          </p:cNvPr>
          <p:cNvSpPr>
            <a:spLocks noGrp="1"/>
          </p:cNvSpPr>
          <p:nvPr/>
        </p:nvSpPr>
        <p:spPr>
          <a:xfrm>
            <a:off x="9020175" y="4591812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76" name="vector-1010">
            <a:extLst>
              <a:ext uri="{FF2B5EF4-FFF2-40B4-BE49-F238E27FC236}">
                <ns2:creationId id="{46F1668B-D85D-47FB-B0E3-913D61CFB5ED}"/>
              </a:ext>
            </a:extLst>
          </p:cNvPr>
          <p:cNvSpPr>
            <a:spLocks noGrp="1"/>
          </p:cNvSpPr>
          <p:nvPr/>
        </p:nvSpPr>
        <p:spPr>
          <a:xfrm>
            <a:off x="9020175" y="4458081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77" name="vector-1011">
            <a:extLst>
              <a:ext uri="{FF2B5EF4-FFF2-40B4-BE49-F238E27FC236}">
                <ns2:creationId id="{A726804A-551C-492A-8E39-722BE4841249}"/>
              </a:ext>
            </a:extLst>
          </p:cNvPr>
          <p:cNvSpPr>
            <a:spLocks noGrp="1"/>
          </p:cNvSpPr>
          <p:nvPr/>
        </p:nvSpPr>
        <p:spPr>
          <a:xfrm>
            <a:off x="9020175" y="4324350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173D67"/>
            </a:solidFill>
            <a:prstDash val="solid"/>
          </a:ln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505825" y="518160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适用范围</a:t>
            </a:r>
            <a:endParaRPr/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228600" y="5695950"/>
            <a:ext cx="11734800" cy="95"/>
          </a:xfrm>
          <a:prstGeom prst="line">
            <a:avLst/>
          </a:prstGeom>
          <a:noFill/>
          <a:ln w="14288">
            <a:solidFill>
              <a:srgbClr val="D8DEE5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001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补充观测</a:t>
            </a:r>
            <a:endParaRPr/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244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优化设计</a:t>
            </a:r>
            <a:endParaRPr/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487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外部验证</a:t>
            </a:r>
            <a:endParaRPr/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13</a:t>
            </a:r>
            <a:endParaRPr/>
          </a:p>
        </p:txBody>
      </p:sp>
    </p:spTree>
    <p:extLst>
      <p:ext uri="{BB962C8B-B14F-4D97-AF65-F5344CB8AC3E}">
        <ns3:creationId val="1577920055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/>
          </a:p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/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AF3D3D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/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/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noFill/>
          <a:ln w="19943">
            <a:solidFill>
              <a:srgbClr val="173D67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EEF3F8"/>
          </a:solidFill>
          <a:ln w="19050">
            <a:solidFill>
              <a:srgbClr val="173D67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1273">
            <a:solidFill>
              <a:srgbClr val="173D67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5D7795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173D67"/>
          </a:solidFill>
          <a:ln w="19943">
            <a:solidFill>
              <a:srgbClr val="173D67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173D67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502">
            <a:solidFill>
              <a:srgbClr val="173D67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3335">
            <a:solidFill>
              <a:srgbClr val="173D67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noFill/>
          <a:ln w="12502">
            <a:solidFill>
              <a:srgbClr val="173D67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173D67"/>
          </a:solidFill>
          <a:ln w="14288">
            <a:noFill/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F3D3D"/>
          </a:solidFill>
          <a:ln w="14288">
            <a:noFill/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14</a:t>
            </a:r>
            <a:endParaRPr/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14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