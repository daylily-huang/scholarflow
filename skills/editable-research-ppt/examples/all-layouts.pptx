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8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EF3F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b70eeec2696d4581" /><Relationship Type="http://schemas.openxmlformats.org/officeDocument/2006/relationships/notesMaster" Target="/ppt/notesMasters/notesMaster1.xml" Id="Rafb4a98151eb46f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567c83f4b6a4b74" /><Relationship Type="http://schemas.openxmlformats.org/officeDocument/2006/relationships/notesMaster" Target="/ppt/notesMasters/notesMaster1.xml" Id="R0926ce8f21de4b11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fc6e8ac78c5545a3" /><Relationship Type="http://schemas.openxmlformats.org/officeDocument/2006/relationships/notesMaster" Target="/ppt/notesMasters/notesMaster1.xml" Id="Rf0bb6a315779480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1799d7d8e3843f1" /><Relationship Type="http://schemas.openxmlformats.org/officeDocument/2006/relationships/notesMaster" Target="/ppt/notesMasters/notesMaster1.xml" Id="R5ce3b7a540304d6b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114553076e04493d" /><Relationship Type="http://schemas.openxmlformats.org/officeDocument/2006/relationships/notesMaster" Target="/ppt/notesMasters/notesMaster1.xml" Id="Rca58bf0f836b409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2e71f6aa53874f33" /><Relationship Type="http://schemas.openxmlformats.org/officeDocument/2006/relationships/notesMaster" Target="/ppt/notesMasters/notesMaster1.xml" Id="Rbc334885f09040c8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d0cc5ea8d0c74a67" /><Relationship Type="http://schemas.openxmlformats.org/officeDocument/2006/relationships/notesMaster" Target="/ppt/notesMasters/notesMaster1.xml" Id="Reeaf5a3cd56d419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4e15e69f21a4d07" /><Relationship Type="http://schemas.openxmlformats.org/officeDocument/2006/relationships/notesMaster" Target="/ppt/notesMasters/notesMaster1.xml" Id="R146efe84a7b445ef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4cf529f6e1c7487c" /><Relationship Type="http://schemas.openxmlformats.org/officeDocument/2006/relationships/notesMaster" Target="/ppt/notesMasters/notesMaster1.xml" Id="Rf4725e725510477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1a98765aa4d045e3" /><Relationship Type="http://schemas.openxmlformats.org/officeDocument/2006/relationships/notesMaster" Target="/ppt/notesMasters/notesMaster1.xml" Id="Rf71fc11f984e4167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cabf86a481cf4e46" /><Relationship Type="http://schemas.openxmlformats.org/officeDocument/2006/relationships/notesMaster" Target="/ppt/notesMasters/notesMaster1.xml" Id="Rfdb328f4526545f4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L7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2.xml" Id="Rd2fd00bda74e4d93" /><Relationship Type="http://schemas.openxmlformats.org/officeDocument/2006/relationships/chart" Target="/ppt/charts/chart3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4.xml" Id="R9e4b51eb44254abd" /><Relationship Type="http://schemas.openxmlformats.org/officeDocument/2006/relationships/chart" Target="/ppt/charts/chart5.xml" Id="Rc49d4862ef9e4b9a" /><Relationship Type="http://schemas.openxmlformats.org/officeDocument/2006/relationships/notesSlide" Target="/ppt/notesSlides/notesSlide3.xml" Id="R62c7711b81c24dd0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4.xml" Id="Rece6f4e963464ce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5.xml" Id="R68f0df05906a4f2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6.xml" Id="Rbb57f2fd412e4e6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7.xml" Id="Rc3ff8a46e50b487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6.xml" Id="Rb01c90e26ef64a2d" /><Relationship Type="http://schemas.openxmlformats.org/officeDocument/2006/relationships/notesSlide" Target="/ppt/notesSlides/notesSlide8.xml" Id="R198bc451e3ed49d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9.xml" Id="R4ef68450f9d14d7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7.xml" Id="R131fe6ba7eb5426e" /><Relationship Type="http://schemas.openxmlformats.org/officeDocument/2006/relationships/chart" Target="/ppt/charts/chart8.xml" Id="R272f144416c24f5b" /><Relationship Type="http://schemas.openxmlformats.org/officeDocument/2006/relationships/notesSlide" Target="/ppt/notesSlides/notesSlide10.xml" Id="Re932ae2421e947e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11.xml" Id="R0674bcd17bcf4ba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12.xml" Id="Rb9024c2dfc9c419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13.xml" Id="R2032e172c9364bb7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14.xml" Id="R42f6f6e0deef48f7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2286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360902" y="11069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427768" y="10734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25196" y="114033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533210" y="112747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6858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000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整合相机与样点记录，保留来源与时间</a:t>
            </a:r>
            <a:endParaRPr/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25113" y="2158079"/>
            <a:ext cx="483299" cy="342805"/>
          </a:xfrm>
          <a:prstGeom prst="roundRect">
            <a:avLst>
              <a:gd name="adj" fmla="val 22228"/>
            </a:avLst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671227" y="2085023"/>
            <a:ext cx="185452" cy="95536"/>
          </a:xfrm>
          <a:prstGeom prst="roundRect">
            <a:avLst>
              <a:gd name="adj" fmla="val 50000"/>
            </a:avLst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665607" y="2231136"/>
            <a:ext cx="202311" cy="202311"/>
          </a:xfrm>
          <a:prstGeom prst="ellipse">
            <a:avLst/>
          </a:prstGeom>
          <a:noFill/>
          <a:ln w="17562">
            <a:solidFill>
              <a:srgbClr val="173D67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01637" y="2203037"/>
            <a:ext cx="44958" cy="44958"/>
          </a:xfrm>
          <a:prstGeom prst="ellipse">
            <a:avLst/>
          </a:prstGeom>
          <a:solidFill>
            <a:srgbClr val="173D67"/>
          </a:solidFill>
          <a:ln w="17562">
            <a:solidFill>
              <a:srgbClr val="173D67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09675" y="2276475"/>
            <a:ext cx="514350" cy="15240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1974342" y="2133791"/>
            <a:ext cx="375666" cy="348044"/>
          </a:xfrm>
          <a:prstGeom prst="can">
            <a:avLst/>
          </a:prstGeom>
          <a:noFill/>
          <a:ln w="17264">
            <a:solidFill>
              <a:srgbClr val="173D67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8415">
            <a:solidFill>
              <a:srgbClr val="173D67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885950" y="2028825"/>
            <a:ext cx="552450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8415">
            <a:solidFill>
              <a:srgbClr val="173D67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342900" y="2695575"/>
          <a:ext cx="3686175" cy="523875"/>
        </p:xfrm>
        <a:graphic>
          <a:graphicData uri="http://schemas.openxmlformats.org/drawingml/2006/table">
            <a:tbl>
              <a:tblPr/>
              <a:tblGrid>
                <a:gridCol w="1228725"/>
                <a:gridCol w="1228725"/>
                <a:gridCol w="1228725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9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39100" y="971550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48625" y="981075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53400" y="104775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68831" y="11249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51127" y="106060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51425" y="110690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312849" y="124320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97120" y="124063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96300" y="1038225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210550" y="1457325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201025" y="2085975"/>
            <a:ext cx="904875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0163">
            <a:solidFill>
              <a:srgbClr val="173D67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55318" y="2357438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44878" y="2131219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97779" y="2294096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62048" y="2773680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54854" y="2764631"/>
            <a:ext cx="126683" cy="126683"/>
          </a:xfrm>
          <a:prstGeom prst="ellipse">
            <a:avLst/>
          </a:prstGeom>
          <a:solidFill>
            <a:srgbClr val="FFFFFF"/>
          </a:solidFill>
          <a:ln w="28277">
            <a:solidFill>
              <a:srgbClr val="173D67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305925" y="1990725"/>
          <a:ext cx="2514600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110597" y="304800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808845" y="1857375"/>
            <a:ext cx="100584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391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79118" y="3807143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963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2105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410575" y="4905375"/>
            <a:ext cx="685800" cy="685800"/>
          </a:xfrm>
          <a:prstGeom prst="ellipse">
            <a:avLst/>
          </a:prstGeom>
          <a:noFill/>
          <a:ln w="26789">
            <a:solidFill>
              <a:srgbClr val="173D67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324850" y="4819650"/>
            <a:ext cx="857250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67850" y="49530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6012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67850" y="52578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6012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67850" y="55626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6012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228600" y="3705225"/>
            <a:ext cx="39243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238125" y="3714750"/>
            <a:ext cx="39052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389192" y="3812286"/>
            <a:ext cx="167164" cy="200597"/>
          </a:xfrm>
          <a:prstGeom prst="roundRect">
            <a:avLst>
              <a:gd name="adj" fmla="val 45584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432911" y="3794284"/>
            <a:ext cx="77153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342900" y="3781425"/>
            <a:ext cx="25717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5909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668655" y="4922520"/>
            <a:ext cx="557213" cy="668655"/>
          </a:xfrm>
          <a:prstGeom prst="roundRect">
            <a:avLst>
              <a:gd name="adj" fmla="val 13675"/>
            </a:avLst>
          </a:prstGeom>
          <a:noFill/>
          <a:ln w="26789">
            <a:solidFill>
              <a:srgbClr val="173D67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14388" y="4862513"/>
            <a:ext cx="257175" cy="1285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6789">
            <a:solidFill>
              <a:srgbClr val="173D67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14350" y="4819650"/>
            <a:ext cx="857250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8575">
            <a:solidFill>
              <a:srgbClr val="173D67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790700" y="48577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790700" y="51625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657350" y="5562600"/>
            <a:ext cx="47625" cy="47625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790700" y="5467350"/>
            <a:ext cx="22002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4246" y="2010691"/>
            <a:ext cx="286703" cy="203359"/>
          </a:xfrm>
          <a:prstGeom prst="roundRect">
            <a:avLst>
              <a:gd name="adj" fmla="val 37471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0923" y="1967352"/>
            <a:ext cx="110014" cy="56674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7590" y="2054029"/>
            <a:ext cx="120015" cy="120015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607" y="2037361"/>
            <a:ext cx="26670" cy="26670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42285" y="2324539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E5E81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67136" y="3261060"/>
            <a:ext cx="33337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87138" y="3361072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93818" y="3277728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23834" y="3337736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73828" y="3514425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23809" y="3511091"/>
            <a:ext cx="46673" cy="46673"/>
          </a:xfrm>
          <a:prstGeom prst="ellipse">
            <a:avLst/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38511" y="365158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67F9B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3428" y="4690623"/>
            <a:ext cx="266700" cy="266700"/>
          </a:xfrm>
          <a:prstGeom prst="ellipse">
            <a:avLst/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0090" y="4657286"/>
            <a:ext cx="33337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1465" y="5047811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295775" y="1752600"/>
            <a:ext cx="3600450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DA0B5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03872" y="3370245"/>
            <a:ext cx="216694" cy="260033"/>
          </a:xfrm>
          <a:prstGeom prst="roundRect">
            <a:avLst>
              <a:gd name="adj" fmla="val 35165"/>
            </a:avLst>
          </a:prstGeom>
          <a:noFill/>
          <a:ln w="12383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60546" y="3346909"/>
            <a:ext cx="100013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43864" y="3330240"/>
            <a:ext cx="33337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FFFFFF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15239" y="3720765"/>
            <a:ext cx="123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53025" y="3095625"/>
            <a:ext cx="18859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验证结果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/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228600" y="91440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295275" y="1104900"/>
            <a:ext cx="209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228600" y="2571750"/>
            <a:ext cx="342900" cy="1190625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295275" y="2762250"/>
            <a:ext cx="209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228600" y="3962400"/>
            <a:ext cx="342900" cy="2152650"/>
          </a:xfrm>
          <a:prstGeom prst="roundRect">
            <a:avLst>
              <a:gd name="adj" fmla="val 22222"/>
            </a:avLst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295275" y="4152900"/>
            <a:ext cx="2095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899446" y="11455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20794" y="10848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16127" y="1206246"/>
            <a:ext cx="168021" cy="16802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212152" y="1182910"/>
            <a:ext cx="37338" cy="37338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51447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/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1447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20521" y="185699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249299" y="179260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244346" y="192138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452372" y="189661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28469" y="178269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367153" y="189166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14550" y="174307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52775" y="1743075"/>
            <a:ext cx="495300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50895" y="1861947"/>
            <a:ext cx="108966" cy="108966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05325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48200" y="103822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22876" y="1061561"/>
            <a:ext cx="322040" cy="289370"/>
          </a:xfrm>
          <a:prstGeom prst="cloud">
            <a:avLst/>
          </a:prstGeom>
          <a:solidFill>
            <a:srgbClr val="748BA4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295900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/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/>
          <a:stretch/>
        </p:blipFill>
        <p:spPr>
          <a:xfrm>
            <a:off x="5741194" y="1657350"/>
            <a:ext cx="957263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86750" y="914400"/>
            <a:ext cx="3648075" cy="142875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429625" y="10382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616315" y="1150239"/>
            <a:ext cx="102680" cy="102680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9077325" y="1038225"/>
            <a:ext cx="264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77325" y="14287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63125" y="1874901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63125" y="17566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63125" y="1638300"/>
            <a:ext cx="657225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25830" y="2843689"/>
            <a:ext cx="291465" cy="270034"/>
          </a:xfrm>
          <a:prstGeom prst="can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428625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/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32371" y="2843689"/>
            <a:ext cx="317183" cy="300038"/>
          </a:xfrm>
          <a:prstGeom prst="roundRect">
            <a:avLst>
              <a:gd name="adj" fmla="val 25397"/>
            </a:avLst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676650" y="2762250"/>
            <a:ext cx="428625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783806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783806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873818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873818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63829" y="2972276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63829" y="3062288"/>
            <a:ext cx="38576" cy="3857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100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/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21768" y="28908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8928" y="27836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26091" y="28608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61798" y="30880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8916" y="30837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/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58313" y="2805113"/>
            <a:ext cx="342900" cy="342900"/>
          </a:xfrm>
          <a:prstGeom prst="ellipse">
            <a:avLst/>
          </a:prstGeom>
          <a:noFill/>
          <a:ln w="13395">
            <a:solidFill>
              <a:srgbClr val="173D67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315450" y="2762250"/>
            <a:ext cx="428625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48850" y="27241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/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147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41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53500" y="2981325"/>
            <a:ext cx="24765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29000" y="3457575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650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65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742950" y="4324350"/>
          <a:ext cx="5467350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43525" y="44386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67300" y="475297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43525" y="46672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4925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9850" y="4324350"/>
          <a:ext cx="5467350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69402" y="5915025"/>
            <a:ext cx="2733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原始记录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/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228600" y="1057275"/>
            <a:ext cx="5143500" cy="36195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3810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/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044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8431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427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0814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383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1809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196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8765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192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579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228600" y="2562225"/>
          <a:ext cx="5143500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9900" y="1057275"/>
            <a:ext cx="5143500" cy="361950"/>
          </a:xfrm>
          <a:prstGeom prst="rect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723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957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344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340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727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722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9109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10105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1492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718EAA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718EAA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7061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9900" y="2562225"/>
          <a:ext cx="5143500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59196" y="168554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87974" y="162115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3021" y="1749933"/>
            <a:ext cx="178308" cy="178308"/>
          </a:xfrm>
          <a:prstGeom prst="ellipse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047" y="1725168"/>
            <a:ext cx="39624" cy="39624"/>
          </a:xfrm>
          <a:prstGeom prst="ellipse">
            <a:avLst/>
          </a:prstGeom>
          <a:solidFill>
            <a:srgbClr val="173D67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0675" y="211455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3773" y="2684907"/>
            <a:ext cx="336804" cy="312039"/>
          </a:xfrm>
          <a:prstGeom prst="can">
            <a:avLst/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0675" y="31337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3679" y="3669411"/>
            <a:ext cx="321945" cy="386334"/>
          </a:xfrm>
          <a:prstGeom prst="roundRect">
            <a:avLst>
              <a:gd name="adj" fmla="val 23669"/>
            </a:avLst>
          </a:prstGeom>
          <a:noFill/>
          <a:ln w="15478">
            <a:solidFill>
              <a:srgbClr val="173D67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897880" y="3634740"/>
            <a:ext cx="148590" cy="742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478">
            <a:solidFill>
              <a:srgbClr val="173D67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510">
            <a:solidFill>
              <a:srgbClr val="173D67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0675" y="41529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228600" y="4667250"/>
          <a:ext cx="11734800" cy="11811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228600" y="5915025"/>
            <a:ext cx="1173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均匀度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/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457200" y="1076325"/>
            <a:ext cx="466725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643890" y="1188339"/>
            <a:ext cx="102680" cy="102680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0858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0858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395121" y="1183672"/>
            <a:ext cx="401384" cy="284702"/>
          </a:xfrm>
          <a:prstGeom prst="roundRect">
            <a:avLst>
              <a:gd name="adj" fmla="val 26765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16469" y="1122998"/>
            <a:ext cx="154019" cy="79343"/>
          </a:xfrm>
          <a:prstGeom prst="roundRect">
            <a:avLst>
              <a:gd name="adj" fmla="val 50000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11802" y="1244346"/>
            <a:ext cx="168021" cy="16802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07827" y="1221010"/>
            <a:ext cx="37338" cy="37338"/>
          </a:xfrm>
          <a:prstGeom prst="ellipse">
            <a:avLst/>
          </a:prstGeom>
          <a:solidFill>
            <a:srgbClr val="173D67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499110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499110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53050" y="1828800"/>
            <a:ext cx="2886075" cy="952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51711" y="1132332"/>
            <a:ext cx="303371" cy="364046"/>
          </a:xfrm>
          <a:prstGeom prst="roundRect">
            <a:avLst>
              <a:gd name="adj" fmla="val 25118"/>
            </a:avLst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31054" y="1099661"/>
            <a:ext cx="140018" cy="7000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67700" y="1076325"/>
            <a:ext cx="466725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96350" y="10572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96350" y="14287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228600" y="2190750"/>
            <a:ext cx="7477125" cy="387667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238125" y="2200275"/>
            <a:ext cx="745807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02050" y="2287524"/>
            <a:ext cx="69437" cy="115729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474059" y="2344103"/>
            <a:ext cx="77153" cy="115729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342900" y="2266950"/>
            <a:ext cx="25717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690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361950" y="2686050"/>
          <a:ext cx="7210425" cy="2781300"/>
        </p:xfrm>
        <a:graphic>
          <a:graphicData uri="http://schemas.openxmlformats.org/drawingml/2006/table">
            <a:tbl>
              <a:tblPr/>
              <a:tblGrid>
                <a:gridCol w="1201738"/>
                <a:gridCol w="1201738"/>
                <a:gridCol w="1201738"/>
                <a:gridCol w="1201738"/>
                <a:gridCol w="1201738"/>
                <a:gridCol w="1201738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F3D3D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718EAA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718EAA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718EAA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73D67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25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AF3D3D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4067175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905750" y="2200275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8023384" y="2284952"/>
            <a:ext cx="231458" cy="210884"/>
          </a:xfrm>
          <a:prstGeom prst="triangle">
            <a:avLst/>
          </a:prstGeom>
          <a:solidFill>
            <a:srgbClr val="AF3D3D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95393" y="2338959"/>
            <a:ext cx="90011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53425" y="2257425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86725" y="26765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86725" y="3019425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96225" y="3686175"/>
            <a:ext cx="406717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905750" y="3695700"/>
            <a:ext cx="40481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43958" y="3811238"/>
            <a:ext cx="190310" cy="180023"/>
          </a:xfrm>
          <a:prstGeom prst="roundRect">
            <a:avLst>
              <a:gd name="adj" fmla="val 42328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8010525" y="3762375"/>
            <a:ext cx="25717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74819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74819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28826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28826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82832" y="3888391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82832" y="3942398"/>
            <a:ext cx="23146" cy="2314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53425" y="3752850"/>
            <a:ext cx="3495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58150" y="48006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77250" y="4772025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58150" y="5362575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3286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/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/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  <a:endParaRPr/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/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/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/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/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228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  <a:endParaRPr/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icon-search-414">
            <a:extLst>
              <a:ext uri="{FF2B5EF4-FFF2-40B4-BE49-F238E27FC236}">
                <ns2:creationId id="{E9B27E86-BC2D-4B86-998F-8E7F367E4E0A}"/>
              </a:ext>
            </a:extLst>
          </p:cNvPr>
          <p:cNvSpPr>
            <a:spLocks noGrp="1"/>
          </p:cNvSpPr>
          <p:nvPr/>
        </p:nvSpPr>
        <p:spPr>
          <a:xfrm>
            <a:off x="3549015" y="1291590"/>
            <a:ext cx="364617" cy="364617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13" name="vector-415">
            <a:extLst>
              <a:ext uri="{FF2B5EF4-FFF2-40B4-BE49-F238E27FC236}">
                <ns2:creationId id="{1361D651-C4D6-4136-97A5-0A735DDD08A1}"/>
              </a:ext>
            </a:extLst>
          </p:cNvPr>
          <p:cNvSpPr>
            <a:spLocks noGrp="1"/>
          </p:cNvSpPr>
          <p:nvPr/>
        </p:nvSpPr>
        <p:spPr>
          <a:xfrm>
            <a:off x="3486150" y="1228725"/>
            <a:ext cx="628650" cy="6286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4400550" y="104775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  <a:endParaRPr/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  <a:endParaRPr/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4400550" y="17716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/>
          </a:p>
        </p:txBody>
      </p:sp>
      <p:sp>
        <p:nvSpPr>
          <p:cNvPr id="17" name="vector-419">
            <a:extLst>
              <a:ext uri="{FF2B5EF4-FFF2-40B4-BE49-F238E27FC236}">
                <ns2:creationId id="{862E0016-E467-4736-B03B-B65450CE6CEC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8" name="vector-420">
            <a:extLst>
              <a:ext uri="{FF2B5EF4-FFF2-40B4-BE49-F238E27FC236}">
                <ns2:creationId id="{93506795-C9AE-403F-AC66-CA601CD6DCC0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19" name="vector-421">
            <a:extLst>
              <a:ext uri="{FF2B5EF4-FFF2-40B4-BE49-F238E27FC236}">
                <ns2:creationId id="{2E28A752-C39E-4029-86F5-C6D2689405EB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20" name="icon-map-422">
            <a:extLst>
              <a:ext uri="{FF2B5EF4-FFF2-40B4-BE49-F238E27FC236}">
                <ns2:creationId id="{414B342A-2C0C-46C9-BC49-E7EAC63A25DC}"/>
              </a:ext>
            </a:extLst>
          </p:cNvPr>
          <p:cNvSpPr>
            <a:spLocks noGrp="1"/>
          </p:cNvSpPr>
          <p:nvPr/>
        </p:nvSpPr>
        <p:spPr>
          <a:xfrm>
            <a:off x="10572750" y="1362075"/>
            <a:ext cx="157163" cy="157163"/>
          </a:xfrm>
          <a:prstGeom prst="ellipse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4" name="vector-426">
            <a:extLst>
              <a:ext uri="{FF2B5EF4-FFF2-40B4-BE49-F238E27FC236}">
                <ns2:creationId id="{F2CE6128-A074-4583-BB41-57903D6ADB7A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5" name="vector-427">
            <a:extLst>
              <a:ext uri="{FF2B5EF4-FFF2-40B4-BE49-F238E27FC236}">
                <ns2:creationId id="{F685102A-423E-4D8B-85CC-497207913A84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6" name="vector-428">
            <a:extLst>
              <a:ext uri="{FF2B5EF4-FFF2-40B4-BE49-F238E27FC236}">
                <ns2:creationId id="{F1768F92-B007-4547-A707-B5D7E9583921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7" name="vector-429">
            <a:extLst>
              <a:ext uri="{FF2B5EF4-FFF2-40B4-BE49-F238E27FC236}">
                <ns2:creationId id="{D4B54F1C-CC6C-4B42-9807-BC5E59850B32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8" name="vector-430">
            <a:extLst>
              <a:ext uri="{FF2B5EF4-FFF2-40B4-BE49-F238E27FC236}">
                <ns2:creationId id="{B3B9406C-1241-41C6-AF73-6421B82D121D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9" name="vector-431">
            <a:extLst>
              <a:ext uri="{FF2B5EF4-FFF2-40B4-BE49-F238E27FC236}">
                <ns2:creationId id="{4F0A9F1A-59CF-4673-BE30-C2CE7643C09B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0" name="vector-432">
            <a:extLst>
              <a:ext uri="{FF2B5EF4-FFF2-40B4-BE49-F238E27FC236}">
                <ns2:creationId id="{2423CD03-E5E9-407C-9990-524D9D2118C8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1" name="icon-network-433">
            <a:extLst>
              <a:ext uri="{FF2B5EF4-FFF2-40B4-BE49-F238E27FC236}">
                <ns2:creationId id="{7A8D7D8B-8E5B-4E33-B693-B46E718006F0}"/>
              </a:ext>
            </a:extLst>
          </p:cNvPr>
          <p:cNvSpPr>
            <a:spLocks noGrp="1"/>
          </p:cNvSpPr>
          <p:nvPr/>
        </p:nvSpPr>
        <p:spPr>
          <a:xfrm>
            <a:off x="3523869" y="2741295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2" name="icon-network-434">
            <a:extLst>
              <a:ext uri="{FF2B5EF4-FFF2-40B4-BE49-F238E27FC236}">
                <ns2:creationId id="{F77E57B0-B475-4A26-B3DD-46932E49A58C}"/>
              </a:ext>
            </a:extLst>
          </p:cNvPr>
          <p:cNvSpPr>
            <a:spLocks noGrp="1"/>
          </p:cNvSpPr>
          <p:nvPr/>
        </p:nvSpPr>
        <p:spPr>
          <a:xfrm>
            <a:off x="3725037" y="2584133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3" name="icon-network-435">
            <a:extLst>
              <a:ext uri="{FF2B5EF4-FFF2-40B4-BE49-F238E27FC236}">
                <ns2:creationId id="{BADF870F-A5C9-4CDC-AF9B-30390E932D22}"/>
              </a:ext>
            </a:extLst>
          </p:cNvPr>
          <p:cNvSpPr>
            <a:spLocks noGrp="1"/>
          </p:cNvSpPr>
          <p:nvPr/>
        </p:nvSpPr>
        <p:spPr>
          <a:xfrm>
            <a:off x="3970211" y="2697290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4" name="icon-network-436">
            <a:extLst>
              <a:ext uri="{FF2B5EF4-FFF2-40B4-BE49-F238E27FC236}">
                <ns2:creationId id="{248985D9-942D-4ABA-B4A3-C56E6CA46B4A}"/>
              </a:ext>
            </a:extLst>
          </p:cNvPr>
          <p:cNvSpPr>
            <a:spLocks noGrp="1"/>
          </p:cNvSpPr>
          <p:nvPr/>
        </p:nvSpPr>
        <p:spPr>
          <a:xfrm>
            <a:off x="3875913" y="3030474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5" name="icon-network-437">
            <a:extLst>
              <a:ext uri="{FF2B5EF4-FFF2-40B4-BE49-F238E27FC236}">
                <ns2:creationId id="{F9ED4141-57D4-460F-9A4D-37102D45B34D}"/>
              </a:ext>
            </a:extLst>
          </p:cNvPr>
          <p:cNvSpPr>
            <a:spLocks noGrp="1"/>
          </p:cNvSpPr>
          <p:nvPr/>
        </p:nvSpPr>
        <p:spPr>
          <a:xfrm>
            <a:off x="3593021" y="3024188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4400550" y="237172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  <a:endParaRPr/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4400550" y="2781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  <a:endParaRPr/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4400550" y="30956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/>
          </a:p>
        </p:txBody>
      </p:sp>
      <p:sp>
        <p:nvSpPr>
          <p:cNvPr id="39" name="vector-441">
            <a:extLst>
              <a:ext uri="{FF2B5EF4-FFF2-40B4-BE49-F238E27FC236}">
                <ns2:creationId id="{E23E83BC-F8F8-45D8-9E37-1EF2D674F81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0" name="vector-442">
            <a:extLst>
              <a:ext uri="{FF2B5EF4-FFF2-40B4-BE49-F238E27FC236}">
                <ns2:creationId id="{F205B77D-A136-4935-8261-712C9705F63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1" name="vector-443">
            <a:extLst>
              <a:ext uri="{FF2B5EF4-FFF2-40B4-BE49-F238E27FC236}">
                <ns2:creationId id="{C3A7CEF4-CA71-4C70-8DC6-91203D9802FF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2" name="vector-444">
            <a:extLst>
              <a:ext uri="{FF2B5EF4-FFF2-40B4-BE49-F238E27FC236}">
                <ns2:creationId id="{9859D7A4-2BA9-48B2-9932-BCA63C09196D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3" name="vector-445">
            <a:extLst>
              <a:ext uri="{FF2B5EF4-FFF2-40B4-BE49-F238E27FC236}">
                <ns2:creationId id="{40505FE0-D1E7-4110-9572-D3D2DB6EDAF6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4" name="vector-446">
            <a:extLst>
              <a:ext uri="{FF2B5EF4-FFF2-40B4-BE49-F238E27FC236}">
                <ns2:creationId id="{0F5435CA-28C2-47FA-8E88-33F2787A87C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5" name="vector-447">
            <a:extLst>
              <a:ext uri="{FF2B5EF4-FFF2-40B4-BE49-F238E27FC236}">
                <ns2:creationId id="{60656717-BB19-481B-AAC4-3B4986D18545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6" name="icon-network-448">
            <a:extLst>
              <a:ext uri="{FF2B5EF4-FFF2-40B4-BE49-F238E27FC236}">
                <ns2:creationId id="{A4A0CCF1-61B2-496A-8D55-38539C4B1FE2}"/>
              </a:ext>
            </a:extLst>
          </p:cNvPr>
          <p:cNvSpPr>
            <a:spLocks noGrp="1"/>
          </p:cNvSpPr>
          <p:nvPr/>
        </p:nvSpPr>
        <p:spPr>
          <a:xfrm>
            <a:off x="10329863" y="2728913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7" name="icon-network-449">
            <a:extLst>
              <a:ext uri="{FF2B5EF4-FFF2-40B4-BE49-F238E27FC236}">
                <ns2:creationId id="{034FC972-A223-4F35-AEFB-5E037623C4D6}"/>
              </a:ext>
            </a:extLst>
          </p:cNvPr>
          <p:cNvSpPr>
            <a:spLocks noGrp="1"/>
          </p:cNvSpPr>
          <p:nvPr/>
        </p:nvSpPr>
        <p:spPr>
          <a:xfrm>
            <a:off x="10558463" y="2550319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8" name="icon-network-450">
            <a:extLst>
              <a:ext uri="{FF2B5EF4-FFF2-40B4-BE49-F238E27FC236}">
                <ns2:creationId id="{3C031498-0353-4F9A-B503-B6C3DF0F6F26}"/>
              </a:ext>
            </a:extLst>
          </p:cNvPr>
          <p:cNvSpPr>
            <a:spLocks noGrp="1"/>
          </p:cNvSpPr>
          <p:nvPr/>
        </p:nvSpPr>
        <p:spPr>
          <a:xfrm>
            <a:off x="10837069" y="2678906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9" name="icon-network-451">
            <a:extLst>
              <a:ext uri="{FF2B5EF4-FFF2-40B4-BE49-F238E27FC236}">
                <ns2:creationId id="{DB0E4AE5-BE99-494D-A467-B5D3CE7F310F}"/>
              </a:ext>
            </a:extLst>
          </p:cNvPr>
          <p:cNvSpPr>
            <a:spLocks noGrp="1"/>
          </p:cNvSpPr>
          <p:nvPr/>
        </p:nvSpPr>
        <p:spPr>
          <a:xfrm>
            <a:off x="10729913" y="3057525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0" name="icon-network-452">
            <a:extLst>
              <a:ext uri="{FF2B5EF4-FFF2-40B4-BE49-F238E27FC236}">
                <ns2:creationId id="{39FA5BE8-BCDE-4ADB-9F8F-A9636D75F61F}"/>
              </a:ext>
            </a:extLst>
          </p:cNvPr>
          <p:cNvSpPr>
            <a:spLocks noGrp="1"/>
          </p:cNvSpPr>
          <p:nvPr/>
        </p:nvSpPr>
        <p:spPr>
          <a:xfrm>
            <a:off x="10408444" y="3050381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4" name="vector-456">
            <a:extLst>
              <a:ext uri="{FF2B5EF4-FFF2-40B4-BE49-F238E27FC236}">
                <ns2:creationId id="{5E8C059C-C0E9-4F29-B2D2-F3F5DC9F0F0A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5" name="vector-457">
            <a:extLst>
              <a:ext uri="{FF2B5EF4-FFF2-40B4-BE49-F238E27FC236}">
                <ns2:creationId id="{01724596-FECB-411C-A1FA-80EDE5F48AAF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6" name="icon-chart-458">
            <a:extLst>
              <a:ext uri="{FF2B5EF4-FFF2-40B4-BE49-F238E27FC236}">
                <ns2:creationId id="{68B2B6B0-79C7-446D-912A-15E217C1E79F}"/>
              </a:ext>
            </a:extLst>
          </p:cNvPr>
          <p:cNvSpPr>
            <a:spLocks noGrp="1"/>
          </p:cNvSpPr>
          <p:nvPr/>
        </p:nvSpPr>
        <p:spPr>
          <a:xfrm>
            <a:off x="3643313" y="4216146"/>
            <a:ext cx="81725" cy="207455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7" name="icon-chart-459">
            <a:extLst>
              <a:ext uri="{FF2B5EF4-FFF2-40B4-BE49-F238E27FC236}">
                <ns2:creationId id="{B9A58386-4793-4C6D-A662-A362F3ECCD6C}"/>
              </a:ext>
            </a:extLst>
          </p:cNvPr>
          <p:cNvSpPr>
            <a:spLocks noGrp="1"/>
          </p:cNvSpPr>
          <p:nvPr/>
        </p:nvSpPr>
        <p:spPr>
          <a:xfrm>
            <a:off x="3781616" y="4102989"/>
            <a:ext cx="81725" cy="320611"/>
          </a:xfrm>
          <a:prstGeom prst="rect">
            <a:avLst/>
          </a:prstGeom>
          <a:solidFill>
            <a:srgbClr val="5D7795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8" name="icon-chart-460">
            <a:extLst>
              <a:ext uri="{FF2B5EF4-FFF2-40B4-BE49-F238E27FC236}">
                <ns2:creationId id="{03547E8A-AAB5-4FC4-AFEE-C00FB0349216}"/>
              </a:ext>
            </a:extLst>
          </p:cNvPr>
          <p:cNvSpPr>
            <a:spLocks noGrp="1"/>
          </p:cNvSpPr>
          <p:nvPr/>
        </p:nvSpPr>
        <p:spPr>
          <a:xfrm>
            <a:off x="3919919" y="3977259"/>
            <a:ext cx="81725" cy="446342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4400550" y="41052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  <a:endParaRPr/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4400550" y="44196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/>
          </a:p>
        </p:txBody>
      </p:sp>
      <p:sp>
        <p:nvSpPr>
          <p:cNvPr id="62" name="vector-464">
            <a:extLst>
              <a:ext uri="{FF2B5EF4-FFF2-40B4-BE49-F238E27FC236}">
                <ns2:creationId id="{100ACADE-E1EA-42BE-83D3-DDC3E2D52664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3" name="vector-465">
            <a:extLst>
              <a:ext uri="{FF2B5EF4-FFF2-40B4-BE49-F238E27FC236}">
                <ns2:creationId id="{7741118D-8CEC-480E-A1D3-BE0A1EAF70F6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4" name="icon-chart-466">
            <a:extLst>
              <a:ext uri="{FF2B5EF4-FFF2-40B4-BE49-F238E27FC236}">
                <ns2:creationId id="{15E33CF9-7F9A-4CF6-B5CB-F394FED53C9B}"/>
              </a:ext>
            </a:extLst>
          </p:cNvPr>
          <p:cNvSpPr>
            <a:spLocks noGrp="1"/>
          </p:cNvSpPr>
          <p:nvPr/>
        </p:nvSpPr>
        <p:spPr>
          <a:xfrm>
            <a:off x="10465594" y="4224338"/>
            <a:ext cx="92869" cy="235744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5" name="icon-chart-467">
            <a:extLst>
              <a:ext uri="{FF2B5EF4-FFF2-40B4-BE49-F238E27FC236}">
                <ns2:creationId id="{79EA0860-7559-4F37-A617-495D86041E64}"/>
              </a:ext>
            </a:extLst>
          </p:cNvPr>
          <p:cNvSpPr>
            <a:spLocks noGrp="1"/>
          </p:cNvSpPr>
          <p:nvPr/>
        </p:nvSpPr>
        <p:spPr>
          <a:xfrm>
            <a:off x="10622756" y="4095750"/>
            <a:ext cx="92869" cy="364331"/>
          </a:xfrm>
          <a:prstGeom prst="rect">
            <a:avLst/>
          </a:prstGeom>
          <a:solidFill>
            <a:srgbClr val="5D7795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6" name="icon-chart-468">
            <a:extLst>
              <a:ext uri="{FF2B5EF4-FFF2-40B4-BE49-F238E27FC236}">
                <ns2:creationId id="{E558A2C5-2DEB-4B34-B66E-4031B153060F}"/>
              </a:ext>
            </a:extLst>
          </p:cNvPr>
          <p:cNvSpPr>
            <a:spLocks noGrp="1"/>
          </p:cNvSpPr>
          <p:nvPr/>
        </p:nvSpPr>
        <p:spPr>
          <a:xfrm>
            <a:off x="10779919" y="3952875"/>
            <a:ext cx="92869" cy="507206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0" name="icon-compass-472">
            <a:extLst>
              <a:ext uri="{FF2B5EF4-FFF2-40B4-BE49-F238E27FC236}">
                <ns2:creationId id="{ABCFF073-B47D-48C3-A11A-6204CCD314B2}"/>
              </a:ext>
            </a:extLst>
          </p:cNvPr>
          <p:cNvSpPr>
            <a:spLocks noGrp="1"/>
          </p:cNvSpPr>
          <p:nvPr/>
        </p:nvSpPr>
        <p:spPr>
          <a:xfrm>
            <a:off x="3523869" y="5238369"/>
            <a:ext cx="553212" cy="553212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71" name="vector-473">
            <a:extLst>
              <a:ext uri="{FF2B5EF4-FFF2-40B4-BE49-F238E27FC236}">
                <ns2:creationId id="{DCC11D7A-4DF3-42C2-80E1-B8100EC134DC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2" name="vector-474">
            <a:extLst>
              <a:ext uri="{FF2B5EF4-FFF2-40B4-BE49-F238E27FC236}">
                <ns2:creationId id="{9BE98EA5-54C2-46D1-930A-F858266E4C0F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4400550" y="501967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  <a:endParaRPr/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4400550" y="5429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  <a:endParaRPr/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4400550" y="57435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/>
          </a:p>
        </p:txBody>
      </p:sp>
      <p:sp>
        <p:nvSpPr>
          <p:cNvPr id="76" name="icon-compass-478">
            <a:extLst>
              <a:ext uri="{FF2B5EF4-FFF2-40B4-BE49-F238E27FC236}">
                <ns2:creationId id="{A13E8D49-1322-45F2-8FEF-35F295B301C0}"/>
              </a:ext>
            </a:extLst>
          </p:cNvPr>
          <p:cNvSpPr>
            <a:spLocks noGrp="1"/>
          </p:cNvSpPr>
          <p:nvPr/>
        </p:nvSpPr>
        <p:spPr>
          <a:xfrm>
            <a:off x="10329863" y="5205413"/>
            <a:ext cx="628650" cy="628650"/>
          </a:xfrm>
          <a:prstGeom prst="ellipse">
            <a:avLst/>
          </a:prstGeom>
          <a:noFill/>
          <a:ln w="22324">
            <a:solidFill>
              <a:srgbClr val="173D67"/>
            </a:solidFill>
            <a:prstDash val="solid"/>
          </a:ln>
        </p:spPr>
      </p:sp>
      <p:sp>
        <p:nvSpPr>
          <p:cNvPr id="77" name="vector-479">
            <a:extLst>
              <a:ext uri="{FF2B5EF4-FFF2-40B4-BE49-F238E27FC236}">
                <ns2:creationId id="{01C49990-83C1-4E81-8CD6-AFDF31C70DC5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8" name="vector-480">
            <a:extLst>
              <a:ext uri="{FF2B5EF4-FFF2-40B4-BE49-F238E27FC236}">
                <ns2:creationId id="{827163A0-1025-48D0-8262-9E83EE72094E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3:creationId val="127781268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5" name="">
            <a:extLst>
              <a:ext uri="{FF2B5EF4-FFF2-40B4-BE49-F238E27FC236}">
                <ns2:creationId id="{EDB2641F-009B-4118-86AD-09BEE73715A9}"/>
              </a:ext>
            </a:extLst>
          </p:cNvPr>
          <p:cNvPicPr>
            <a:picLocks noChangeAspect="1"/>
          </p:cNvPicPr>
          <p:nvPr/>
        </p:nvPicPr>
        <p:blipFill>
          <a:blip r:embed="R8fcd05eff92847ce"/>
          <a:stretch/>
        </p:blipFill>
        <p:spPr>
          <a:xfrm>
            <a:off x="5857875" y="762000"/>
            <a:ext cx="5238750" cy="5238750"/>
          </a:xfrm>
          <a:prstGeom prst="rect">
            <a:avLst/>
          </a:prstGeom>
        </p:spPr>
      </p:pic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03</a:t>
            </a:r>
            <a:endParaRPr/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61950" y="2247900"/>
            <a:ext cx="60007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  <a:endParaRPr/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381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  <a:endParaRPr/>
          </a:p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  <a:endParaRPr/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7" name="icon-clipboard-488">
            <a:extLst>
              <a:ext uri="{FF2B5EF4-FFF2-40B4-BE49-F238E27FC236}">
                <ns2:creationId id="{50BB6FA1-F786-4A0C-B7F5-E7581A318AC9}"/>
              </a:ext>
            </a:extLst>
          </p:cNvPr>
          <p:cNvSpPr>
            <a:spLocks noGrp="1"/>
          </p:cNvSpPr>
          <p:nvPr/>
        </p:nvSpPr>
        <p:spPr>
          <a:xfrm>
            <a:off x="409956" y="6213729"/>
            <a:ext cx="173355" cy="208026"/>
          </a:xfrm>
          <a:prstGeom prst="roundRect">
            <a:avLst>
              <a:gd name="adj" fmla="val 43956"/>
            </a:avLst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8" name="icon-clipboard-489">
            <a:extLst>
              <a:ext uri="{FF2B5EF4-FFF2-40B4-BE49-F238E27FC236}">
                <ns2:creationId id="{5BDEC722-97E0-4061-8E14-E63C22643C0F}"/>
              </a:ext>
            </a:extLst>
          </p:cNvPr>
          <p:cNvSpPr>
            <a:spLocks noGrp="1"/>
          </p:cNvSpPr>
          <p:nvPr/>
        </p:nvSpPr>
        <p:spPr>
          <a:xfrm>
            <a:off x="455295" y="6195060"/>
            <a:ext cx="80010" cy="400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9" name="vector-490">
            <a:extLst>
              <a:ext uri="{FF2B5EF4-FFF2-40B4-BE49-F238E27FC236}">
                <ns2:creationId id="{CF66DC96-F21B-45A3-8FB8-BC842AAF47D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0" name="vector-491">
            <a:extLst>
              <a:ext uri="{FF2B5EF4-FFF2-40B4-BE49-F238E27FC236}">
                <ns2:creationId id="{ECBEF463-AF9B-4050-9F87-F25A9FB4287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1" name="vector-492">
            <a:extLst>
              <a:ext uri="{FF2B5EF4-FFF2-40B4-BE49-F238E27FC236}">
                <ns2:creationId id="{CF5E521B-E052-4140-9EB2-ABE8CDD429B8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2" name="vector-493">
            <a:extLst>
              <a:ext uri="{FF2B5EF4-FFF2-40B4-BE49-F238E27FC236}">
                <ns2:creationId id="{19EF9886-DB8F-470A-8867-DABCF5FC445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3" name="vector-494">
            <a:extLst>
              <a:ext uri="{FF2B5EF4-FFF2-40B4-BE49-F238E27FC236}">
                <ns2:creationId id="{84C55DE8-2B3A-4C5A-B01D-782EA7D9F5B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4" name="vector-495">
            <a:extLst>
              <a:ext uri="{FF2B5EF4-FFF2-40B4-BE49-F238E27FC236}">
                <ns2:creationId id="{C0DD50BC-17BA-4ACB-A748-12E672439B8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5" name="vector-496">
            <a:extLst>
              <a:ext uri="{FF2B5EF4-FFF2-40B4-BE49-F238E27FC236}">
                <ns2:creationId id="{A490858A-646F-407B-9098-2BB7D0C2667E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6" name="vector-497">
            <a:extLst>
              <a:ext uri="{FF2B5EF4-FFF2-40B4-BE49-F238E27FC236}">
                <ns2:creationId id="{C4B89282-8828-4F9C-ACB7-4A1A4853286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7" name="vector-498">
            <a:extLst>
              <a:ext uri="{FF2B5EF4-FFF2-40B4-BE49-F238E27FC236}">
                <ns2:creationId id="{A4241197-CE9F-46F3-9137-F5C785774B77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  <a:endParaRPr/>
          </a:p>
        </p:txBody>
      </p:sp>
      <p:sp>
        <p:nvSpPr>
          <p:cNvPr id="19" name="vector-500">
            <a:extLst>
              <a:ext uri="{FF2B5EF4-FFF2-40B4-BE49-F238E27FC236}">
                <ns2:creationId id="{7E1514FD-3177-4E8F-B245-ACFFA8A003C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0" name="vector-501">
            <a:extLst>
              <a:ext uri="{FF2B5EF4-FFF2-40B4-BE49-F238E27FC236}">
                <ns2:creationId id="{2C038C1D-FADE-45CE-9D6E-BCA38BC40BB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1" name="vector-502">
            <a:extLst>
              <a:ext uri="{FF2B5EF4-FFF2-40B4-BE49-F238E27FC236}">
                <ns2:creationId id="{526B1210-5246-4E16-AF03-7715143537ED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2" name="vector-503">
            <a:extLst>
              <a:ext uri="{FF2B5EF4-FFF2-40B4-BE49-F238E27FC236}">
                <ns2:creationId id="{A75864C7-D5C3-4F56-A380-130D199FF84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3" name="vector-504">
            <a:extLst>
              <a:ext uri="{FF2B5EF4-FFF2-40B4-BE49-F238E27FC236}">
                <ns2:creationId id="{4ED20D95-822C-4A70-8A73-5408821AC6A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4" name="vector-505">
            <a:extLst>
              <a:ext uri="{FF2B5EF4-FFF2-40B4-BE49-F238E27FC236}">
                <ns2:creationId id="{D8EE6DCC-0750-4580-BB0D-73A7C7D2B743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5" name="vector-506">
            <a:extLst>
              <a:ext uri="{FF2B5EF4-FFF2-40B4-BE49-F238E27FC236}">
                <ns2:creationId id="{EB578EB8-D7D7-4E0F-B128-602FAD74669C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6" name="icon-network-507">
            <a:extLst>
              <a:ext uri="{FF2B5EF4-FFF2-40B4-BE49-F238E27FC236}">
                <ns2:creationId id="{79163C92-DC68-4B34-99D4-D4AE215B9992}"/>
              </a:ext>
            </a:extLst>
          </p:cNvPr>
          <p:cNvSpPr>
            <a:spLocks noGrp="1"/>
          </p:cNvSpPr>
          <p:nvPr/>
        </p:nvSpPr>
        <p:spPr>
          <a:xfrm>
            <a:off x="3330702" y="6261735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7" name="icon-network-508">
            <a:extLst>
              <a:ext uri="{FF2B5EF4-FFF2-40B4-BE49-F238E27FC236}">
                <ns2:creationId id="{8B2523AC-D5FE-4B5E-B57E-8F5632D7F4CD}"/>
              </a:ext>
            </a:extLst>
          </p:cNvPr>
          <p:cNvSpPr>
            <a:spLocks noGrp="1"/>
          </p:cNvSpPr>
          <p:nvPr/>
        </p:nvSpPr>
        <p:spPr>
          <a:xfrm>
            <a:off x="3416046" y="619506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8" name="icon-network-509">
            <a:extLst>
              <a:ext uri="{FF2B5EF4-FFF2-40B4-BE49-F238E27FC236}">
                <ns2:creationId id="{79E98D91-9D8B-422D-B5E5-EBA4C18EBF2A}"/>
              </a:ext>
            </a:extLst>
          </p:cNvPr>
          <p:cNvSpPr>
            <a:spLocks noGrp="1"/>
          </p:cNvSpPr>
          <p:nvPr/>
        </p:nvSpPr>
        <p:spPr>
          <a:xfrm>
            <a:off x="3520059" y="6243066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9" name="icon-network-510">
            <a:extLst>
              <a:ext uri="{FF2B5EF4-FFF2-40B4-BE49-F238E27FC236}">
                <ns2:creationId id="{8652485D-05C0-4280-8345-231E738C221A}"/>
              </a:ext>
            </a:extLst>
          </p:cNvPr>
          <p:cNvSpPr>
            <a:spLocks noGrp="1"/>
          </p:cNvSpPr>
          <p:nvPr/>
        </p:nvSpPr>
        <p:spPr>
          <a:xfrm>
            <a:off x="3480054" y="6384417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0" name="icon-network-511">
            <a:extLst>
              <a:ext uri="{FF2B5EF4-FFF2-40B4-BE49-F238E27FC236}">
                <ns2:creationId id="{F9E7E0B9-AF25-4843-9D32-ABDDE5C2EEBB}"/>
              </a:ext>
            </a:extLst>
          </p:cNvPr>
          <p:cNvSpPr>
            <a:spLocks noGrp="1"/>
          </p:cNvSpPr>
          <p:nvPr/>
        </p:nvSpPr>
        <p:spPr>
          <a:xfrm>
            <a:off x="3360039" y="638175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695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  <a:endParaRPr/>
          </a:p>
        </p:txBody>
      </p:sp>
      <p:sp>
        <p:nvSpPr>
          <p:cNvPr id="32" name="vector-513">
            <a:extLst>
              <a:ext uri="{FF2B5EF4-FFF2-40B4-BE49-F238E27FC236}">
                <ns2:creationId id="{B1714860-1237-4B50-BC55-F84C50B27C58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3" name="vector-514">
            <a:extLst>
              <a:ext uri="{FF2B5EF4-FFF2-40B4-BE49-F238E27FC236}">
                <ns2:creationId id="{980E19DA-057E-4EE8-86EC-61E8A28D4E27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4" name="icon-chart-515">
            <a:extLst>
              <a:ext uri="{FF2B5EF4-FFF2-40B4-BE49-F238E27FC236}">
                <ns2:creationId id="{52659713-4A58-4A4E-BFED-7AAD6824290A}"/>
              </a:ext>
            </a:extLst>
          </p:cNvPr>
          <p:cNvSpPr>
            <a:spLocks noGrp="1"/>
          </p:cNvSpPr>
          <p:nvPr/>
        </p:nvSpPr>
        <p:spPr>
          <a:xfrm>
            <a:off x="6334125" y="6325743"/>
            <a:ext cx="34671" cy="88011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5" name="icon-chart-516">
            <a:extLst>
              <a:ext uri="{FF2B5EF4-FFF2-40B4-BE49-F238E27FC236}">
                <ns2:creationId id="{D2D2FC49-9A51-42F9-A393-D1B52A3CD5BA}"/>
              </a:ext>
            </a:extLst>
          </p:cNvPr>
          <p:cNvSpPr>
            <a:spLocks noGrp="1"/>
          </p:cNvSpPr>
          <p:nvPr/>
        </p:nvSpPr>
        <p:spPr>
          <a:xfrm>
            <a:off x="6392799" y="6277737"/>
            <a:ext cx="34671" cy="136017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6" name="icon-chart-517">
            <a:extLst>
              <a:ext uri="{FF2B5EF4-FFF2-40B4-BE49-F238E27FC236}">
                <ns2:creationId id="{C861A4C2-770A-424E-8363-78CB1839E210}"/>
              </a:ext>
            </a:extLst>
          </p:cNvPr>
          <p:cNvSpPr>
            <a:spLocks noGrp="1"/>
          </p:cNvSpPr>
          <p:nvPr/>
        </p:nvSpPr>
        <p:spPr>
          <a:xfrm>
            <a:off x="6451473" y="6224397"/>
            <a:ext cx="34671" cy="189357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648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  <a:endParaRPr/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648450" y="6505575"/>
            <a:ext cx="1952625" cy="2857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39" name="icon-compass-520">
            <a:extLst>
              <a:ext uri="{FF2B5EF4-FFF2-40B4-BE49-F238E27FC236}">
                <ns2:creationId id="{CD8ECF2F-59A6-4414-A769-11B133490CA7}"/>
              </a:ext>
            </a:extLst>
          </p:cNvPr>
          <p:cNvSpPr>
            <a:spLocks noGrp="1"/>
          </p:cNvSpPr>
          <p:nvPr/>
        </p:nvSpPr>
        <p:spPr>
          <a:xfrm>
            <a:off x="9236202" y="6197727"/>
            <a:ext cx="234696" cy="234696"/>
          </a:xfrm>
          <a:prstGeom prst="ellipse">
            <a:avLst/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40" name="vector-521">
            <a:extLst>
              <a:ext uri="{FF2B5EF4-FFF2-40B4-BE49-F238E27FC236}">
                <ns2:creationId id="{535FD3CC-DE13-4795-97B0-D8D777602EC1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718EAA"/>
          </a:solidFill>
          <a:ln w="14288">
            <a:noFill/>
            <a:prstDash val="solid"/>
          </a:ln>
        </p:spPr>
      </p:sp>
      <p:sp>
        <p:nvSpPr>
          <p:cNvPr id="41" name="vector-522">
            <a:extLst>
              <a:ext uri="{FF2B5EF4-FFF2-40B4-BE49-F238E27FC236}">
                <ns2:creationId id="{660A7EB3-E99F-4203-8D25-D35C48B4F3BB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601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/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</p:spTree>
    <p:extLst>
      <p:ext uri="{BB962C8B-B14F-4D97-AF65-F5344CB8AC3E}">
        <ns4:creationId val="205765366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228600" y="876300"/>
            <a:ext cx="2743200" cy="521017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238125" y="885825"/>
            <a:ext cx="2724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360902" y="101165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427768" y="97821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25196" y="104508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533210" y="103222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/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43250" y="876300"/>
            <a:ext cx="5238750" cy="52101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52775" y="885825"/>
            <a:ext cx="52197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57550" y="1045083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57550" y="998792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57550" y="952500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00450" y="9429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/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53450" y="876300"/>
            <a:ext cx="3409950" cy="5210175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62975" y="885825"/>
            <a:ext cx="33909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93468" y="978218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9010650" y="9429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381000" y="1555242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381000" y="1472946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981075" y="13906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  <a:endParaRPr/>
          </a:p>
        </p:txBody>
      </p:sp>
      <p:sp>
        <p:nvSpPr>
          <p:cNvPr id="27" name="vector-552">
            <a:extLst>
              <a:ext uri="{FF2B5EF4-FFF2-40B4-BE49-F238E27FC236}">
                <ns2:creationId id="{DC5214D9-CA06-452A-9423-ED2ACBCF49A9}"/>
              </a:ext>
            </a:extLst>
          </p:cNvPr>
          <p:cNvSpPr>
            <a:spLocks noGrp="1"/>
          </p:cNvSpPr>
          <p:nvPr/>
        </p:nvSpPr>
        <p:spPr>
          <a:xfrm>
            <a:off x="476250" y="230314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8" name="vector-553">
            <a:extLst>
              <a:ext uri="{FF2B5EF4-FFF2-40B4-BE49-F238E27FC236}">
                <ns2:creationId id="{BC261804-4A83-452E-8DFD-079524B70533}"/>
              </a:ext>
            </a:extLst>
          </p:cNvPr>
          <p:cNvSpPr>
            <a:spLocks noGrp="1"/>
          </p:cNvSpPr>
          <p:nvPr/>
        </p:nvSpPr>
        <p:spPr>
          <a:xfrm>
            <a:off x="476250" y="216598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9" name="vector-554">
            <a:extLst>
              <a:ext uri="{FF2B5EF4-FFF2-40B4-BE49-F238E27FC236}">
                <ns2:creationId id="{3750B0B0-5110-4966-A4F9-49A454D3ED9E}"/>
              </a:ext>
            </a:extLst>
          </p:cNvPr>
          <p:cNvSpPr>
            <a:spLocks noGrp="1"/>
          </p:cNvSpPr>
          <p:nvPr/>
        </p:nvSpPr>
        <p:spPr>
          <a:xfrm>
            <a:off x="476250" y="202882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486156" y="2932176"/>
            <a:ext cx="123444" cy="205740"/>
          </a:xfrm>
          <a:prstGeom prst="ellipse">
            <a:avLst/>
          </a:prstGeom>
          <a:solidFill>
            <a:srgbClr val="68819C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14172" y="3032760"/>
            <a:ext cx="137160" cy="205740"/>
          </a:xfrm>
          <a:prstGeom prst="ellipse">
            <a:avLst/>
          </a:prstGeom>
          <a:solidFill>
            <a:srgbClr val="9EAEBF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981075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981075" y="32575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  <a:endParaRPr/>
          </a:p>
        </p:txBody>
      </p:sp>
      <p:pic>
        <p:nvPicPr>
          <p:cNvPr id="37" name="">
            <a:extLst>
              <a:ext uri="{FF2B5EF4-FFF2-40B4-BE49-F238E27FC236}">
                <ns2:creationId id="{D94FE48F-4FC5-4A80-BFE6-DCC44BE73AE9}"/>
              </a:ext>
            </a:extLst>
          </p:cNvPr>
          <p:cNvPicPr>
            <a:picLocks noChangeAspect="1"/>
          </p:cNvPicPr>
          <p:nvPr/>
        </p:nvPicPr>
        <p:blipFill>
          <a:blip r:embed="Rf024df587924409c"/>
          <a:stretch/>
        </p:blipFill>
        <p:spPr>
          <a:xfrm>
            <a:off x="495300" y="3543300"/>
            <a:ext cx="1143000" cy="762000"/>
          </a:xfrm>
          <a:prstGeom prst="rect">
            <a:avLst/>
          </a:prstGeom>
        </p:spPr>
      </p:pic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13004" y="4505706"/>
            <a:ext cx="393192" cy="278892"/>
          </a:xfrm>
          <a:prstGeom prst="roundRect">
            <a:avLst>
              <a:gd name="adj" fmla="val 27322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531876" y="4446270"/>
            <a:ext cx="150876" cy="77724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27304" y="4565142"/>
            <a:ext cx="164592" cy="164592"/>
          </a:xfrm>
          <a:prstGeom prst="ellipse">
            <a:avLst/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19328" y="4542282"/>
            <a:ext cx="36576" cy="36576"/>
          </a:xfrm>
          <a:prstGeom prst="ellipse">
            <a:avLst/>
          </a:prstGeom>
          <a:solidFill>
            <a:srgbClr val="173D67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981075" y="44005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981075" y="47625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  <a:endParaRPr/>
          </a:p>
        </p:txBody>
      </p:sp>
      <p:sp>
        <p:nvSpPr>
          <p:cNvPr id="44" name="icon-camera-568">
            <a:extLst>
              <a:ext uri="{FF2B5EF4-FFF2-40B4-BE49-F238E27FC236}">
                <ns2:creationId id="{E15CA5A0-CB9D-4BFE-8369-8E353CE04183}"/>
              </a:ext>
            </a:extLst>
          </p:cNvPr>
          <p:cNvSpPr>
            <a:spLocks noGrp="1"/>
          </p:cNvSpPr>
          <p:nvPr/>
        </p:nvSpPr>
        <p:spPr>
          <a:xfrm>
            <a:off x="601980" y="5284470"/>
            <a:ext cx="491490" cy="348615"/>
          </a:xfrm>
          <a:prstGeom prst="roundRect">
            <a:avLst>
              <a:gd name="adj" fmla="val 21858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5" name="icon-camera-569">
            <a:extLst>
              <a:ext uri="{FF2B5EF4-FFF2-40B4-BE49-F238E27FC236}">
                <ns2:creationId id="{EAC85BCB-66B4-467C-88AA-4DC84081CD65}"/>
              </a:ext>
            </a:extLst>
          </p:cNvPr>
          <p:cNvSpPr>
            <a:spLocks noGrp="1"/>
          </p:cNvSpPr>
          <p:nvPr/>
        </p:nvSpPr>
        <p:spPr>
          <a:xfrm>
            <a:off x="750570" y="5210175"/>
            <a:ext cx="188595" cy="97155"/>
          </a:xfrm>
          <a:prstGeom prst="roundRect">
            <a:avLst>
              <a:gd name="adj" fmla="val 50000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6" name="icon-camera-570">
            <a:extLst>
              <a:ext uri="{FF2B5EF4-FFF2-40B4-BE49-F238E27FC236}">
                <ns2:creationId id="{23E9592A-4E54-4D4D-B4F6-B257A529C911}"/>
              </a:ext>
            </a:extLst>
          </p:cNvPr>
          <p:cNvSpPr>
            <a:spLocks noGrp="1"/>
          </p:cNvSpPr>
          <p:nvPr/>
        </p:nvSpPr>
        <p:spPr>
          <a:xfrm>
            <a:off x="744855" y="5358765"/>
            <a:ext cx="205740" cy="205740"/>
          </a:xfrm>
          <a:prstGeom prst="ellipse">
            <a:avLst/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7" name="icon-camera-571">
            <a:extLst>
              <a:ext uri="{FF2B5EF4-FFF2-40B4-BE49-F238E27FC236}">
                <ns2:creationId id="{C8B64B6D-656D-47E0-B08B-10D78FC35A6C}"/>
              </a:ext>
            </a:extLst>
          </p:cNvPr>
          <p:cNvSpPr>
            <a:spLocks noGrp="1"/>
          </p:cNvSpPr>
          <p:nvPr/>
        </p:nvSpPr>
        <p:spPr>
          <a:xfrm>
            <a:off x="984885" y="5330190"/>
            <a:ext cx="45720" cy="45720"/>
          </a:xfrm>
          <a:prstGeom prst="ellipse">
            <a:avLst/>
          </a:prstGeom>
          <a:solidFill>
            <a:srgbClr val="173D67"/>
          </a:solidFill>
          <a:ln w="17859">
            <a:solidFill>
              <a:srgbClr val="173D67"/>
            </a:solidFill>
            <a:prstDash val="solid"/>
          </a:ln>
        </p:spPr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2766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00425" y="1682877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00425" y="1617726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00425" y="1552575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385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909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530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21605" y="1639443"/>
            <a:ext cx="79629" cy="7962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149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673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94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36474" y="1581531"/>
            <a:ext cx="97727" cy="162878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37820" y="1661160"/>
            <a:ext cx="108585" cy="162878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913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2766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36620" y="2997518"/>
            <a:ext cx="194310" cy="180023"/>
          </a:xfrm>
          <a:prstGeom prst="can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528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  <a:endParaRPr/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530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18735" y="2977515"/>
            <a:ext cx="185738" cy="222885"/>
          </a:xfrm>
          <a:prstGeom prst="roundRect">
            <a:avLst>
              <a:gd name="adj" fmla="val 41026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67313" y="2957513"/>
            <a:ext cx="85725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292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  <a:endParaRPr/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94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60845" y="3028950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52285" y="2957513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63728" y="300894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20865" y="3160395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92278" y="315753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1056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  <a:endParaRPr/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387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151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576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40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4104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276600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36620" y="4131945"/>
            <a:ext cx="280035" cy="280035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57625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  <a:endParaRPr/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09950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  <a:endParaRPr/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0725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7419" y="4285298"/>
            <a:ext cx="43339" cy="11001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761" y="4225290"/>
            <a:ext cx="43339" cy="170021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4104" y="4158615"/>
            <a:ext cx="43339" cy="23669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81750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  <a:endParaRPr/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4075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  <a:endParaRPr/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76750" y="3543300"/>
            <a:ext cx="1257300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4050" y="3543300"/>
            <a:ext cx="1266825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24325" y="5505450"/>
            <a:ext cx="3286125" cy="428625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19575" y="5581650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  <a:endParaRPr/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76750" y="4876800"/>
            <a:ext cx="129063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67388" y="4876800"/>
            <a:ext cx="123348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705850" y="1400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39175" y="1752600"/>
          <a:ext cx="3219450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39175" y="2088909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39175" y="2405691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39175" y="2722474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39175" y="3039256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69399" y="385762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705850" y="41624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48713" y="460533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67800" y="455295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48713" y="5053013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67800" y="5000625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48713" y="550068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67800" y="544830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  <a:endParaRPr/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3619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/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/>
          <a:stretch/>
        </p:blipFill>
        <p:spPr>
          <a:xfrm>
            <a:off x="561975" y="2070100"/>
            <a:ext cx="190500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003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/>
          <a:stretch/>
        </p:blipFill>
        <p:spPr>
          <a:xfrm>
            <a:off x="3981450" y="2425700"/>
            <a:ext cx="1238250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191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575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4762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17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55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/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/>
          <a:stretch/>
        </p:blipFill>
        <p:spPr>
          <a:xfrm>
            <a:off x="6505575" y="2070100"/>
            <a:ext cx="190500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439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/>
          <a:stretch/>
        </p:blipFill>
        <p:spPr>
          <a:xfrm>
            <a:off x="9639300" y="2047970"/>
            <a:ext cx="798671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/>
          <a:stretch/>
        </p:blipFill>
        <p:spPr>
          <a:xfrm>
            <a:off x="10660856" y="2082260"/>
            <a:ext cx="798671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/>
          <a:stretch/>
        </p:blipFill>
        <p:spPr>
          <a:xfrm>
            <a:off x="9676448" y="2827782"/>
            <a:ext cx="742950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/>
          <a:stretch/>
        </p:blipFill>
        <p:spPr>
          <a:xfrm>
            <a:off x="10698004" y="2815400"/>
            <a:ext cx="780097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627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011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98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228600" y="4857750"/>
          <a:ext cx="11734800" cy="12192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共同作用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对照设计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/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/>
          </a:p>
        </p:txBody>
      </p:sp>
    </p:spTree>
    <p:extLst>
      <p:ext uri="{BB962C8B-B14F-4D97-AF65-F5344CB8AC3E}">
        <ns4:creationId val="161307495"/>
      </p:ext>
    </p:extLst>
  </p:cSld>
</p:sld>
</file>

<file path=ppt/slides/slide1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2619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342900" y="923925"/>
            <a:ext cx="2390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19425" y="895350"/>
            <a:ext cx="5391150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33725" y="923925"/>
            <a:ext cx="516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82025" y="895350"/>
            <a:ext cx="3381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96325" y="923925"/>
            <a:ext cx="3152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228600" y="14097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546735" y="1648206"/>
            <a:ext cx="96393" cy="96393"/>
          </a:xfrm>
          <a:prstGeom prst="ellipse">
            <a:avLst/>
          </a:prstGeom>
          <a:solidFill>
            <a:srgbClr val="173D67"/>
          </a:solidFill>
          <a:ln w="13692">
            <a:solidFill>
              <a:srgbClr val="173D67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952500" y="15335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381000" y="20097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228600" y="295275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371475" y="3243834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371475" y="3164967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371475" y="3086100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952500" y="307657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381000" y="355282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228600" y="44958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441579" y="4712399"/>
            <a:ext cx="297942" cy="276035"/>
          </a:xfrm>
          <a:prstGeom prst="can">
            <a:avLst/>
          </a:prstGeom>
          <a:noFill/>
          <a:ln w="13692">
            <a:solidFill>
              <a:srgbClr val="173D67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381000" y="50958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2420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38500" y="1764030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38500" y="1686878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38500" y="1609725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77190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455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10300" y="1712595"/>
            <a:ext cx="94298" cy="94298"/>
          </a:xfrm>
          <a:prstGeom prst="ellipse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  <a:endParaRPr/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2420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37084" y="3368040"/>
            <a:ext cx="115729" cy="192881"/>
          </a:xfrm>
          <a:prstGeom prst="ellipse">
            <a:avLst/>
          </a:prstGeom>
          <a:solidFill>
            <a:srgbClr val="68819C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57099" y="3462338"/>
            <a:ext cx="128588" cy="192881"/>
          </a:xfrm>
          <a:prstGeom prst="ellipse">
            <a:avLst/>
          </a:prstGeom>
          <a:solidFill>
            <a:srgbClr val="9EAEB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77190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  <a:endParaRPr/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455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568" y="34623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1728" y="33551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8891" y="34323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4598" y="36595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716" y="36552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  <a:endParaRPr/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2420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38500" y="5057775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07080" y="5079206"/>
            <a:ext cx="295751" cy="265748"/>
          </a:xfrm>
          <a:prstGeom prst="cloud">
            <a:avLst/>
          </a:prstGeom>
          <a:solidFill>
            <a:srgbClr val="748BA4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77190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  <a:endParaRPr/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455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6006" y="5289233"/>
            <a:ext cx="55721" cy="14144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40304" y="5212080"/>
            <a:ext cx="55721" cy="218599"/>
          </a:xfrm>
          <a:prstGeom prst="rect">
            <a:avLst/>
          </a:prstGeom>
          <a:solidFill>
            <a:srgbClr val="5D7795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4601" y="5126355"/>
            <a:ext cx="55721" cy="304324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  <a:endParaRPr/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0053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10088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0053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10088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76875" y="5419725"/>
            <a:ext cx="447675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1943100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1752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  <a:endParaRPr/>
          </a:p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96325" y="13811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629650" y="1752600"/>
          <a:ext cx="3238500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629650" y="2036978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629650" y="2315642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629650" y="259430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629650" y="2872969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65970" y="35814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96325" y="37052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629650" y="4076700"/>
          <a:ext cx="3238500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65970" y="59055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因果解释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研究设计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支持</a:t>
            </a:r>
            <a:endParaRPr/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2700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证据缺口</a:t>
            </a: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23812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445770" y="1033272"/>
            <a:ext cx="56579" cy="5657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  <a:endParaRPr/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209550" cy="209550"/>
          </a:xfrm>
          <a:prstGeom prst="ellipse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2400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2400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24000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2400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00525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10050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35399" y="992124"/>
            <a:ext cx="216027" cy="216027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57725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  <a:endParaRPr/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48175" y="1809750"/>
            <a:ext cx="800100" cy="800100"/>
          </a:xfrm>
          <a:prstGeom prst="rect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495925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495925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495925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495925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495925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7245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8197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304752" y="10307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71618" y="9972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69046" y="106413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77060" y="105127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62965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  <a:endParaRPr/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410575" y="1952625"/>
            <a:ext cx="819150" cy="581025"/>
          </a:xfrm>
          <a:prstGeom prst="roundRect">
            <a:avLst>
              <a:gd name="adj" fmla="val 13115"/>
            </a:avLst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58225" y="1828800"/>
            <a:ext cx="314325" cy="161925"/>
          </a:xfrm>
          <a:prstGeom prst="roundRect">
            <a:avLst>
              <a:gd name="adj" fmla="val 47059"/>
            </a:avLst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48700" y="2076450"/>
            <a:ext cx="342900" cy="342900"/>
          </a:xfrm>
          <a:prstGeom prst="ellipse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48750" y="2028825"/>
            <a:ext cx="76200" cy="76200"/>
          </a:xfrm>
          <a:prstGeom prst="ellipse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6785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6785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67850" y="239077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6785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6785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22860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23812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358331" y="36585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440627" y="359425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540925" y="364055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02348" y="37768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386620" y="377428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  <a:endParaRPr/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33475" y="45624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561975" y="50577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2400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24000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2400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00525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10050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379119" y="3720275"/>
            <a:ext cx="33433" cy="8486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35697" y="3673983"/>
            <a:ext cx="33433" cy="131159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492276" y="3622548"/>
            <a:ext cx="33433" cy="18259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57725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  <a:endParaRPr/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31750">
            <a:solidFill>
              <a:srgbClr val="173D67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10100" y="4857750"/>
            <a:ext cx="123825" cy="314325"/>
          </a:xfrm>
          <a:prstGeom prst="rect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19650" y="4686300"/>
            <a:ext cx="123825" cy="485775"/>
          </a:xfrm>
          <a:prstGeom prst="rect">
            <a:avLst/>
          </a:prstGeom>
          <a:solidFill>
            <a:srgbClr val="5D7795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29200" y="4495800"/>
            <a:ext cx="123825" cy="676275"/>
          </a:xfrm>
          <a:prstGeom prst="rect">
            <a:avLst/>
          </a:prstGeom>
          <a:solidFill>
            <a:srgbClr val="173D67"/>
          </a:solidFill>
          <a:ln w="29766">
            <a:solidFill>
              <a:srgbClr val="173D67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495925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495925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495925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495925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495925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7245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8197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302181" y="3596831"/>
            <a:ext cx="226314" cy="226314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62965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  <a:endParaRPr/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401050" y="4400550"/>
            <a:ext cx="838200" cy="838200"/>
          </a:xfrm>
          <a:prstGeom prst="ellipse">
            <a:avLst/>
          </a:prstGeom>
          <a:noFill/>
          <a:ln w="29766">
            <a:solidFill>
              <a:srgbClr val="173D67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6785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6785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67850" y="5000625"/>
            <a:ext cx="2276475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6785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6785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证据缺口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展开</a:t>
            </a:r>
            <a:endParaRPr/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/>
          </a:p>
        </p:txBody>
      </p:sp>
    </p:spTree>
    <p:extLst>
      <p:ext uri="{BB962C8B-B14F-4D97-AF65-F5344CB8AC3E}">
        <ns3:creationId val="168470878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228600" y="95250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icon-search-938">
            <a:extLst>
              <a:ext uri="{FF2B5EF4-FFF2-40B4-BE49-F238E27FC236}">
                <ns2:creationId id="{CC4D31F5-4DCE-4A5B-B0F3-135EAFC9AAC9}"/>
              </a:ext>
            </a:extLst>
          </p:cNvPr>
          <p:cNvSpPr>
            <a:spLocks noGrp="1"/>
          </p:cNvSpPr>
          <p:nvPr/>
        </p:nvSpPr>
        <p:spPr>
          <a:xfrm>
            <a:off x="713423" y="1122998"/>
            <a:ext cx="270701" cy="270701"/>
          </a:xfrm>
          <a:prstGeom prst="ellipse">
            <a:avLst/>
          </a:prstGeom>
          <a:noFill/>
          <a:ln w="14585">
            <a:solidFill>
              <a:srgbClr val="173D67"/>
            </a:solidFill>
            <a:prstDash val="solid"/>
          </a:ln>
        </p:spPr>
      </p:sp>
      <p:sp>
        <p:nvSpPr>
          <p:cNvPr id="5" name="vector-939">
            <a:extLst>
              <a:ext uri="{FF2B5EF4-FFF2-40B4-BE49-F238E27FC236}">
                <ns2:creationId id="{0803A262-CF0E-40B2-A236-A04579E3FA48}"/>
              </a:ext>
            </a:extLst>
          </p:cNvPr>
          <p:cNvSpPr>
            <a:spLocks noGrp="1"/>
          </p:cNvSpPr>
          <p:nvPr/>
        </p:nvSpPr>
        <p:spPr>
          <a:xfrm>
            <a:off x="666750" y="1076325"/>
            <a:ext cx="466725" cy="466725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352425" y="166687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  <a:endParaRPr/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33375" y="2076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回答“是什么”</a:t>
            </a:r>
            <a:endParaRPr/>
          </a:p>
        </p:txBody>
      </p:sp>
      <p:sp>
        <p:nvSpPr>
          <p:cNvPr id="8" name="vector-942">
            <a:extLst>
              <a:ext uri="{FF2B5EF4-FFF2-40B4-BE49-F238E27FC236}">
                <ns2:creationId id="{6CE26792-D546-4758-80ED-5ABBCCB151C3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9" name="vector-943">
            <a:extLst>
              <a:ext uri="{FF2B5EF4-FFF2-40B4-BE49-F238E27FC236}">
                <ns2:creationId id="{2E2A0E8E-33E4-4AFA-8F52-EC3B09DC1397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10" name="vector-944">
            <a:extLst>
              <a:ext uri="{FF2B5EF4-FFF2-40B4-BE49-F238E27FC236}">
                <ns2:creationId id="{E05650E2-0797-43E9-B0CD-C86796D637FB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11" name="icon-map-945">
            <a:extLst>
              <a:ext uri="{FF2B5EF4-FFF2-40B4-BE49-F238E27FC236}">
                <ns2:creationId id="{7B967702-2E53-4940-8781-6922ACE241CC}"/>
              </a:ext>
            </a:extLst>
          </p:cNvPr>
          <p:cNvSpPr>
            <a:spLocks noGrp="1"/>
          </p:cNvSpPr>
          <p:nvPr/>
        </p:nvSpPr>
        <p:spPr>
          <a:xfrm>
            <a:off x="2198370" y="1355217"/>
            <a:ext cx="150876" cy="150876"/>
          </a:xfrm>
          <a:prstGeom prst="ellipse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1838325" y="198120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24325" y="1181100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71975" y="132397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71975" y="174307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  <a:endParaRPr/>
          </a:p>
        </p:txBody>
      </p:sp>
      <p:sp>
        <p:nvSpPr>
          <p:cNvPr id="16" name="vector-950">
            <a:extLst>
              <a:ext uri="{FF2B5EF4-FFF2-40B4-BE49-F238E27FC236}">
                <ns2:creationId id="{254DBD64-B723-4E27-8933-275FB70D6A3C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17" name="vector-951">
            <a:extLst>
              <a:ext uri="{FF2B5EF4-FFF2-40B4-BE49-F238E27FC236}">
                <ns2:creationId id="{D2DCBE5A-9448-4E59-977A-6F49C9FC4637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18" name="icon-chart-952">
            <a:extLst>
              <a:ext uri="{FF2B5EF4-FFF2-40B4-BE49-F238E27FC236}">
                <ns2:creationId id="{A0724D74-407E-4148-A643-6CE8E44223CF}"/>
              </a:ext>
            </a:extLst>
          </p:cNvPr>
          <p:cNvSpPr>
            <a:spLocks noGrp="1"/>
          </p:cNvSpPr>
          <p:nvPr/>
        </p:nvSpPr>
        <p:spPr>
          <a:xfrm>
            <a:off x="9205913" y="1506093"/>
            <a:ext cx="96584" cy="245173"/>
          </a:xfrm>
          <a:prstGeom prst="rect">
            <a:avLst/>
          </a:prstGeom>
          <a:solidFill>
            <a:srgbClr val="173D67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19" name="icon-chart-953">
            <a:extLst>
              <a:ext uri="{FF2B5EF4-FFF2-40B4-BE49-F238E27FC236}">
                <ns2:creationId id="{FEF4284F-1601-43CF-9BE8-42D45A540AD2}"/>
              </a:ext>
            </a:extLst>
          </p:cNvPr>
          <p:cNvSpPr>
            <a:spLocks noGrp="1"/>
          </p:cNvSpPr>
          <p:nvPr/>
        </p:nvSpPr>
        <p:spPr>
          <a:xfrm>
            <a:off x="9369362" y="1372362"/>
            <a:ext cx="96584" cy="378905"/>
          </a:xfrm>
          <a:prstGeom prst="rect">
            <a:avLst/>
          </a:prstGeom>
          <a:solidFill>
            <a:srgbClr val="5D7795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20" name="icon-chart-954">
            <a:extLst>
              <a:ext uri="{FF2B5EF4-FFF2-40B4-BE49-F238E27FC236}">
                <ns2:creationId id="{EAA8A69C-666B-46AB-A374-B51305504CFB}"/>
              </a:ext>
            </a:extLst>
          </p:cNvPr>
          <p:cNvSpPr>
            <a:spLocks noGrp="1"/>
          </p:cNvSpPr>
          <p:nvPr/>
        </p:nvSpPr>
        <p:spPr>
          <a:xfrm>
            <a:off x="9532811" y="1223772"/>
            <a:ext cx="96584" cy="527495"/>
          </a:xfrm>
          <a:prstGeom prst="rect">
            <a:avLst/>
          </a:prstGeom>
          <a:solidFill>
            <a:srgbClr val="173D67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505825" y="19621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228600" y="247650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228600" y="2562225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4" name="vector-958">
            <a:extLst>
              <a:ext uri="{FF2B5EF4-FFF2-40B4-BE49-F238E27FC236}">
                <ns2:creationId id="{FB76C65A-F92B-41BB-9FFA-47C2A0BAA9EA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5" name="vector-959">
            <a:extLst>
              <a:ext uri="{FF2B5EF4-FFF2-40B4-BE49-F238E27FC236}">
                <ns2:creationId id="{5F048AC2-95B9-4672-B89C-D4344D478E9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6" name="vector-960">
            <a:extLst>
              <a:ext uri="{FF2B5EF4-FFF2-40B4-BE49-F238E27FC236}">
                <ns2:creationId id="{85ED0A9A-BDB9-4C83-9EAD-BDF9FCC65CB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7" name="vector-961">
            <a:extLst>
              <a:ext uri="{FF2B5EF4-FFF2-40B4-BE49-F238E27FC236}">
                <ns2:creationId id="{C7D9F323-AF43-4176-A8FA-2544B6182C1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8" name="vector-962">
            <a:extLst>
              <a:ext uri="{FF2B5EF4-FFF2-40B4-BE49-F238E27FC236}">
                <ns2:creationId id="{05965491-51F1-4ECA-BD07-44E244EF3415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29" name="vector-963">
            <a:extLst>
              <a:ext uri="{FF2B5EF4-FFF2-40B4-BE49-F238E27FC236}">
                <ns2:creationId id="{52F89D1C-D76B-4D64-A5F3-61AF611CDF4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0" name="vector-964">
            <a:extLst>
              <a:ext uri="{FF2B5EF4-FFF2-40B4-BE49-F238E27FC236}">
                <ns2:creationId id="{D9CF4BB0-DC92-4173-9673-2F9C18357E0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31" name="icon-network-965">
            <a:extLst>
              <a:ext uri="{FF2B5EF4-FFF2-40B4-BE49-F238E27FC236}">
                <ns2:creationId id="{ABB5165E-DCFF-42BC-8A6F-BD9A02AF5B29}"/>
              </a:ext>
            </a:extLst>
          </p:cNvPr>
          <p:cNvSpPr>
            <a:spLocks noGrp="1"/>
          </p:cNvSpPr>
          <p:nvPr/>
        </p:nvSpPr>
        <p:spPr>
          <a:xfrm>
            <a:off x="694754" y="2826068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2" name="icon-network-966">
            <a:extLst>
              <a:ext uri="{FF2B5EF4-FFF2-40B4-BE49-F238E27FC236}">
                <ns2:creationId id="{1010E9BB-7FF1-4F3D-9444-CC03592266E8}"/>
              </a:ext>
            </a:extLst>
          </p:cNvPr>
          <p:cNvSpPr>
            <a:spLocks noGrp="1"/>
          </p:cNvSpPr>
          <p:nvPr/>
        </p:nvSpPr>
        <p:spPr>
          <a:xfrm>
            <a:off x="844106" y="2709386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3" name="icon-network-967">
            <a:extLst>
              <a:ext uri="{FF2B5EF4-FFF2-40B4-BE49-F238E27FC236}">
                <ns2:creationId id="{2D096CA0-2AD7-448A-819E-BA336AEAAED5}"/>
              </a:ext>
            </a:extLst>
          </p:cNvPr>
          <p:cNvSpPr>
            <a:spLocks noGrp="1"/>
          </p:cNvSpPr>
          <p:nvPr/>
        </p:nvSpPr>
        <p:spPr>
          <a:xfrm>
            <a:off x="1026128" y="2793397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4" name="icon-network-968">
            <a:extLst>
              <a:ext uri="{FF2B5EF4-FFF2-40B4-BE49-F238E27FC236}">
                <ns2:creationId id="{3E60C336-7BED-4F84-A851-9D670ABF55CA}"/>
              </a:ext>
            </a:extLst>
          </p:cNvPr>
          <p:cNvSpPr>
            <a:spLocks noGrp="1"/>
          </p:cNvSpPr>
          <p:nvPr/>
        </p:nvSpPr>
        <p:spPr>
          <a:xfrm>
            <a:off x="956120" y="3040761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5" name="icon-network-969">
            <a:extLst>
              <a:ext uri="{FF2B5EF4-FFF2-40B4-BE49-F238E27FC236}">
                <ns2:creationId id="{327DFD07-BEDE-433E-9FAD-0220318A43F2}"/>
              </a:ext>
            </a:extLst>
          </p:cNvPr>
          <p:cNvSpPr>
            <a:spLocks noGrp="1"/>
          </p:cNvSpPr>
          <p:nvPr/>
        </p:nvSpPr>
        <p:spPr>
          <a:xfrm>
            <a:off x="746093" y="3036094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352425" y="327660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/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33375" y="3686175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回答“为什么”</a:t>
            </a:r>
            <a:endParaRPr/>
          </a:p>
        </p:txBody>
      </p:sp>
      <p:sp>
        <p:nvSpPr>
          <p:cNvPr id="38" name="vector-972">
            <a:extLst>
              <a:ext uri="{FF2B5EF4-FFF2-40B4-BE49-F238E27FC236}">
                <ns2:creationId id="{E42918A6-F4DC-40BC-BB49-8CDBF6F34868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39" name="vector-973">
            <a:extLst>
              <a:ext uri="{FF2B5EF4-FFF2-40B4-BE49-F238E27FC236}">
                <ns2:creationId id="{33AB31C0-74BC-426D-88F0-B5E0B014C03C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40" name="icon-chart-974">
            <a:extLst>
              <a:ext uri="{FF2B5EF4-FFF2-40B4-BE49-F238E27FC236}">
                <ns2:creationId id="{33A0C8B6-6ECA-45D8-B24E-AA02E9683BE6}"/>
              </a:ext>
            </a:extLst>
          </p:cNvPr>
          <p:cNvSpPr>
            <a:spLocks noGrp="1"/>
          </p:cNvSpPr>
          <p:nvPr/>
        </p:nvSpPr>
        <p:spPr>
          <a:xfrm>
            <a:off x="2095500" y="3170682"/>
            <a:ext cx="89154" cy="226314"/>
          </a:xfrm>
          <a:prstGeom prst="rect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1" name="icon-chart-975">
            <a:extLst>
              <a:ext uri="{FF2B5EF4-FFF2-40B4-BE49-F238E27FC236}">
                <ns2:creationId id="{A6E642A3-C57C-4FC2-AEB1-A94A79C298B5}"/>
              </a:ext>
            </a:extLst>
          </p:cNvPr>
          <p:cNvSpPr>
            <a:spLocks noGrp="1"/>
          </p:cNvSpPr>
          <p:nvPr/>
        </p:nvSpPr>
        <p:spPr>
          <a:xfrm>
            <a:off x="2246376" y="3047238"/>
            <a:ext cx="89154" cy="349758"/>
          </a:xfrm>
          <a:prstGeom prst="rect">
            <a:avLst/>
          </a:prstGeom>
          <a:solidFill>
            <a:srgbClr val="5D7795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2" name="icon-chart-976">
            <a:extLst>
              <a:ext uri="{FF2B5EF4-FFF2-40B4-BE49-F238E27FC236}">
                <ns2:creationId id="{697166EA-1E55-48F0-AEB8-ABA267EE1F25}"/>
              </a:ext>
            </a:extLst>
          </p:cNvPr>
          <p:cNvSpPr>
            <a:spLocks noGrp="1"/>
          </p:cNvSpPr>
          <p:nvPr/>
        </p:nvSpPr>
        <p:spPr>
          <a:xfrm>
            <a:off x="2397252" y="2910078"/>
            <a:ext cx="89154" cy="486918"/>
          </a:xfrm>
          <a:prstGeom prst="rect">
            <a:avLst/>
          </a:prstGeom>
          <a:solidFill>
            <a:srgbClr val="173D67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1838325" y="3590925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24325" y="2790825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71975" y="2933700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71975" y="3352800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  <a:endParaRPr/>
          </a:p>
        </p:txBody>
      </p:sp>
      <p:sp>
        <p:nvSpPr>
          <p:cNvPr id="47" name="vector-981">
            <a:extLst>
              <a:ext uri="{FF2B5EF4-FFF2-40B4-BE49-F238E27FC236}">
                <ns2:creationId id="{84F173EC-1701-451B-A3DF-E2C6FFDE02E0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48" name="vector-982">
            <a:extLst>
              <a:ext uri="{FF2B5EF4-FFF2-40B4-BE49-F238E27FC236}">
                <ns2:creationId id="{F83D9E24-8984-44C8-AFCF-784E58C98D01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49" name="vector-983">
            <a:extLst>
              <a:ext uri="{FF2B5EF4-FFF2-40B4-BE49-F238E27FC236}">
                <ns2:creationId id="{C6CDBDD0-CA7E-467D-87B8-376F9288B04E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0" name="vector-984">
            <a:extLst>
              <a:ext uri="{FF2B5EF4-FFF2-40B4-BE49-F238E27FC236}">
                <ns2:creationId id="{2676887E-B5CB-4B8B-B415-4B97AD4B843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1" name="vector-985">
            <a:extLst>
              <a:ext uri="{FF2B5EF4-FFF2-40B4-BE49-F238E27FC236}">
                <ns2:creationId id="{D99E21C0-4502-49FD-AD7C-934EDF4CB4A2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2" name="vector-986">
            <a:extLst>
              <a:ext uri="{FF2B5EF4-FFF2-40B4-BE49-F238E27FC236}">
                <ns2:creationId id="{8CC346E8-A82B-4B43-AD32-DBB43D3E795F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3" name="vector-987">
            <a:extLst>
              <a:ext uri="{FF2B5EF4-FFF2-40B4-BE49-F238E27FC236}">
                <ns2:creationId id="{94EC1D67-7E50-4AF2-BC0D-3EF81108268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173D67"/>
            </a:solidFill>
            <a:prstDash val="solid"/>
          </a:ln>
        </p:spPr>
      </p:sp>
      <p:sp>
        <p:nvSpPr>
          <p:cNvPr id="54" name="icon-network-988">
            <a:extLst>
              <a:ext uri="{FF2B5EF4-FFF2-40B4-BE49-F238E27FC236}">
                <ns2:creationId id="{11C6EA6C-4720-40EC-831C-9BD4B215202D}"/>
              </a:ext>
            </a:extLst>
          </p:cNvPr>
          <p:cNvSpPr>
            <a:spLocks noGrp="1"/>
          </p:cNvSpPr>
          <p:nvPr/>
        </p:nvSpPr>
        <p:spPr>
          <a:xfrm>
            <a:off x="9064752" y="2937510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5" name="icon-network-989">
            <a:extLst>
              <a:ext uri="{FF2B5EF4-FFF2-40B4-BE49-F238E27FC236}">
                <ns2:creationId id="{451C298D-CA9E-4E8D-991F-39912373CD67}"/>
              </a:ext>
            </a:extLst>
          </p:cNvPr>
          <p:cNvSpPr>
            <a:spLocks noGrp="1"/>
          </p:cNvSpPr>
          <p:nvPr/>
        </p:nvSpPr>
        <p:spPr>
          <a:xfrm>
            <a:off x="9302496" y="2751773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6" name="icon-network-990">
            <a:extLst>
              <a:ext uri="{FF2B5EF4-FFF2-40B4-BE49-F238E27FC236}">
                <ns2:creationId id="{15C6EA8F-9707-4FCA-8443-42D896805140}"/>
              </a:ext>
            </a:extLst>
          </p:cNvPr>
          <p:cNvSpPr>
            <a:spLocks noGrp="1"/>
          </p:cNvSpPr>
          <p:nvPr/>
        </p:nvSpPr>
        <p:spPr>
          <a:xfrm>
            <a:off x="9592247" y="2885504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7" name="icon-network-991">
            <a:extLst>
              <a:ext uri="{FF2B5EF4-FFF2-40B4-BE49-F238E27FC236}">
                <ns2:creationId id="{31D43CC5-45B7-42D1-B5D0-E66A53080A76}"/>
              </a:ext>
            </a:extLst>
          </p:cNvPr>
          <p:cNvSpPr>
            <a:spLocks noGrp="1"/>
          </p:cNvSpPr>
          <p:nvPr/>
        </p:nvSpPr>
        <p:spPr>
          <a:xfrm>
            <a:off x="9480804" y="3279267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8" name="icon-network-992">
            <a:extLst>
              <a:ext uri="{FF2B5EF4-FFF2-40B4-BE49-F238E27FC236}">
                <ns2:creationId id="{756633ED-6050-4C9E-842A-51585E3E3DA1}"/>
              </a:ext>
            </a:extLst>
          </p:cNvPr>
          <p:cNvSpPr>
            <a:spLocks noGrp="1"/>
          </p:cNvSpPr>
          <p:nvPr/>
        </p:nvSpPr>
        <p:spPr>
          <a:xfrm>
            <a:off x="9146477" y="3271838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173D67"/>
            </a:solidFill>
            <a:prstDash val="solid"/>
          </a:ln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505825" y="357187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228600" y="40862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228600" y="4171950"/>
            <a:ext cx="1457325" cy="147637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996">
            <a:extLst>
              <a:ext uri="{FF2B5EF4-FFF2-40B4-BE49-F238E27FC236}">
                <ns2:creationId id="{A8B7082B-98A7-47E0-8637-0C98FECB5A25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3" name="icon-leaf-997">
            <a:extLst>
              <a:ext uri="{FF2B5EF4-FFF2-40B4-BE49-F238E27FC236}">
                <ns2:creationId id="{9D76C90F-7B21-4E5C-9974-00153B53D072}"/>
              </a:ext>
            </a:extLst>
          </p:cNvPr>
          <p:cNvSpPr>
            <a:spLocks noGrp="1"/>
          </p:cNvSpPr>
          <p:nvPr/>
        </p:nvSpPr>
        <p:spPr>
          <a:xfrm>
            <a:off x="774097" y="4333113"/>
            <a:ext cx="126016" cy="210026"/>
          </a:xfrm>
          <a:prstGeom prst="ellipse">
            <a:avLst/>
          </a:prstGeom>
          <a:solidFill>
            <a:srgbClr val="68819C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64" name="icon-leaf-998">
            <a:extLst>
              <a:ext uri="{FF2B5EF4-FFF2-40B4-BE49-F238E27FC236}">
                <ns2:creationId id="{AA9F3DA6-1490-4DF3-9DF8-5A8743F49A56}"/>
              </a:ext>
            </a:extLst>
          </p:cNvPr>
          <p:cNvSpPr>
            <a:spLocks noGrp="1"/>
          </p:cNvSpPr>
          <p:nvPr/>
        </p:nvSpPr>
        <p:spPr>
          <a:xfrm>
            <a:off x="904780" y="4435793"/>
            <a:ext cx="140018" cy="210026"/>
          </a:xfrm>
          <a:prstGeom prst="ellipse">
            <a:avLst/>
          </a:prstGeom>
          <a:solidFill>
            <a:srgbClr val="9EAEBF"/>
          </a:solidFill>
          <a:ln w="14585">
            <a:solidFill>
              <a:srgbClr val="173D67"/>
            </a:solidFill>
            <a:prstDash val="solid"/>
          </a:ln>
        </p:spPr>
      </p:sp>
      <p:sp>
        <p:nvSpPr>
          <p:cNvPr id="65" name="vector-999">
            <a:extLst>
              <a:ext uri="{FF2B5EF4-FFF2-40B4-BE49-F238E27FC236}">
                <ns2:creationId id="{1A1E415E-793F-4F6A-BB3C-E8CC907C1607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6" name="vector-1000">
            <a:extLst>
              <a:ext uri="{FF2B5EF4-FFF2-40B4-BE49-F238E27FC236}">
                <ns2:creationId id="{AF6B1BA4-9B0D-40FC-BF59-8D5B29C325A8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558">
            <a:solidFill>
              <a:srgbClr val="173D67"/>
            </a:solidFill>
            <a:prstDash val="solid"/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352425" y="488632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  <a:endParaRPr/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33375" y="52959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回答“哪里适用”</a:t>
            </a:r>
            <a:endParaRPr/>
          </a:p>
        </p:txBody>
      </p:sp>
      <p:sp>
        <p:nvSpPr>
          <p:cNvPr id="69" name="vector-1003">
            <a:extLst>
              <a:ext uri="{FF2B5EF4-FFF2-40B4-BE49-F238E27FC236}">
                <ns2:creationId id="{D935BE1C-23D6-4623-965E-C5F6660D4E5B}"/>
              </a:ext>
            </a:extLst>
          </p:cNvPr>
          <p:cNvSpPr>
            <a:spLocks noGrp="1"/>
          </p:cNvSpPr>
          <p:nvPr/>
        </p:nvSpPr>
        <p:spPr>
          <a:xfrm>
            <a:off x="1924050" y="4410075"/>
            <a:ext cx="685800" cy="685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2860">
            <a:solidFill>
              <a:srgbClr val="173D67"/>
            </a:solidFill>
            <a:prstDash val="solid"/>
          </a:ln>
        </p:spPr>
      </p:sp>
      <p:sp>
        <p:nvSpPr>
          <p:cNvPr id="70" name="icon-tree-1004">
            <a:extLst>
              <a:ext uri="{FF2B5EF4-FFF2-40B4-BE49-F238E27FC236}">
                <ns2:creationId id="{4AB36950-8910-48BA-910C-9E30C1336500}"/>
              </a:ext>
            </a:extLst>
          </p:cNvPr>
          <p:cNvSpPr>
            <a:spLocks noGrp="1"/>
          </p:cNvSpPr>
          <p:nvPr/>
        </p:nvSpPr>
        <p:spPr>
          <a:xfrm>
            <a:off x="2033778" y="4444365"/>
            <a:ext cx="473202" cy="425196"/>
          </a:xfrm>
          <a:prstGeom prst="cloud">
            <a:avLst/>
          </a:prstGeom>
          <a:solidFill>
            <a:srgbClr val="748BA4"/>
          </a:solidFill>
          <a:ln w="21431">
            <a:solidFill>
              <a:srgbClr val="173D67"/>
            </a:solidFill>
            <a:prstDash val="solid"/>
          </a:ln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1838325" y="520065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24325" y="4400550"/>
            <a:ext cx="4057650" cy="962025"/>
          </a:xfrm>
          <a:prstGeom prst="rightArrow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71975" y="454342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71975" y="496252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  <a:endParaRPr/>
          </a:p>
        </p:txBody>
      </p:sp>
      <p:sp>
        <p:nvSpPr>
          <p:cNvPr id="75" name="vector-1009">
            <a:extLst>
              <a:ext uri="{FF2B5EF4-FFF2-40B4-BE49-F238E27FC236}">
                <ns2:creationId id="{9D25DE64-FA93-4DF6-AD7B-18664879C0FF}"/>
              </a:ext>
            </a:extLst>
          </p:cNvPr>
          <p:cNvSpPr>
            <a:spLocks noGrp="1"/>
          </p:cNvSpPr>
          <p:nvPr/>
        </p:nvSpPr>
        <p:spPr>
          <a:xfrm>
            <a:off x="9020175" y="4591812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6" name="vector-1010">
            <a:extLst>
              <a:ext uri="{FF2B5EF4-FFF2-40B4-BE49-F238E27FC236}">
                <ns2:creationId id="{46F1668B-D85D-47FB-B0E3-913D61CFB5ED}"/>
              </a:ext>
            </a:extLst>
          </p:cNvPr>
          <p:cNvSpPr>
            <a:spLocks noGrp="1"/>
          </p:cNvSpPr>
          <p:nvPr/>
        </p:nvSpPr>
        <p:spPr>
          <a:xfrm>
            <a:off x="9020175" y="4458081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7" name="vector-1011">
            <a:extLst>
              <a:ext uri="{FF2B5EF4-FFF2-40B4-BE49-F238E27FC236}">
                <ns2:creationId id="{A726804A-551C-492A-8E39-722BE4841249}"/>
              </a:ext>
            </a:extLst>
          </p:cNvPr>
          <p:cNvSpPr>
            <a:spLocks noGrp="1"/>
          </p:cNvSpPr>
          <p:nvPr/>
        </p:nvSpPr>
        <p:spPr>
          <a:xfrm>
            <a:off x="9020175" y="4324350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505825" y="518160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228600" y="5695950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001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244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487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/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/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/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/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5D7795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502">
            <a:solidFill>
              <a:srgbClr val="173D67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/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