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/Relationships>
</file>

<file path=ppt/charts/_rels/chart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.xlsx" /></Relationships>
</file>

<file path=ppt/charts/_rels/chart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.xlsx" /></Relationships>
</file>

<file path=ppt/charts/_rels/chart3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3.xlsx" /></Relationships>
</file>

<file path=ppt/charts/_rels/chart4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4.xlsx" /></Relationships>
</file>

<file path=ppt/charts/_rels/chart5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5.xlsx" /></Relationships>
</file>

<file path=ppt/charts/_rels/chart6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6.xlsx" /></Relationships>
</file>

<file path=ppt/charts/_rels/chart7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7.xlsx" 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barChart>
        <c:barDir val="col"/>
        <c:grouping val="clustered"/>
        <c:varyColors val="0"/>
        <c:ser>
          <c:idx val="0"/>
          <c:order val="0"/>
          <c:tx>
            <c:v>样方甲</c:v>
          </c:tx>
          <c:spPr>
            <a:solidFill>
              <a:srgbClr val="4D319F"/>
            </a:solidFill>
            <a:ln w="19050">
              <a:solidFill>
                <a:srgbClr val="4D319F"/>
              </a:solidFill>
              <a:prstDash val="solid"/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种A</c:v>
                </c:pt>
                <c:pt idx="1">
                  <c:v>种B</c:v>
                </c:pt>
                <c:pt idx="2">
                  <c:v>种C</c:v>
                </c:pt>
                <c:pt idx="3">
                  <c:v>种D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个体数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barChart>
        <c:barDir val="col"/>
        <c:grouping val="clustered"/>
        <c:varyColors val="0"/>
        <c:ser>
          <c:idx val="0"/>
          <c:order val="0"/>
          <c:tx>
            <c:v>样方乙</c:v>
          </c:tx>
          <c:spPr>
            <a:solidFill>
              <a:srgbClr val="4D319F"/>
            </a:solidFill>
            <a:ln w="19050">
              <a:solidFill>
                <a:srgbClr val="4D319F"/>
              </a:solidFill>
              <a:prstDash val="solid"/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种A</c:v>
                </c:pt>
                <c:pt idx="1">
                  <c:v>种B</c:v>
                </c:pt>
                <c:pt idx="2">
                  <c:v>种C</c:v>
                </c:pt>
                <c:pt idx="3">
                  <c:v>种D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70</c:v>
                </c:pt>
                <c:pt idx="1">
                  <c:v>15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个体数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35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4D319F"/>
              </a:solidFill>
              <a:ln w="8890">
                <a:solidFill>
                  <a:srgbClr val="4D319F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0.18</c:v>
                </c:pt>
                <c:pt idx="1">
                  <c:v>0.18</c:v>
                </c:pt>
                <c:pt idx="2">
                  <c:v>0.18</c:v>
                </c:pt>
                <c:pt idx="3">
                  <c:v>0.18</c:v>
                </c:pt>
              </c:numLit>
            </c:plus>
            <c:minus>
              <c:numLit>
                <c:formatCode>General</c:formatCode>
                <c:ptCount val="4"/>
                <c:pt idx="0">
                  <c:v>0.18</c:v>
                </c:pt>
                <c:pt idx="1">
                  <c:v>0.18</c:v>
                </c:pt>
                <c:pt idx="2">
                  <c:v>0.18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4D319F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0.29</c:v>
                </c:pt>
                <c:pt idx="1">
                  <c:v>0.41</c:v>
                </c:pt>
                <c:pt idx="2">
                  <c:v>0.18</c:v>
                </c:pt>
                <c:pt idx="3">
                  <c:v>-0.36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4D319F"/>
              </a:solidFill>
              <a:ln w="8890">
                <a:solidFill>
                  <a:srgbClr val="4D319F"/>
                </a:solidFill>
              </a:ln>
            </c:spPr>
          </c:marker>
          <c:trendline>
            <c:spPr>
              <a:ln w="19050">
                <a:solidFill>
                  <a:srgbClr val="4D319F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Data'!$A$2:$A$26</c:f>
              <c:numCache>
                <c:formatCode>General</c:formatCode>
                <c:ptCount val="25"/>
                <c:pt idx="0">
                  <c:v>0</c:v>
                </c:pt>
                <c:pt idx="1">
                  <c:v>0.042</c:v>
                </c:pt>
                <c:pt idx="2">
                  <c:v>0.083</c:v>
                </c:pt>
                <c:pt idx="3">
                  <c:v>0.125</c:v>
                </c:pt>
                <c:pt idx="4">
                  <c:v>0.167</c:v>
                </c:pt>
                <c:pt idx="5">
                  <c:v>0.208</c:v>
                </c:pt>
                <c:pt idx="6">
                  <c:v>0.25</c:v>
                </c:pt>
                <c:pt idx="7">
                  <c:v>0.292</c:v>
                </c:pt>
                <c:pt idx="8">
                  <c:v>0.333</c:v>
                </c:pt>
                <c:pt idx="9">
                  <c:v>0.375</c:v>
                </c:pt>
                <c:pt idx="10">
                  <c:v>0.417</c:v>
                </c:pt>
                <c:pt idx="11">
                  <c:v>0.458</c:v>
                </c:pt>
                <c:pt idx="12">
                  <c:v>0.5</c:v>
                </c:pt>
                <c:pt idx="13">
                  <c:v>0.542</c:v>
                </c:pt>
                <c:pt idx="14">
                  <c:v>0.583</c:v>
                </c:pt>
                <c:pt idx="15">
                  <c:v>0.625</c:v>
                </c:pt>
                <c:pt idx="16">
                  <c:v>0.667</c:v>
                </c:pt>
                <c:pt idx="17">
                  <c:v>0.708</c:v>
                </c:pt>
                <c:pt idx="18">
                  <c:v>0.75</c:v>
                </c:pt>
                <c:pt idx="19">
                  <c:v>0.792</c:v>
                </c:pt>
                <c:pt idx="20">
                  <c:v>0.833</c:v>
                </c:pt>
                <c:pt idx="21">
                  <c:v>0.875</c:v>
                </c:pt>
                <c:pt idx="22">
                  <c:v>0.917</c:v>
                </c:pt>
                <c:pt idx="23">
                  <c:v>0.958</c:v>
                </c:pt>
                <c:pt idx="24">
                  <c:v>1</c:v>
                </c:pt>
              </c:numCache>
            </c:numRef>
          </c:xVal>
          <c:yVal>
            <c:numRef>
              <c:f>'Chart Data'!$B$2:$B$26</c:f>
              <c:numCache>
                <c:formatCode>General</c:formatCode>
                <c:ptCount val="25"/>
                <c:pt idx="0">
                  <c:v>75</c:v>
                </c:pt>
                <c:pt idx="1">
                  <c:v>79.08</c:v>
                </c:pt>
                <c:pt idx="2">
                  <c:v>68.17</c:v>
                </c:pt>
                <c:pt idx="3">
                  <c:v>66.95</c:v>
                </c:pt>
                <c:pt idx="4">
                  <c:v>74.46</c:v>
                </c:pt>
                <c:pt idx="5">
                  <c:v>66.65</c:v>
                </c:pt>
                <c:pt idx="6">
                  <c:v>59.98</c:v>
                </c:pt>
                <c:pt idx="7">
                  <c:v>67.92</c:v>
                </c:pt>
                <c:pt idx="8">
                  <c:v>65.26</c:v>
                </c:pt>
                <c:pt idx="9">
                  <c:v>54.85</c:v>
                </c:pt>
                <c:pt idx="10">
                  <c:v>60.05</c:v>
                </c:pt>
                <c:pt idx="11">
                  <c:v>62.92</c:v>
                </c:pt>
                <c:pt idx="12">
                  <c:v>51.66</c:v>
                </c:pt>
                <c:pt idx="13">
                  <c:v>51.89</c:v>
                </c:pt>
                <c:pt idx="14">
                  <c:v>58.81</c:v>
                </c:pt>
                <c:pt idx="15">
                  <c:v>49.91</c:v>
                </c:pt>
                <c:pt idx="16">
                  <c:v>44.55</c:v>
                </c:pt>
                <c:pt idx="17">
                  <c:v>52.74</c:v>
                </c:pt>
                <c:pt idx="18">
                  <c:v>48.6</c:v>
                </c:pt>
                <c:pt idx="19">
                  <c:v>38.91</c:v>
                </c:pt>
                <c:pt idx="20">
                  <c:v>45.12</c:v>
                </c:pt>
                <c:pt idx="21">
                  <c:v>46.6</c:v>
                </c:pt>
                <c:pt idx="22">
                  <c:v>35.24</c:v>
                </c:pt>
                <c:pt idx="23">
                  <c:v>36.92</c:v>
                </c:pt>
                <c:pt idx="24">
                  <c:v>42.99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0.093</c:v>
                </c:pt>
                <c:pt idx="1">
                  <c:v>0.093</c:v>
                </c:pt>
                <c:pt idx="2">
                  <c:v>0.093</c:v>
                </c:pt>
              </c:numLit>
            </c:minus>
            <c:spPr>
              <a:ln w="15240">
                <a:solidFill>
                  <a:srgbClr val="4D319F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均匀型</c:v>
                </c:pt>
                <c:pt idx="1">
                  <c:v>中间型</c:v>
                </c:pt>
                <c:pt idx="2">
                  <c:v>集中型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1.799</c:v>
                </c:pt>
                <c:pt idx="1">
                  <c:v>1.249</c:v>
                </c:pt>
                <c:pt idx="2">
                  <c:v>0.749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7960D0"/>
            </a:solidFill>
            <a:ln w="11430">
              <a:solidFill>
                <a:srgbClr val="4D319F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均匀型</c:v>
                </c:pt>
                <c:pt idx="1">
                  <c:v>中间型</c:v>
                </c:pt>
                <c:pt idx="2">
                  <c:v>集中型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0.09</c:v>
                </c:pt>
                <c:pt idx="1">
                  <c:v>0.09</c:v>
                </c:pt>
                <c:pt idx="2">
                  <c:v>0.09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7960D0"/>
            </a:solidFill>
            <a:ln w="11430">
              <a:solidFill>
                <a:srgbClr val="4D319F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0.09375</c:v>
                </c:pt>
                <c:pt idx="1">
                  <c:v>0.09375</c:v>
                </c:pt>
                <c:pt idx="2">
                  <c:v>0.09375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4D319F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均匀型</c:v>
                </c:pt>
                <c:pt idx="1">
                  <c:v>中间型</c:v>
                </c:pt>
                <c:pt idx="2">
                  <c:v>集中型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0.09825</c:v>
                </c:pt>
                <c:pt idx="1">
                  <c:v>0.09825</c:v>
                </c:pt>
                <c:pt idx="2">
                  <c:v>0.09825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1.03</c:v>
                </c:pt>
                <c:pt idx="1">
                  <c:v>1.09</c:v>
                </c:pt>
                <c:pt idx="2">
                  <c:v>1.07</c:v>
                </c:pt>
                <c:pt idx="3">
                  <c:v>0.98</c:v>
                </c:pt>
                <c:pt idx="4">
                  <c:v>0.85</c:v>
                </c:pt>
                <c:pt idx="5">
                  <c:v>0.72</c:v>
                </c:pt>
                <c:pt idx="6">
                  <c:v>0.63</c:v>
                </c:pt>
                <c:pt idx="7">
                  <c:v>0.61</c:v>
                </c:pt>
                <c:pt idx="8">
                  <c:v>0.67</c:v>
                </c:pt>
                <c:pt idx="9">
                  <c:v>0.8</c:v>
                </c:pt>
                <c:pt idx="10">
                  <c:v>0.97</c:v>
                </c:pt>
                <c:pt idx="11">
                  <c:v>1.14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F4F0FF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0.26</c:v>
                </c:pt>
                <c:pt idx="1">
                  <c:v>0.26</c:v>
                </c:pt>
                <c:pt idx="2">
                  <c:v>0.26</c:v>
                </c:pt>
                <c:pt idx="3">
                  <c:v>0.26</c:v>
                </c:pt>
                <c:pt idx="4">
                  <c:v>0.26</c:v>
                </c:pt>
                <c:pt idx="5">
                  <c:v>0.26</c:v>
                </c:pt>
                <c:pt idx="6">
                  <c:v>0.26</c:v>
                </c:pt>
                <c:pt idx="7">
                  <c:v>0.26</c:v>
                </c:pt>
                <c:pt idx="8">
                  <c:v>0.26</c:v>
                </c:pt>
                <c:pt idx="9">
                  <c:v>0.26</c:v>
                </c:pt>
                <c:pt idx="10">
                  <c:v>0.26</c:v>
                </c:pt>
                <c:pt idx="11">
                  <c:v>0.26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群落甲</c:v>
          </c:tx>
          <c:spPr>
            <a:solidFill>
              <a:srgbClr val="4D319F"/>
            </a:solidFill>
            <a:ln w="19050">
              <a:solidFill>
                <a:srgbClr val="4D319F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4D319F"/>
              </a:solidFill>
              <a:ln w="8890">
                <a:solidFill>
                  <a:srgbClr val="4D319F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1.16</c:v>
                </c:pt>
                <c:pt idx="1">
                  <c:v>1.22</c:v>
                </c:pt>
                <c:pt idx="2">
                  <c:v>1.2</c:v>
                </c:pt>
                <c:pt idx="3">
                  <c:v>1.11</c:v>
                </c:pt>
                <c:pt idx="4">
                  <c:v>0.98</c:v>
                </c:pt>
                <c:pt idx="5">
                  <c:v>0.85</c:v>
                </c:pt>
                <c:pt idx="6">
                  <c:v>0.76</c:v>
                </c:pt>
                <c:pt idx="7">
                  <c:v>0.74</c:v>
                </c:pt>
                <c:pt idx="8">
                  <c:v>0.8</c:v>
                </c:pt>
                <c:pt idx="9">
                  <c:v>0.93</c:v>
                </c:pt>
                <c:pt idx="10">
                  <c:v>1.1</c:v>
                </c:pt>
                <c:pt idx="11">
                  <c:v>1.27</c:v>
                </c:pt>
              </c:numCache>
            </c:numRef>
          </c:val>
          <c:smooth val="0"/>
        </c:ser>
        <c:ser>
          <c:idx val="3"/>
          <c:order val="3"/>
          <c:tx>
            <c:v>群落乙</c:v>
          </c:tx>
          <c:spPr>
            <a:solidFill>
              <a:srgbClr val="A87D05"/>
            </a:solidFill>
            <a:ln w="19050">
              <a:solidFill>
                <a:srgbClr val="A87D05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A87D05"/>
              </a:solidFill>
              <a:ln w="8890">
                <a:solidFill>
                  <a:srgbClr val="A87D05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0.81</c:v>
                </c:pt>
                <c:pt idx="1">
                  <c:v>0.87</c:v>
                </c:pt>
                <c:pt idx="2">
                  <c:v>0.85</c:v>
                </c:pt>
                <c:pt idx="3">
                  <c:v>0.76</c:v>
                </c:pt>
                <c:pt idx="4">
                  <c:v>0.63</c:v>
                </c:pt>
                <c:pt idx="5">
                  <c:v>0.5</c:v>
                </c:pt>
                <c:pt idx="6">
                  <c:v>0.41</c:v>
                </c:pt>
                <c:pt idx="7">
                  <c:v>0.39</c:v>
                </c:pt>
                <c:pt idx="8">
                  <c:v>0.45</c:v>
                </c:pt>
                <c:pt idx="9">
                  <c:v>0.58</c:v>
                </c:pt>
                <c:pt idx="10">
                  <c:v>0.75</c:v>
                </c:pt>
                <c:pt idx="11">
                  <c:v>0.92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35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4D319F"/>
              </a:solidFill>
              <a:ln w="8890">
                <a:solidFill>
                  <a:srgbClr val="4D319F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0.18</c:v>
                </c:pt>
                <c:pt idx="1">
                  <c:v>0.18</c:v>
                </c:pt>
                <c:pt idx="2">
                  <c:v>0.18</c:v>
                </c:pt>
                <c:pt idx="3">
                  <c:v>0.18</c:v>
                </c:pt>
              </c:numLit>
            </c:plus>
            <c:minus>
              <c:numLit>
                <c:formatCode>General</c:formatCode>
                <c:ptCount val="4"/>
                <c:pt idx="0">
                  <c:v>0.18</c:v>
                </c:pt>
                <c:pt idx="1">
                  <c:v>0.18</c:v>
                </c:pt>
                <c:pt idx="2">
                  <c:v>0.18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4D319F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0.29</c:v>
                </c:pt>
                <c:pt idx="1">
                  <c:v>0.41</c:v>
                </c:pt>
                <c:pt idx="2">
                  <c:v>0.18</c:v>
                </c:pt>
                <c:pt idx="3">
                  <c:v>-0.36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b70eeec2696d4581" /><Relationship Type="http://schemas.openxmlformats.org/officeDocument/2006/relationships/notesMaster" Target="/ppt/notesMasters/notesMaster1.xml" Id="Rafb4a98151eb46f4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2e71f6aa53874f33" /><Relationship Type="http://schemas.openxmlformats.org/officeDocument/2006/relationships/notesMaster" Target="/ppt/notesMasters/notesMaster1.xml" Id="Rbc334885f09040c8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4cf529f6e1c7487c" /><Relationship Type="http://schemas.openxmlformats.org/officeDocument/2006/relationships/notesMaster" Target="/ppt/notesMasters/notesMaster1.xml" Id="Rf4725e7255104779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cabf86a481cf4e46" /><Relationship Type="http://schemas.openxmlformats.org/officeDocument/2006/relationships/notesMaster" Target="/ppt/notesMasters/notesMaster1.xml" Id="Rfdb328f4526545f4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人工构造的生态学教学示意，仅检验模板稳定性；不代表文献结论或真实实验结果。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left.chart: 本样板合成示意数据；区间为人工设定上下界，不代表统计置信区间。</a:t>
            </a:r>
            <a:endParaRPr/>
          </a:p>
          <a:p>
            <a:r>
              <a:rPr/>
              <a:t>right.chart: 本样板合成示意数据；区间为人工设定上下界，不代表统计置信区间。</a:t>
            </a:r>
            <a:endParaRPr/>
          </a:p>
          <a:p>
            <a:r>
              <a:rPr/>
              <a:t>Layout: L3</a:t>
            </a:r>
            <a:endParaRPr/>
          </a:p>
          <a:p>
            <a:r>
              <a:rPr/>
              <a:t>Palette: P5</a:t>
            </a:r>
            <a:endParaRPr/>
          </a:p>
          <a:p>
            <a:r>
              <a:rPr/>
              <a:t>Scenario: coursework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人工构造的生态学教学示意，仅检验模板稳定性；不代表文献结论或真实实验结果。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chart: 本样板合成示意数据；区间为人工设定上下界，不代表统计置信区间。</a:t>
            </a:r>
            <a:endParaRPr/>
          </a:p>
          <a:p>
            <a:r>
              <a:rPr/>
              <a:t>Layout: L8</a:t>
            </a:r>
            <a:endParaRPr/>
          </a:p>
          <a:p>
            <a:r>
              <a:rPr/>
              <a:t>Palette: P5</a:t>
            </a:r>
            <a:endParaRPr/>
          </a:p>
          <a:p>
            <a:r>
              <a:rPr/>
              <a:t>Scenario: coursework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人工构造的生态学教学示意，仅检验模板稳定性；不代表文献结论或真实实验结果。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本样板合成示意数据；区间为人工设定上下界，不代表统计置信区间。</a:t>
            </a:r>
            <a:endParaRPr/>
          </a:p>
          <a:p>
            <a:r>
              <a:rPr/>
              <a:t>charts.1: 本样板合成示意数据；区间为人工设定上下界，不代表统计置信区间。</a:t>
            </a:r>
            <a:endParaRPr/>
          </a:p>
          <a:p>
            <a:r>
              <a:rPr/>
              <a:t>charts.2: 本样板合成示意数据；区间为人工设定上下界，不代表统计置信区间。</a:t>
            </a:r>
            <a:endParaRPr/>
          </a:p>
          <a:p>
            <a:r>
              <a:rPr/>
              <a:t>charts.3: 本样板合成示意数据；区间为人工设定上下界，不代表统计置信区间。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P5</a:t>
            </a:r>
            <a:endParaRPr/>
          </a:p>
          <a:p>
            <a:r>
              <a:rPr/>
              <a:t>Scenario: coursework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人工构造的生态学教学示意，仅检验模板稳定性；不代表文献结论或真实实验结果。</a:t>
            </a:r>
            <a:endParaRPr/>
          </a:p>
          <a:p>
            <a:r>
              <a:rPr/>
              <a:t>Layout: L13</a:t>
            </a:r>
            <a:endParaRPr/>
          </a:p>
          <a:p>
            <a:r>
              <a:rPr/>
              <a:t>Palette: P5</a:t>
            </a:r>
            <a:endParaRPr/>
          </a:p>
          <a:p>
            <a:r>
              <a:rPr/>
              <a:t>Scenario: coursework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993b0904f974483" /><Relationship Type="http://schemas.openxmlformats.org/officeDocument/2006/relationships/chart" Target="/ppt/charts/chart1.xml" Id="R9e4b51eb44254abd" /><Relationship Type="http://schemas.openxmlformats.org/officeDocument/2006/relationships/chart" Target="/ppt/charts/chart2.xml" Id="Rc49d4862ef9e4b9a" /><Relationship Type="http://schemas.openxmlformats.org/officeDocument/2006/relationships/notesSlide" Target="/ppt/notesSlides/notesSlide1.xml" Id="R62c7711b81c24dd0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0b1e622ca56413d" /><Relationship Type="http://schemas.openxmlformats.org/officeDocument/2006/relationships/image" Target="/ppt/media/image.png" Id="Rf024df587924409c" /><Relationship Type="http://schemas.openxmlformats.org/officeDocument/2006/relationships/chart" Target="/ppt/charts/chart3.xml" Id="Rb01c90e26ef64a2d" /><Relationship Type="http://schemas.openxmlformats.org/officeDocument/2006/relationships/notesSlide" Target="/ppt/notesSlides/notesSlide2.xml" Id="R198bc451e3ed49d4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4.xml" Id="R0f90f39fb5cf47f3" /><Relationship Type="http://schemas.openxmlformats.org/officeDocument/2006/relationships/chart" Target="/ppt/charts/chart5.xml" Id="R5ffc3bee95974730" /><Relationship Type="http://schemas.openxmlformats.org/officeDocument/2006/relationships/chart" Target="/ppt/charts/chart6.xml" Id="R5911ad34a6c7462d" /><Relationship Type="http://schemas.openxmlformats.org/officeDocument/2006/relationships/chart" Target="/ppt/charts/chart7.xml" Id="Rffaaf39a0267400e" /><Relationship Type="http://schemas.openxmlformats.org/officeDocument/2006/relationships/notesSlide" Target="/ppt/notesSlides/notesSlide3.xml" Id="R0674bcd17bcf4ba2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20a905920734b87" /><Relationship Type="http://schemas.openxmlformats.org/officeDocument/2006/relationships/notesSlide" Target="/ppt/notesSlides/notesSlide4.xml" Id="R2032e172c9364bb7" /></Relationships>
</file>

<file path=ppt/slides/slide1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4" name="text-232">
            <a:extLst>
              <a:ext uri="{FF2B5EF4-FFF2-40B4-BE49-F238E27FC236}">
                <ns2:creationId id="{D5179689-217C-4212-9A1A-7017908D99EF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课程作业｜相同物种数为何指数不同？</a:t>
            </a:r>
            <a:endParaRPr/>
          </a:p>
        </p:txBody>
      </p:sp>
      <p:sp>
        <p:nvSpPr>
          <p:cNvPr id="2" name="line-233">
            <a:extLst>
              <a:ext uri="{FF2B5EF4-FFF2-40B4-BE49-F238E27FC236}">
                <ns2:creationId id="{66207686-8F60-4B1D-9C23-67C017A11643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4D319F"/>
            </a:solidFill>
            <a:prstDash val="solid"/>
          </a:ln>
        </p:spPr>
      </p:sp>
      <p:sp>
        <p:nvSpPr>
          <p:cNvPr id="3" name="shape-234">
            <a:extLst>
              <a:ext uri="{FF2B5EF4-FFF2-40B4-BE49-F238E27FC236}">
                <ns2:creationId id="{C1599386-79DC-46C8-AAC9-C611C26E23FE}"/>
              </a:ext>
            </a:extLst>
          </p:cNvPr>
          <p:cNvSpPr>
            <a:spLocks noGrp="1"/>
          </p:cNvSpPr>
          <p:nvPr/>
        </p:nvSpPr>
        <p:spPr>
          <a:xfrm>
            <a:off x="304800" y="1057275"/>
            <a:ext cx="5076701" cy="361950"/>
          </a:xfrm>
          <a:prstGeom prst="rect">
            <a:avLst/>
          </a:prstGeom>
          <a:solidFill>
            <a:srgbClr val="4D319F"/>
          </a:solidFill>
          <a:ln w="0">
            <a:noFill/>
            <a:prstDash val="solid"/>
          </a:ln>
        </p:spPr>
      </p:sp>
      <p:sp>
        <p:nvSpPr>
          <p:cNvPr id="4" name="text-235">
            <a:extLst>
              <a:ext uri="{FF2B5EF4-FFF2-40B4-BE49-F238E27FC236}">
                <ns2:creationId id="{665FE50D-88E2-4CFD-AD34-C7C4ECA784E0}"/>
              </a:ext>
            </a:extLst>
          </p:cNvPr>
          <p:cNvSpPr>
            <a:spLocks noGrp="1"/>
          </p:cNvSpPr>
          <p:nvPr/>
        </p:nvSpPr>
        <p:spPr>
          <a:xfrm>
            <a:off x="455221" y="1085850"/>
            <a:ext cx="477586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样方甲：多度分配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" name="vector-236">
            <a:extLst>
              <a:ext uri="{FF2B5EF4-FFF2-40B4-BE49-F238E27FC236}">
                <ns2:creationId id="{92E52B5E-2452-4F0C-B578-4AA5587BE454}"/>
              </a:ext>
            </a:extLst>
          </p:cNvPr>
          <p:cNvSpPr>
            <a:spLocks noGrp="1"/>
          </p:cNvSpPr>
          <p:nvPr/>
        </p:nvSpPr>
        <p:spPr>
          <a:xfrm>
            <a:off x="662049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6" name="icon-leaf-237">
            <a:extLst>
              <a:ext uri="{FF2B5EF4-FFF2-40B4-BE49-F238E27FC236}">
                <ns2:creationId id="{55579A21-DF2E-479B-AF61-AB8EFE147DB0}"/>
              </a:ext>
            </a:extLst>
          </p:cNvPr>
          <p:cNvSpPr>
            <a:spLocks noGrp="1"/>
          </p:cNvSpPr>
          <p:nvPr/>
        </p:nvSpPr>
        <p:spPr>
          <a:xfrm>
            <a:off x="774489" y="1649349"/>
            <a:ext cx="131994" cy="222885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7" name="icon-leaf-238">
            <a:extLst>
              <a:ext uri="{FF2B5EF4-FFF2-40B4-BE49-F238E27FC236}">
                <ns2:creationId id="{C9224FE2-D3B0-4B71-9464-1A539A8078F0}"/>
              </a:ext>
            </a:extLst>
          </p:cNvPr>
          <p:cNvSpPr>
            <a:spLocks noGrp="1"/>
          </p:cNvSpPr>
          <p:nvPr/>
        </p:nvSpPr>
        <p:spPr>
          <a:xfrm>
            <a:off x="911372" y="1758315"/>
            <a:ext cx="146660" cy="222885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8" name="vector-239">
            <a:extLst>
              <a:ext uri="{FF2B5EF4-FFF2-40B4-BE49-F238E27FC236}">
                <ns2:creationId id="{8C23AD95-DF98-4C26-B6D6-E3486BC9EBE7}"/>
              </a:ext>
            </a:extLst>
          </p:cNvPr>
          <p:cNvSpPr>
            <a:spLocks noGrp="1"/>
          </p:cNvSpPr>
          <p:nvPr/>
        </p:nvSpPr>
        <p:spPr>
          <a:xfrm>
            <a:off x="662049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9" name="vector-240">
            <a:extLst>
              <a:ext uri="{FF2B5EF4-FFF2-40B4-BE49-F238E27FC236}">
                <ns2:creationId id="{D65C9264-087E-49A9-861C-15F4AB1F9C6A}"/>
              </a:ext>
            </a:extLst>
          </p:cNvPr>
          <p:cNvSpPr>
            <a:spLocks noGrp="1"/>
          </p:cNvSpPr>
          <p:nvPr/>
        </p:nvSpPr>
        <p:spPr>
          <a:xfrm>
            <a:off x="662049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0" name="text-241">
            <a:extLst>
              <a:ext uri="{FF2B5EF4-FFF2-40B4-BE49-F238E27FC236}">
                <ns2:creationId id="{9A666BE7-7468-40B8-BA27-243E6E541C5F}"/>
              </a:ext>
            </a:extLst>
          </p:cNvPr>
          <p:cNvSpPr>
            <a:spLocks noGrp="1"/>
          </p:cNvSpPr>
          <p:nvPr/>
        </p:nvSpPr>
        <p:spPr>
          <a:xfrm>
            <a:off x="474023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种A</a:t>
            </a:r>
            <a:endParaRPr/>
          </a:p>
        </p:txBody>
      </p:sp>
      <p:sp>
        <p:nvSpPr>
          <p:cNvPr id="11" name="vector-242">
            <a:extLst>
              <a:ext uri="{FF2B5EF4-FFF2-40B4-BE49-F238E27FC236}">
                <ns2:creationId id="{015F0543-7B45-4BF1-94B7-1A1E058983C3}"/>
              </a:ext>
            </a:extLst>
          </p:cNvPr>
          <p:cNvSpPr>
            <a:spLocks noGrp="1"/>
          </p:cNvSpPr>
          <p:nvPr/>
        </p:nvSpPr>
        <p:spPr>
          <a:xfrm>
            <a:off x="1884218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2" name="icon-leaf-243">
            <a:extLst>
              <a:ext uri="{FF2B5EF4-FFF2-40B4-BE49-F238E27FC236}">
                <ns2:creationId id="{20788740-3B23-4A38-BAA1-D2B62E9057B2}"/>
              </a:ext>
            </a:extLst>
          </p:cNvPr>
          <p:cNvSpPr>
            <a:spLocks noGrp="1"/>
          </p:cNvSpPr>
          <p:nvPr/>
        </p:nvSpPr>
        <p:spPr>
          <a:xfrm>
            <a:off x="1996658" y="1649349"/>
            <a:ext cx="131994" cy="222885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13" name="icon-leaf-244">
            <a:extLst>
              <a:ext uri="{FF2B5EF4-FFF2-40B4-BE49-F238E27FC236}">
                <ns2:creationId id="{9C348B4E-9021-4E45-B435-A0E2F334A724}"/>
              </a:ext>
            </a:extLst>
          </p:cNvPr>
          <p:cNvSpPr>
            <a:spLocks noGrp="1"/>
          </p:cNvSpPr>
          <p:nvPr/>
        </p:nvSpPr>
        <p:spPr>
          <a:xfrm>
            <a:off x="2133541" y="1758315"/>
            <a:ext cx="146660" cy="222885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14" name="vector-245">
            <a:extLst>
              <a:ext uri="{FF2B5EF4-FFF2-40B4-BE49-F238E27FC236}">
                <ns2:creationId id="{E27DA151-3CD5-4BC4-9A68-EA15D2B87309}"/>
              </a:ext>
            </a:extLst>
          </p:cNvPr>
          <p:cNvSpPr>
            <a:spLocks noGrp="1"/>
          </p:cNvSpPr>
          <p:nvPr/>
        </p:nvSpPr>
        <p:spPr>
          <a:xfrm>
            <a:off x="1884218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5" name="vector-246">
            <a:extLst>
              <a:ext uri="{FF2B5EF4-FFF2-40B4-BE49-F238E27FC236}">
                <ns2:creationId id="{9AD9E9C6-9F66-4EBB-BA5C-9922A9E469E4}"/>
              </a:ext>
            </a:extLst>
          </p:cNvPr>
          <p:cNvSpPr>
            <a:spLocks noGrp="1"/>
          </p:cNvSpPr>
          <p:nvPr/>
        </p:nvSpPr>
        <p:spPr>
          <a:xfrm>
            <a:off x="1884218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6" name="text-247">
            <a:extLst>
              <a:ext uri="{FF2B5EF4-FFF2-40B4-BE49-F238E27FC236}">
                <ns2:creationId id="{93568EED-6B3A-410F-8E65-CE6EF0688068}"/>
              </a:ext>
            </a:extLst>
          </p:cNvPr>
          <p:cNvSpPr>
            <a:spLocks noGrp="1"/>
          </p:cNvSpPr>
          <p:nvPr/>
        </p:nvSpPr>
        <p:spPr>
          <a:xfrm>
            <a:off x="1696192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种B</a:t>
            </a:r>
            <a:endParaRPr/>
          </a:p>
        </p:txBody>
      </p:sp>
      <p:sp>
        <p:nvSpPr>
          <p:cNvPr id="17" name="vector-248">
            <a:extLst>
              <a:ext uri="{FF2B5EF4-FFF2-40B4-BE49-F238E27FC236}">
                <ns2:creationId id="{C8ADB4AC-138E-4F86-9913-2AEC7DA429C7}"/>
              </a:ext>
            </a:extLst>
          </p:cNvPr>
          <p:cNvSpPr>
            <a:spLocks noGrp="1"/>
          </p:cNvSpPr>
          <p:nvPr/>
        </p:nvSpPr>
        <p:spPr>
          <a:xfrm>
            <a:off x="3106387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8" name="icon-leaf-249">
            <a:extLst>
              <a:ext uri="{FF2B5EF4-FFF2-40B4-BE49-F238E27FC236}">
                <ns2:creationId id="{ACE5F6A5-0D77-4C72-9DC7-960F7418EFAB}"/>
              </a:ext>
            </a:extLst>
          </p:cNvPr>
          <p:cNvSpPr>
            <a:spLocks noGrp="1"/>
          </p:cNvSpPr>
          <p:nvPr/>
        </p:nvSpPr>
        <p:spPr>
          <a:xfrm>
            <a:off x="3218827" y="1649349"/>
            <a:ext cx="131994" cy="222885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19" name="icon-leaf-250">
            <a:extLst>
              <a:ext uri="{FF2B5EF4-FFF2-40B4-BE49-F238E27FC236}">
                <ns2:creationId id="{89058A91-7359-41B7-B77F-1D67EA798F21}"/>
              </a:ext>
            </a:extLst>
          </p:cNvPr>
          <p:cNvSpPr>
            <a:spLocks noGrp="1"/>
          </p:cNvSpPr>
          <p:nvPr/>
        </p:nvSpPr>
        <p:spPr>
          <a:xfrm>
            <a:off x="3355709" y="1758315"/>
            <a:ext cx="146660" cy="222885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20" name="vector-251">
            <a:extLst>
              <a:ext uri="{FF2B5EF4-FFF2-40B4-BE49-F238E27FC236}">
                <ns2:creationId id="{D7725F44-A286-48BE-B4B4-B9F682E79419}"/>
              </a:ext>
            </a:extLst>
          </p:cNvPr>
          <p:cNvSpPr>
            <a:spLocks noGrp="1"/>
          </p:cNvSpPr>
          <p:nvPr/>
        </p:nvSpPr>
        <p:spPr>
          <a:xfrm>
            <a:off x="3106387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21" name="vector-252">
            <a:extLst>
              <a:ext uri="{FF2B5EF4-FFF2-40B4-BE49-F238E27FC236}">
                <ns2:creationId id="{F5D8A2BF-5ABE-41F7-B1A2-5981D549E512}"/>
              </a:ext>
            </a:extLst>
          </p:cNvPr>
          <p:cNvSpPr>
            <a:spLocks noGrp="1"/>
          </p:cNvSpPr>
          <p:nvPr/>
        </p:nvSpPr>
        <p:spPr>
          <a:xfrm>
            <a:off x="3106387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22" name="text-253">
            <a:extLst>
              <a:ext uri="{FF2B5EF4-FFF2-40B4-BE49-F238E27FC236}">
                <ns2:creationId id="{1E87EEB7-F139-434E-BB4C-50B878681D0D}"/>
              </a:ext>
            </a:extLst>
          </p:cNvPr>
          <p:cNvSpPr>
            <a:spLocks noGrp="1"/>
          </p:cNvSpPr>
          <p:nvPr/>
        </p:nvSpPr>
        <p:spPr>
          <a:xfrm>
            <a:off x="2918361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种C</a:t>
            </a:r>
            <a:endParaRPr/>
          </a:p>
        </p:txBody>
      </p:sp>
      <p:sp>
        <p:nvSpPr>
          <p:cNvPr id="23" name="vector-254">
            <a:extLst>
              <a:ext uri="{FF2B5EF4-FFF2-40B4-BE49-F238E27FC236}">
                <ns2:creationId id="{5F46F337-D5B7-430E-863D-3BB688F8FD07}"/>
              </a:ext>
            </a:extLst>
          </p:cNvPr>
          <p:cNvSpPr>
            <a:spLocks noGrp="1"/>
          </p:cNvSpPr>
          <p:nvPr/>
        </p:nvSpPr>
        <p:spPr>
          <a:xfrm>
            <a:off x="4328556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24" name="icon-leaf-255">
            <a:extLst>
              <a:ext uri="{FF2B5EF4-FFF2-40B4-BE49-F238E27FC236}">
                <ns2:creationId id="{CC06FDAE-EAAD-4E86-95B0-6C5133B0AFDB}"/>
              </a:ext>
            </a:extLst>
          </p:cNvPr>
          <p:cNvSpPr>
            <a:spLocks noGrp="1"/>
          </p:cNvSpPr>
          <p:nvPr/>
        </p:nvSpPr>
        <p:spPr>
          <a:xfrm>
            <a:off x="4440995" y="1649349"/>
            <a:ext cx="131994" cy="222885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25" name="icon-leaf-256">
            <a:extLst>
              <a:ext uri="{FF2B5EF4-FFF2-40B4-BE49-F238E27FC236}">
                <ns2:creationId id="{24E2500F-48D5-413B-81CE-C1CFA6338433}"/>
              </a:ext>
            </a:extLst>
          </p:cNvPr>
          <p:cNvSpPr>
            <a:spLocks noGrp="1"/>
          </p:cNvSpPr>
          <p:nvPr/>
        </p:nvSpPr>
        <p:spPr>
          <a:xfrm>
            <a:off x="4577878" y="1758315"/>
            <a:ext cx="146660" cy="222885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26" name="vector-257">
            <a:extLst>
              <a:ext uri="{FF2B5EF4-FFF2-40B4-BE49-F238E27FC236}">
                <ns2:creationId id="{447F4A37-4B45-4A6D-8387-683A1378DCD2}"/>
              </a:ext>
            </a:extLst>
          </p:cNvPr>
          <p:cNvSpPr>
            <a:spLocks noGrp="1"/>
          </p:cNvSpPr>
          <p:nvPr/>
        </p:nvSpPr>
        <p:spPr>
          <a:xfrm>
            <a:off x="4328556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27" name="vector-258">
            <a:extLst>
              <a:ext uri="{FF2B5EF4-FFF2-40B4-BE49-F238E27FC236}">
                <ns2:creationId id="{23A46339-BEAE-4E75-A789-09B044E699A1}"/>
              </a:ext>
            </a:extLst>
          </p:cNvPr>
          <p:cNvSpPr>
            <a:spLocks noGrp="1"/>
          </p:cNvSpPr>
          <p:nvPr/>
        </p:nvSpPr>
        <p:spPr>
          <a:xfrm>
            <a:off x="4328556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28" name="text-259">
            <a:extLst>
              <a:ext uri="{FF2B5EF4-FFF2-40B4-BE49-F238E27FC236}">
                <ns2:creationId id="{AC8B7D55-64F9-491D-B623-7D01D3547201}"/>
              </a:ext>
            </a:extLst>
          </p:cNvPr>
          <p:cNvSpPr>
            <a:spLocks noGrp="1"/>
          </p:cNvSpPr>
          <p:nvPr/>
        </p:nvSpPr>
        <p:spPr>
          <a:xfrm>
            <a:off x="4140530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种D</a:t>
            </a:r>
            <a:endParaRPr/>
          </a:p>
        </p:txBody>
      </p:sp>
      <p:graphicFrame>
        <p:nvGraphicFramePr>
          <p:cNvPr id="29" name="Chart">
            <a:extLst>
              <a:ext uri="{FF2B5EF4-FFF2-40B4-BE49-F238E27FC236}">
                <ns2:creationId id="{8412622D-13A6-4B72-892C-8B55AF70CBDC}"/>
              </a:ext>
            </a:extLst>
          </p:cNvPr>
          <p:cNvGraphicFramePr/>
          <p:nvPr/>
        </p:nvGraphicFramePr>
        <p:xfrm>
          <a:off x="304800" y="2562225"/>
          <a:ext cx="5076701" cy="2057400"/>
        </p:xfrm>
        <a:graphic>
          <a:graphicData uri="http://schemas.openxmlformats.org/drawingml/2006/chart">
            <c:chart r:id="R9e4b51eb44254abd"/>
          </a:graphicData>
        </a:graphic>
      </p:graphicFrame>
      <p:sp>
        <p:nvSpPr>
          <p:cNvPr id="30" name="shape-260">
            <a:extLst>
              <a:ext uri="{FF2B5EF4-FFF2-40B4-BE49-F238E27FC236}">
                <ns2:creationId id="{0D4093EE-FF37-41DF-9493-C791FCB0866C}"/>
              </a:ext>
            </a:extLst>
          </p:cNvPr>
          <p:cNvSpPr>
            <a:spLocks noGrp="1"/>
          </p:cNvSpPr>
          <p:nvPr/>
        </p:nvSpPr>
        <p:spPr>
          <a:xfrm>
            <a:off x="6810499" y="1057275"/>
            <a:ext cx="5076701" cy="361950"/>
          </a:xfrm>
          <a:prstGeom prst="rect">
            <a:avLst/>
          </a:prstGeom>
          <a:solidFill>
            <a:srgbClr val="7960D0"/>
          </a:solidFill>
          <a:ln w="0">
            <a:noFill/>
            <a:prstDash val="solid"/>
          </a:ln>
        </p:spPr>
      </p:sp>
      <p:sp>
        <p:nvSpPr>
          <p:cNvPr id="31" name="text-261">
            <a:extLst>
              <a:ext uri="{FF2B5EF4-FFF2-40B4-BE49-F238E27FC236}">
                <ns2:creationId id="{513E1336-EED5-46EA-AA6E-A488A2973463}"/>
              </a:ext>
            </a:extLst>
          </p:cNvPr>
          <p:cNvSpPr>
            <a:spLocks noGrp="1"/>
          </p:cNvSpPr>
          <p:nvPr/>
        </p:nvSpPr>
        <p:spPr>
          <a:xfrm>
            <a:off x="6960919" y="1085850"/>
            <a:ext cx="477586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样方乙：多度分配</a:t>
            </a:r>
            <a:endParaRPr/>
          </a:p>
        </p:txBody>
      </p:sp>
      <p:sp>
        <p:nvSpPr>
          <p:cNvPr id="32" name="vector-262">
            <a:extLst>
              <a:ext uri="{FF2B5EF4-FFF2-40B4-BE49-F238E27FC236}">
                <ns2:creationId id="{48B06596-909C-4E98-9154-6DD40BF1049B}"/>
              </a:ext>
            </a:extLst>
          </p:cNvPr>
          <p:cNvSpPr>
            <a:spLocks noGrp="1"/>
          </p:cNvSpPr>
          <p:nvPr/>
        </p:nvSpPr>
        <p:spPr>
          <a:xfrm>
            <a:off x="7167748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33" name="icon-leaf-263">
            <a:extLst>
              <a:ext uri="{FF2B5EF4-FFF2-40B4-BE49-F238E27FC236}">
                <ns2:creationId id="{9885D9A8-E789-49FD-8B6F-27AE0B8C8867}"/>
              </a:ext>
            </a:extLst>
          </p:cNvPr>
          <p:cNvSpPr>
            <a:spLocks noGrp="1"/>
          </p:cNvSpPr>
          <p:nvPr/>
        </p:nvSpPr>
        <p:spPr>
          <a:xfrm>
            <a:off x="7280188" y="1649349"/>
            <a:ext cx="131994" cy="222885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34" name="icon-leaf-264">
            <a:extLst>
              <a:ext uri="{FF2B5EF4-FFF2-40B4-BE49-F238E27FC236}">
                <ns2:creationId id="{90DF56A0-2CA8-4C35-805C-944A49DFB98C}"/>
              </a:ext>
            </a:extLst>
          </p:cNvPr>
          <p:cNvSpPr>
            <a:spLocks noGrp="1"/>
          </p:cNvSpPr>
          <p:nvPr/>
        </p:nvSpPr>
        <p:spPr>
          <a:xfrm>
            <a:off x="7417070" y="1758315"/>
            <a:ext cx="146660" cy="222885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35" name="vector-265">
            <a:extLst>
              <a:ext uri="{FF2B5EF4-FFF2-40B4-BE49-F238E27FC236}">
                <ns2:creationId id="{91CE3637-EBAF-474F-8449-974B78E11C68}"/>
              </a:ext>
            </a:extLst>
          </p:cNvPr>
          <p:cNvSpPr>
            <a:spLocks noGrp="1"/>
          </p:cNvSpPr>
          <p:nvPr/>
        </p:nvSpPr>
        <p:spPr>
          <a:xfrm>
            <a:off x="7167748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36" name="vector-266">
            <a:extLst>
              <a:ext uri="{FF2B5EF4-FFF2-40B4-BE49-F238E27FC236}">
                <ns2:creationId id="{4EC99130-524E-4E73-A224-872FA7AC65FA}"/>
              </a:ext>
            </a:extLst>
          </p:cNvPr>
          <p:cNvSpPr>
            <a:spLocks noGrp="1"/>
          </p:cNvSpPr>
          <p:nvPr/>
        </p:nvSpPr>
        <p:spPr>
          <a:xfrm>
            <a:off x="7167748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37" name="text-267">
            <a:extLst>
              <a:ext uri="{FF2B5EF4-FFF2-40B4-BE49-F238E27FC236}">
                <ns2:creationId id="{6143FB1E-23D4-41E2-A0D2-563837B5D664}"/>
              </a:ext>
            </a:extLst>
          </p:cNvPr>
          <p:cNvSpPr>
            <a:spLocks noGrp="1"/>
          </p:cNvSpPr>
          <p:nvPr/>
        </p:nvSpPr>
        <p:spPr>
          <a:xfrm>
            <a:off x="6979722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种A</a:t>
            </a:r>
            <a:endParaRPr/>
          </a:p>
        </p:txBody>
      </p:sp>
      <p:sp>
        <p:nvSpPr>
          <p:cNvPr id="38" name="vector-268">
            <a:extLst>
              <a:ext uri="{FF2B5EF4-FFF2-40B4-BE49-F238E27FC236}">
                <ns2:creationId id="{175F2ADF-4C2A-463D-B934-65E5273C0C96}"/>
              </a:ext>
            </a:extLst>
          </p:cNvPr>
          <p:cNvSpPr>
            <a:spLocks noGrp="1"/>
          </p:cNvSpPr>
          <p:nvPr/>
        </p:nvSpPr>
        <p:spPr>
          <a:xfrm>
            <a:off x="8389917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39" name="icon-leaf-269">
            <a:extLst>
              <a:ext uri="{FF2B5EF4-FFF2-40B4-BE49-F238E27FC236}">
                <ns2:creationId id="{C5270281-35BB-4D59-8608-EE183B4B4E52}"/>
              </a:ext>
            </a:extLst>
          </p:cNvPr>
          <p:cNvSpPr>
            <a:spLocks noGrp="1"/>
          </p:cNvSpPr>
          <p:nvPr/>
        </p:nvSpPr>
        <p:spPr>
          <a:xfrm>
            <a:off x="8502356" y="1649349"/>
            <a:ext cx="131994" cy="222885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40" name="icon-leaf-270">
            <a:extLst>
              <a:ext uri="{FF2B5EF4-FFF2-40B4-BE49-F238E27FC236}">
                <ns2:creationId id="{24638BD8-E2A1-41AD-8A91-605B039555C6}"/>
              </a:ext>
            </a:extLst>
          </p:cNvPr>
          <p:cNvSpPr>
            <a:spLocks noGrp="1"/>
          </p:cNvSpPr>
          <p:nvPr/>
        </p:nvSpPr>
        <p:spPr>
          <a:xfrm>
            <a:off x="8639239" y="1758315"/>
            <a:ext cx="146660" cy="222885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41" name="vector-271">
            <a:extLst>
              <a:ext uri="{FF2B5EF4-FFF2-40B4-BE49-F238E27FC236}">
                <ns2:creationId id="{04490D10-45F0-487D-ACC4-CC89E6E92569}"/>
              </a:ext>
            </a:extLst>
          </p:cNvPr>
          <p:cNvSpPr>
            <a:spLocks noGrp="1"/>
          </p:cNvSpPr>
          <p:nvPr/>
        </p:nvSpPr>
        <p:spPr>
          <a:xfrm>
            <a:off x="8389917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42" name="vector-272">
            <a:extLst>
              <a:ext uri="{FF2B5EF4-FFF2-40B4-BE49-F238E27FC236}">
                <ns2:creationId id="{882DE27E-4571-4414-A2DB-37B02262872B}"/>
              </a:ext>
            </a:extLst>
          </p:cNvPr>
          <p:cNvSpPr>
            <a:spLocks noGrp="1"/>
          </p:cNvSpPr>
          <p:nvPr/>
        </p:nvSpPr>
        <p:spPr>
          <a:xfrm>
            <a:off x="8389917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43" name="text-273">
            <a:extLst>
              <a:ext uri="{FF2B5EF4-FFF2-40B4-BE49-F238E27FC236}">
                <ns2:creationId id="{34A69772-C71A-4A1C-8DB8-95FC3A88991D}"/>
              </a:ext>
            </a:extLst>
          </p:cNvPr>
          <p:cNvSpPr>
            <a:spLocks noGrp="1"/>
          </p:cNvSpPr>
          <p:nvPr/>
        </p:nvSpPr>
        <p:spPr>
          <a:xfrm>
            <a:off x="8201891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种B</a:t>
            </a:r>
            <a:endParaRPr/>
          </a:p>
        </p:txBody>
      </p:sp>
      <p:sp>
        <p:nvSpPr>
          <p:cNvPr id="44" name="vector-274">
            <a:extLst>
              <a:ext uri="{FF2B5EF4-FFF2-40B4-BE49-F238E27FC236}">
                <ns2:creationId id="{F34AA204-D8AA-47F7-BA54-494459AC2B2A}"/>
              </a:ext>
            </a:extLst>
          </p:cNvPr>
          <p:cNvSpPr>
            <a:spLocks noGrp="1"/>
          </p:cNvSpPr>
          <p:nvPr/>
        </p:nvSpPr>
        <p:spPr>
          <a:xfrm>
            <a:off x="9612086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45" name="icon-leaf-275">
            <a:extLst>
              <a:ext uri="{FF2B5EF4-FFF2-40B4-BE49-F238E27FC236}">
                <ns2:creationId id="{424CDD83-6B3A-4801-9358-FF6C741577B4}"/>
              </a:ext>
            </a:extLst>
          </p:cNvPr>
          <p:cNvSpPr>
            <a:spLocks noGrp="1"/>
          </p:cNvSpPr>
          <p:nvPr/>
        </p:nvSpPr>
        <p:spPr>
          <a:xfrm>
            <a:off x="9724525" y="1649349"/>
            <a:ext cx="131994" cy="222885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46" name="icon-leaf-276">
            <a:extLst>
              <a:ext uri="{FF2B5EF4-FFF2-40B4-BE49-F238E27FC236}">
                <ns2:creationId id="{3770F25D-819F-46B9-806F-EF23BCEE9BDA}"/>
              </a:ext>
            </a:extLst>
          </p:cNvPr>
          <p:cNvSpPr>
            <a:spLocks noGrp="1"/>
          </p:cNvSpPr>
          <p:nvPr/>
        </p:nvSpPr>
        <p:spPr>
          <a:xfrm>
            <a:off x="9861408" y="1758315"/>
            <a:ext cx="146660" cy="222885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47" name="vector-277">
            <a:extLst>
              <a:ext uri="{FF2B5EF4-FFF2-40B4-BE49-F238E27FC236}">
                <ns2:creationId id="{8BD546CE-2C43-4D44-9515-7B6C197F636C}"/>
              </a:ext>
            </a:extLst>
          </p:cNvPr>
          <p:cNvSpPr>
            <a:spLocks noGrp="1"/>
          </p:cNvSpPr>
          <p:nvPr/>
        </p:nvSpPr>
        <p:spPr>
          <a:xfrm>
            <a:off x="9612086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48" name="vector-278">
            <a:extLst>
              <a:ext uri="{FF2B5EF4-FFF2-40B4-BE49-F238E27FC236}">
                <ns2:creationId id="{27F250BB-89C8-4F51-85CF-1E4848BF6270}"/>
              </a:ext>
            </a:extLst>
          </p:cNvPr>
          <p:cNvSpPr>
            <a:spLocks noGrp="1"/>
          </p:cNvSpPr>
          <p:nvPr/>
        </p:nvSpPr>
        <p:spPr>
          <a:xfrm>
            <a:off x="9612086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49" name="text-279">
            <a:extLst>
              <a:ext uri="{FF2B5EF4-FFF2-40B4-BE49-F238E27FC236}">
                <ns2:creationId id="{62CD2AF9-4029-4813-855C-33AED2DDA59C}"/>
              </a:ext>
            </a:extLst>
          </p:cNvPr>
          <p:cNvSpPr>
            <a:spLocks noGrp="1"/>
          </p:cNvSpPr>
          <p:nvPr/>
        </p:nvSpPr>
        <p:spPr>
          <a:xfrm>
            <a:off x="9424060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种C</a:t>
            </a:r>
            <a:endParaRPr/>
          </a:p>
        </p:txBody>
      </p:sp>
      <p:sp>
        <p:nvSpPr>
          <p:cNvPr id="50" name="vector-280">
            <a:extLst>
              <a:ext uri="{FF2B5EF4-FFF2-40B4-BE49-F238E27FC236}">
                <ns2:creationId id="{74D884F0-F266-4DC4-B130-4696D3437706}"/>
              </a:ext>
            </a:extLst>
          </p:cNvPr>
          <p:cNvSpPr>
            <a:spLocks noGrp="1"/>
          </p:cNvSpPr>
          <p:nvPr/>
        </p:nvSpPr>
        <p:spPr>
          <a:xfrm>
            <a:off x="10834255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51" name="icon-leaf-281">
            <a:extLst>
              <a:ext uri="{FF2B5EF4-FFF2-40B4-BE49-F238E27FC236}">
                <ns2:creationId id="{B33A5734-DB7D-4781-B398-93181F8DEA3B}"/>
              </a:ext>
            </a:extLst>
          </p:cNvPr>
          <p:cNvSpPr>
            <a:spLocks noGrp="1"/>
          </p:cNvSpPr>
          <p:nvPr/>
        </p:nvSpPr>
        <p:spPr>
          <a:xfrm>
            <a:off x="10946694" y="1649349"/>
            <a:ext cx="131994" cy="222885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52" name="icon-leaf-282">
            <a:extLst>
              <a:ext uri="{FF2B5EF4-FFF2-40B4-BE49-F238E27FC236}">
                <ns2:creationId id="{A14EF601-4D99-4FC9-BBFE-C3672C801611}"/>
              </a:ext>
            </a:extLst>
          </p:cNvPr>
          <p:cNvSpPr>
            <a:spLocks noGrp="1"/>
          </p:cNvSpPr>
          <p:nvPr/>
        </p:nvSpPr>
        <p:spPr>
          <a:xfrm>
            <a:off x="11083577" y="1758315"/>
            <a:ext cx="146660" cy="222885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53" name="vector-283">
            <a:extLst>
              <a:ext uri="{FF2B5EF4-FFF2-40B4-BE49-F238E27FC236}">
                <ns2:creationId id="{B07E5762-1F7F-4515-AD0D-49F2CFC97B30}"/>
              </a:ext>
            </a:extLst>
          </p:cNvPr>
          <p:cNvSpPr>
            <a:spLocks noGrp="1"/>
          </p:cNvSpPr>
          <p:nvPr/>
        </p:nvSpPr>
        <p:spPr>
          <a:xfrm>
            <a:off x="10834255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54" name="vector-284">
            <a:extLst>
              <a:ext uri="{FF2B5EF4-FFF2-40B4-BE49-F238E27FC236}">
                <ns2:creationId id="{3B2487C8-D0B8-49C1-8394-AECB299A97BC}"/>
              </a:ext>
            </a:extLst>
          </p:cNvPr>
          <p:cNvSpPr>
            <a:spLocks noGrp="1"/>
          </p:cNvSpPr>
          <p:nvPr/>
        </p:nvSpPr>
        <p:spPr>
          <a:xfrm>
            <a:off x="10834255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55" name="text-285">
            <a:extLst>
              <a:ext uri="{FF2B5EF4-FFF2-40B4-BE49-F238E27FC236}">
                <ns2:creationId id="{31687D60-66B4-407B-82B7-90C3101077C0}"/>
              </a:ext>
            </a:extLst>
          </p:cNvPr>
          <p:cNvSpPr>
            <a:spLocks noGrp="1"/>
          </p:cNvSpPr>
          <p:nvPr/>
        </p:nvSpPr>
        <p:spPr>
          <a:xfrm>
            <a:off x="10646229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种D</a:t>
            </a:r>
            <a:endParaRPr/>
          </a:p>
        </p:txBody>
      </p:sp>
      <p:graphicFrame>
        <p:nvGraphicFramePr>
          <p:cNvPr id="56" name="Chart">
            <a:extLst>
              <a:ext uri="{FF2B5EF4-FFF2-40B4-BE49-F238E27FC236}">
                <ns2:creationId id="{B7453D96-8A4F-49F6-B89B-00B4AD239145}"/>
              </a:ext>
            </a:extLst>
          </p:cNvPr>
          <p:cNvGraphicFramePr/>
          <p:nvPr/>
        </p:nvGraphicFramePr>
        <p:xfrm>
          <a:off x="6810499" y="2562225"/>
          <a:ext cx="5076701" cy="2057400"/>
        </p:xfrm>
        <a:graphic>
          <a:graphicData uri="http://schemas.openxmlformats.org/drawingml/2006/chart">
            <c:chart r:id="Rc49d4862ef9e4b9a"/>
          </a:graphicData>
        </a:graphic>
      </p:graphicFrame>
      <p:sp>
        <p:nvSpPr>
          <p:cNvPr id="57" name="icon-camera-286">
            <a:extLst>
              <a:ext uri="{FF2B5EF4-FFF2-40B4-BE49-F238E27FC236}">
                <ns2:creationId id="{4104C54E-A22D-429F-8341-10E9FAFE7184}"/>
              </a:ext>
            </a:extLst>
          </p:cNvPr>
          <p:cNvSpPr>
            <a:spLocks noGrp="1"/>
          </p:cNvSpPr>
          <p:nvPr/>
        </p:nvSpPr>
        <p:spPr>
          <a:xfrm>
            <a:off x="5763570" y="1685544"/>
            <a:ext cx="420426" cy="302133"/>
          </a:xfrm>
          <a:prstGeom prst="roundRect">
            <a:avLst>
              <a:gd name="adj" fmla="val 25221"/>
            </a:avLst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58" name="icon-camera-287">
            <a:extLst>
              <a:ext uri="{FF2B5EF4-FFF2-40B4-BE49-F238E27FC236}">
                <ns2:creationId id="{7D1DFCC3-B728-4DFB-B4F6-8FA2A680759E}"/>
              </a:ext>
            </a:extLst>
          </p:cNvPr>
          <p:cNvSpPr>
            <a:spLocks noGrp="1"/>
          </p:cNvSpPr>
          <p:nvPr/>
        </p:nvSpPr>
        <p:spPr>
          <a:xfrm>
            <a:off x="5890676" y="1621155"/>
            <a:ext cx="161326" cy="84201"/>
          </a:xfrm>
          <a:prstGeom prst="roundRect">
            <a:avLst>
              <a:gd name="adj" fmla="val 50000"/>
            </a:avLst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59" name="icon-camera-288">
            <a:extLst>
              <a:ext uri="{FF2B5EF4-FFF2-40B4-BE49-F238E27FC236}">
                <ns2:creationId id="{5241C9F8-CBD5-4CE4-97CE-F4167AE37104}"/>
              </a:ext>
            </a:extLst>
          </p:cNvPr>
          <p:cNvSpPr>
            <a:spLocks noGrp="1"/>
          </p:cNvSpPr>
          <p:nvPr/>
        </p:nvSpPr>
        <p:spPr>
          <a:xfrm>
            <a:off x="5885787" y="1749933"/>
            <a:ext cx="175992" cy="178308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60" name="icon-camera-289">
            <a:extLst>
              <a:ext uri="{FF2B5EF4-FFF2-40B4-BE49-F238E27FC236}">
                <ns2:creationId id="{CB537AA3-3379-426E-AC79-0B8C0A3B10FF}"/>
              </a:ext>
            </a:extLst>
          </p:cNvPr>
          <p:cNvSpPr>
            <a:spLocks noGrp="1"/>
          </p:cNvSpPr>
          <p:nvPr/>
        </p:nvSpPr>
        <p:spPr>
          <a:xfrm>
            <a:off x="6091111" y="1725168"/>
            <a:ext cx="39109" cy="39624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61" name="text-290">
            <a:extLst>
              <a:ext uri="{FF2B5EF4-FFF2-40B4-BE49-F238E27FC236}">
                <ns2:creationId id="{8D1101A6-A177-432F-BED5-27E1C932EEB1}"/>
              </a:ext>
            </a:extLst>
          </p:cNvPr>
          <p:cNvSpPr>
            <a:spLocks noGrp="1"/>
          </p:cNvSpPr>
          <p:nvPr/>
        </p:nvSpPr>
        <p:spPr>
          <a:xfrm>
            <a:off x="5409705" y="2114550"/>
            <a:ext cx="139139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物种组成</a:t>
            </a:r>
          </a:p>
        </p:txBody>
      </p:sp>
      <p:sp>
        <p:nvSpPr>
          <p:cNvPr id="62" name="icon-database-291">
            <a:extLst>
              <a:ext uri="{FF2B5EF4-FFF2-40B4-BE49-F238E27FC236}">
                <ns2:creationId id="{F6591B48-EC29-4C56-B2C4-3990A1387842}"/>
              </a:ext>
            </a:extLst>
          </p:cNvPr>
          <p:cNvSpPr>
            <a:spLocks noGrp="1"/>
          </p:cNvSpPr>
          <p:nvPr/>
        </p:nvSpPr>
        <p:spPr>
          <a:xfrm>
            <a:off x="5807568" y="2684907"/>
            <a:ext cx="332430" cy="312039"/>
          </a:xfrm>
          <a:prstGeom prst="can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63" name="vector-292">
            <a:extLst>
              <a:ext uri="{FF2B5EF4-FFF2-40B4-BE49-F238E27FC236}">
                <ns2:creationId id="{26ADC2B6-A1FE-44F2-8C1B-F626368BF5CD}"/>
              </a:ext>
            </a:extLst>
          </p:cNvPr>
          <p:cNvSpPr>
            <a:spLocks noGrp="1"/>
          </p:cNvSpPr>
          <p:nvPr/>
        </p:nvSpPr>
        <p:spPr>
          <a:xfrm>
            <a:off x="5729349" y="2590800"/>
            <a:ext cx="488868" cy="49530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4" name="vector-293">
            <a:extLst>
              <a:ext uri="{FF2B5EF4-FFF2-40B4-BE49-F238E27FC236}">
                <ns2:creationId id="{AB75D830-F880-4BC3-A99C-03A73575E0EB}"/>
              </a:ext>
            </a:extLst>
          </p:cNvPr>
          <p:cNvSpPr>
            <a:spLocks noGrp="1"/>
          </p:cNvSpPr>
          <p:nvPr/>
        </p:nvSpPr>
        <p:spPr>
          <a:xfrm>
            <a:off x="5729349" y="2590800"/>
            <a:ext cx="488868" cy="49530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5" name="text-294">
            <a:extLst>
              <a:ext uri="{FF2B5EF4-FFF2-40B4-BE49-F238E27FC236}">
                <ns2:creationId id="{28F27275-773C-47E5-80F2-E4F27E714A2B}"/>
              </a:ext>
            </a:extLst>
          </p:cNvPr>
          <p:cNvSpPr>
            <a:spLocks noGrp="1"/>
          </p:cNvSpPr>
          <p:nvPr/>
        </p:nvSpPr>
        <p:spPr>
          <a:xfrm>
            <a:off x="5409705" y="3133725"/>
            <a:ext cx="139139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计数分布</a:t>
            </a:r>
          </a:p>
        </p:txBody>
      </p:sp>
      <p:sp>
        <p:nvSpPr>
          <p:cNvPr id="66" name="icon-clipboard-295">
            <a:extLst>
              <a:ext uri="{FF2B5EF4-FFF2-40B4-BE49-F238E27FC236}">
                <ns2:creationId id="{FADEDF5C-212E-4479-8A33-1DF043CA09B2}"/>
              </a:ext>
            </a:extLst>
          </p:cNvPr>
          <p:cNvSpPr>
            <a:spLocks noGrp="1"/>
          </p:cNvSpPr>
          <p:nvPr/>
        </p:nvSpPr>
        <p:spPr>
          <a:xfrm>
            <a:off x="5817346" y="3669411"/>
            <a:ext cx="317764" cy="386334"/>
          </a:xfrm>
          <a:prstGeom prst="roundRect">
            <a:avLst>
              <a:gd name="adj" fmla="val 23669"/>
            </a:avLst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67" name="icon-clipboard-296">
            <a:extLst>
              <a:ext uri="{FF2B5EF4-FFF2-40B4-BE49-F238E27FC236}">
                <ns2:creationId id="{8B59318B-C1DB-47D3-B12C-4C702B9CEB60}"/>
              </a:ext>
            </a:extLst>
          </p:cNvPr>
          <p:cNvSpPr>
            <a:spLocks noGrp="1"/>
          </p:cNvSpPr>
          <p:nvPr/>
        </p:nvSpPr>
        <p:spPr>
          <a:xfrm>
            <a:off x="5900453" y="3634740"/>
            <a:ext cx="146660" cy="74295"/>
          </a:xfrm>
          <a:prstGeom prst="roundRect">
            <a:avLst>
              <a:gd name="adj" fmla="val 50000"/>
            </a:avLst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68" name="vector-297">
            <a:extLst>
              <a:ext uri="{FF2B5EF4-FFF2-40B4-BE49-F238E27FC236}">
                <ns2:creationId id="{DF9B2472-0A02-4F2F-B21C-6FA634D84C50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9" name="vector-298">
            <a:extLst>
              <a:ext uri="{FF2B5EF4-FFF2-40B4-BE49-F238E27FC236}">
                <ns2:creationId id="{E4E4355B-82FA-4108-A62A-F9DD1EEFDC1B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70" name="vector-299">
            <a:extLst>
              <a:ext uri="{FF2B5EF4-FFF2-40B4-BE49-F238E27FC236}">
                <ns2:creationId id="{CB4F7F53-0CD9-4034-B4FE-CF953E9BE3DD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71" name="vector-300">
            <a:extLst>
              <a:ext uri="{FF2B5EF4-FFF2-40B4-BE49-F238E27FC236}">
                <ns2:creationId id="{43E2265B-31A8-40E3-86C1-E7862EC61A4A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72" name="vector-301">
            <a:extLst>
              <a:ext uri="{FF2B5EF4-FFF2-40B4-BE49-F238E27FC236}">
                <ns2:creationId id="{D0B509F2-AC1B-4863-894E-3965F6915068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73" name="vector-302">
            <a:extLst>
              <a:ext uri="{FF2B5EF4-FFF2-40B4-BE49-F238E27FC236}">
                <ns2:creationId id="{0E52FDED-910D-4360-867E-D3C2A1404566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74" name="vector-303">
            <a:extLst>
              <a:ext uri="{FF2B5EF4-FFF2-40B4-BE49-F238E27FC236}">
                <ns2:creationId id="{0788A2DC-4C16-4AB0-B887-3C15AD1525D3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75" name="vector-304">
            <a:extLst>
              <a:ext uri="{FF2B5EF4-FFF2-40B4-BE49-F238E27FC236}">
                <ns2:creationId id="{1FEE812D-0EE0-49DC-B5B9-B5913577AC93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76" name="vector-305">
            <a:extLst>
              <a:ext uri="{FF2B5EF4-FFF2-40B4-BE49-F238E27FC236}">
                <ns2:creationId id="{41F40E46-F22E-4CCC-B1D3-F733111CF831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77" name="text-306">
            <a:extLst>
              <a:ext uri="{FF2B5EF4-FFF2-40B4-BE49-F238E27FC236}">
                <ns2:creationId id="{9E998112-ACA0-408A-8A5B-0F2E9784C689}"/>
              </a:ext>
            </a:extLst>
          </p:cNvPr>
          <p:cNvSpPr>
            <a:spLocks noGrp="1"/>
          </p:cNvSpPr>
          <p:nvPr/>
        </p:nvSpPr>
        <p:spPr>
          <a:xfrm>
            <a:off x="5409705" y="4152900"/>
            <a:ext cx="139139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指标比较</a:t>
            </a:r>
          </a:p>
        </p:txBody>
      </p:sp>
      <p:graphicFrame>
        <p:nvGraphicFramePr>
          <p:cNvPr id="78" name="">
            <a:extLst>
              <a:ext uri="{FF2B5EF4-FFF2-40B4-BE49-F238E27FC236}">
                <ns2:creationId id="{2AB4F898-3313-4DA3-9A0B-A56B767ABDA5}"/>
              </a:ext>
            </a:extLst>
          </p:cNvPr>
          <p:cNvGraphicFramePr/>
          <p:nvPr/>
        </p:nvGraphicFramePr>
        <p:xfrm>
          <a:off x="304800" y="4667250"/>
          <a:ext cx="11582400" cy="1181100"/>
        </p:xfrm>
        <a:graphic>
          <a:graphicData uri="http://schemas.openxmlformats.org/drawingml/2006/table">
            <a:tbl>
              <a:tblPr/>
              <a:tblGrid>
                <a:gridCol w="3860800"/>
                <a:gridCol w="3860800"/>
                <a:gridCol w="3860800"/>
              </a:tblGrid>
              <a:tr h="295275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样方甲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E1DCEF"/>
                      </a:solidFill>
                      <a:prstDash val="solid"/>
                    </a:lnL>
                    <a:lnR w="5715">
                      <a:solidFill>
                        <a:srgbClr val="E1DCEF"/>
                      </a:solidFill>
                      <a:prstDash val="solid"/>
                    </a:lnR>
                    <a:lnT w="5715">
                      <a:solidFill>
                        <a:srgbClr val="E1DCEF"/>
                      </a:solidFill>
                      <a:prstDash val="solid"/>
                    </a:lnT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4D319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比较指标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1DCEF"/>
                      </a:solidFill>
                      <a:prstDash val="solid"/>
                    </a:lnR>
                    <a:lnT w="5715">
                      <a:solidFill>
                        <a:srgbClr val="E1DCEF"/>
                      </a:solidFill>
                      <a:prstDash val="solid"/>
                    </a:lnT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4D319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样方乙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1DCEF"/>
                      </a:solidFill>
                      <a:prstDash val="solid"/>
                    </a:lnR>
                    <a:lnT w="5715">
                      <a:solidFill>
                        <a:srgbClr val="E1DCEF"/>
                      </a:solidFill>
                      <a:prstDash val="solid"/>
                    </a:lnT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4D319F"/>
                    </a:solidFill>
                  </a:tcPr>
                </a:tc>
              </a:tr>
              <a:tr h="295275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E1DCEF"/>
                      </a:solidFill>
                      <a:prstDash val="solid"/>
                    </a:lnL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物种数 S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E1DCEF"/>
                      </a:solidFill>
                      <a:prstDash val="solid"/>
                    </a:lnL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总个体数 N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4F0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4F0FF"/>
                    </a:solidFill>
                  </a:tcPr>
                </a:tc>
              </a:tr>
              <a:tr h="295275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1.280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E1DCEF"/>
                      </a:solidFill>
                      <a:prstDash val="solid"/>
                    </a:lnL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Shannon H′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0.914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E1DCEF"/>
                      </a:solidFill>
                      <a:prstDash val="solid"/>
                    </a:lnR>
                    <a:lnB w="5715">
                      <a:solidFill>
                        <a:srgbClr val="E1DC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9" name="text-307">
            <a:extLst>
              <a:ext uri="{FF2B5EF4-FFF2-40B4-BE49-F238E27FC236}">
                <ns2:creationId id="{FAE6F595-D49C-42BA-8E51-A21D553750E0}"/>
              </a:ext>
            </a:extLst>
          </p:cNvPr>
          <p:cNvSpPr>
            <a:spLocks noGrp="1"/>
          </p:cNvSpPr>
          <p:nvPr/>
        </p:nvSpPr>
        <p:spPr>
          <a:xfrm>
            <a:off x="304800" y="5876925"/>
            <a:ext cx="11582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950" b="0">
                <a:solidFill>
                  <a:srgbClr val="4D319F"/>
                </a:solidFill>
                <a:latin typeface="Noto Serif CJK SC"/>
                <a:ea typeface="Noto Serif CJK SC"/>
                <a:cs typeface="Noto Serif CJK SC"/>
              </a:defRPr>
            </a:defPPr>
            <a:lvl1pPr algn="ctr">
              <a:defRPr sz="1950" b="0">
                <a:solidFill>
                  <a:srgbClr val="4D319F"/>
                </a:solidFill>
                <a:latin typeface="Noto Serif CJK SC"/>
                <a:ea typeface="Noto Serif CJK SC"/>
                <a:cs typeface="Noto Serif CJK SC"/>
              </a:defRPr>
            </a:lvl1pPr>
            <a:lvl2pPr algn="ctr">
              <a:defRPr sz="1950" b="0">
                <a:solidFill>
                  <a:srgbClr val="4D319F"/>
                </a:solidFill>
                <a:latin typeface="Noto Serif CJK SC"/>
                <a:ea typeface="Noto Serif CJK SC"/>
                <a:cs typeface="Noto Serif CJK SC"/>
              </a:defRPr>
            </a:lvl2pPr>
            <a:lvl3pPr algn="ctr">
              <a:defRPr sz="1950" b="0">
                <a:solidFill>
                  <a:srgbClr val="4D319F"/>
                </a:solidFill>
                <a:latin typeface="Noto Serif CJK SC"/>
                <a:ea typeface="Noto Serif CJK SC"/>
                <a:cs typeface="Noto Serif CJK SC"/>
              </a:defRPr>
            </a:lvl3pPr>
            <a:lvl4pPr algn="ctr">
              <a:defRPr sz="1950" b="0">
                <a:solidFill>
                  <a:srgbClr val="4D319F"/>
                </a:solidFill>
                <a:latin typeface="Noto Serif CJK SC"/>
                <a:ea typeface="Noto Serif CJK SC"/>
                <a:cs typeface="Noto Serif CJK SC"/>
              </a:defRPr>
            </a:lvl4pPr>
            <a:lvl5pPr algn="ctr">
              <a:defRPr sz="1950" b="0">
                <a:solidFill>
                  <a:srgbClr val="4D319F"/>
                </a:solidFill>
                <a:latin typeface="Noto Serif CJK SC"/>
                <a:ea typeface="Noto Serif CJK SC"/>
                <a:cs typeface="Noto Serif CJK SC"/>
              </a:defRPr>
            </a:lvl5pPr>
            <a:lvl6pPr algn="ctr">
              <a:defRPr sz="1950" b="0">
                <a:solidFill>
                  <a:srgbClr val="4D319F"/>
                </a:solidFill>
                <a:latin typeface="Noto Serif CJK SC"/>
                <a:ea typeface="Noto Serif CJK SC"/>
                <a:cs typeface="Noto Serif CJK SC"/>
              </a:defRPr>
            </a:lvl6pPr>
            <a:lvl7pPr algn="ctr">
              <a:defRPr sz="1950" b="0">
                <a:solidFill>
                  <a:srgbClr val="4D319F"/>
                </a:solidFill>
                <a:latin typeface="Noto Serif CJK SC"/>
                <a:ea typeface="Noto Serif CJK SC"/>
                <a:cs typeface="Noto Serif CJK SC"/>
              </a:defRPr>
            </a:lvl7pPr>
            <a:lvl8pPr algn="ctr">
              <a:defRPr sz="1950" b="0">
                <a:solidFill>
                  <a:srgbClr val="4D319F"/>
                </a:solidFill>
                <a:latin typeface="Noto Serif CJK SC"/>
                <a:ea typeface="Noto Serif CJK SC"/>
                <a:cs typeface="Noto Serif CJK SC"/>
              </a:defRPr>
            </a:lvl8pPr>
            <a:lvl9pPr algn="ctr">
              <a:defRPr sz="1950" b="0">
                <a:solidFill>
                  <a:srgbClr val="4D319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ctr">
              <a:defRPr sz="1950" b="0">
                <a:solidFill>
                  <a:srgbClr val="4D319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50" b="0">
                <a:solidFill>
                  <a:srgbClr val="4D319F"/>
                </a:solidFill>
                <a:latin typeface="Noto Serif CJK SC"/>
                <a:ea typeface="Noto Serif CJK SC"/>
                <a:cs typeface="Noto Serif CJK SC"/>
              </a:rPr>
              <a:t>H′ = −Σ pᵢ ln(pᵢ)      pᵢ = nᵢ / N</a:t>
            </a:r>
            <a:endParaRPr/>
          </a:p>
        </p:txBody>
      </p:sp>
      <p:sp>
        <p:nvSpPr>
          <p:cNvPr id="80" name="shape-308">
            <a:extLst>
              <a:ext uri="{FF2B5EF4-FFF2-40B4-BE49-F238E27FC236}">
                <ns2:creationId id="{354A7AD2-6EAC-4BAF-BB90-A6F15F97D175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81" name="text-309">
            <a:extLst>
              <a:ext uri="{FF2B5EF4-FFF2-40B4-BE49-F238E27FC236}">
                <ns2:creationId id="{6F8780CB-75B7-4689-89A7-964F2FD3A820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总数相同，多度分配仍会改变多样性指数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2" name="text-310">
            <a:extLst>
              <a:ext uri="{FF2B5EF4-FFF2-40B4-BE49-F238E27FC236}">
                <ns2:creationId id="{AAC46294-E685-4A45-8BCA-440C3D2FDA21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83" name="text-311">
            <a:extLst>
              <a:ext uri="{FF2B5EF4-FFF2-40B4-BE49-F238E27FC236}">
                <ns2:creationId id="{CE7B4DED-8567-4B89-BCCD-717FB673D9B1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/>
          </a:p>
        </p:txBody>
      </p:sp>
    </p:spTree>
    <p:extLst>
      <p:ext uri="{BB962C8B-B14F-4D97-AF65-F5344CB8AC3E}">
        <ns5:creationId val="1596809342"/>
      </p:ext>
    </p:extLst>
  </p:cSld>
</p:sld>
</file>

<file path=ppt/slides/slide2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4" name="text-526">
            <a:extLst>
              <a:ext uri="{FF2B5EF4-FFF2-40B4-BE49-F238E27FC236}">
                <ns2:creationId id="{99DFEB74-A564-4E1D-8BA3-F81B4C3EE334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解题流程｜从原始计数到可比较指标</a:t>
            </a:r>
            <a:endParaRPr/>
          </a:p>
        </p:txBody>
      </p:sp>
      <p:sp>
        <p:nvSpPr>
          <p:cNvPr id="2" name="line-527">
            <a:extLst>
              <a:ext uri="{FF2B5EF4-FFF2-40B4-BE49-F238E27FC236}">
                <ns2:creationId id="{E5B657CB-E28F-4C48-9DE6-383B50640ACE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4D319F"/>
            </a:solidFill>
            <a:prstDash val="solid"/>
          </a:ln>
        </p:spPr>
      </p:sp>
      <p:sp>
        <p:nvSpPr>
          <p:cNvPr id="3" name="panel-528">
            <a:extLst>
              <a:ext uri="{FF2B5EF4-FFF2-40B4-BE49-F238E27FC236}">
                <ns2:creationId id="{78DDBEC4-1351-4232-89D4-9259FD033B32}"/>
              </a:ext>
            </a:extLst>
          </p:cNvPr>
          <p:cNvSpPr>
            <a:spLocks noGrp="1"/>
          </p:cNvSpPr>
          <p:nvPr/>
        </p:nvSpPr>
        <p:spPr>
          <a:xfrm>
            <a:off x="304800" y="876300"/>
            <a:ext cx="2707574" cy="5210175"/>
          </a:xfrm>
          <a:prstGeom prst="rect">
            <a:avLst>
              <a:gd name="adj" fmla="val 2778"/>
            </a:avLst>
          </a:prstGeom>
          <a:solidFill>
            <a:srgbClr val="FFFFFF"/>
          </a:solidFill>
          <a:ln w="11430">
            <a:solidFill>
              <a:srgbClr val="4D319F"/>
            </a:solidFill>
            <a:prstDash val="solid"/>
          </a:ln>
        </p:spPr>
      </p:sp>
      <p:sp>
        <p:nvSpPr>
          <p:cNvPr id="4" name="shape-529">
            <a:extLst>
              <a:ext uri="{FF2B5EF4-FFF2-40B4-BE49-F238E27FC236}">
                <ns2:creationId id="{1927AEAB-B31D-4CAA-99A2-04130CEF063A}"/>
              </a:ext>
            </a:extLst>
          </p:cNvPr>
          <p:cNvSpPr>
            <a:spLocks noGrp="1"/>
          </p:cNvSpPr>
          <p:nvPr/>
        </p:nvSpPr>
        <p:spPr>
          <a:xfrm>
            <a:off x="314201" y="885825"/>
            <a:ext cx="2688771" cy="400050"/>
          </a:xfrm>
          <a:prstGeom prst="rect">
            <a:avLst>
              <a:gd name="adj" fmla="val 19048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5" name="icon-camera-530">
            <a:extLst>
              <a:ext uri="{FF2B5EF4-FFF2-40B4-BE49-F238E27FC236}">
                <ns2:creationId id="{245AF056-EB00-4E41-B4D7-3944F68077F6}"/>
              </a:ext>
            </a:extLst>
          </p:cNvPr>
          <p:cNvSpPr>
            <a:spLocks noGrp="1"/>
          </p:cNvSpPr>
          <p:nvPr/>
        </p:nvSpPr>
        <p:spPr>
          <a:xfrm>
            <a:off x="435384" y="1011650"/>
            <a:ext cx="218299" cy="156877"/>
          </a:xfrm>
          <a:prstGeom prst="roundRect">
            <a:avLst>
              <a:gd name="adj" fmla="val 48573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6" name="icon-camera-531">
            <a:extLst>
              <a:ext uri="{FF2B5EF4-FFF2-40B4-BE49-F238E27FC236}">
                <ns2:creationId id="{AF5FDA90-1053-4EDB-A274-68B13126E7AA}"/>
              </a:ext>
            </a:extLst>
          </p:cNvPr>
          <p:cNvSpPr>
            <a:spLocks noGrp="1"/>
          </p:cNvSpPr>
          <p:nvPr/>
        </p:nvSpPr>
        <p:spPr>
          <a:xfrm>
            <a:off x="501381" y="978218"/>
            <a:ext cx="83766" cy="437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" name="icon-camera-532">
            <a:extLst>
              <a:ext uri="{FF2B5EF4-FFF2-40B4-BE49-F238E27FC236}">
                <ns2:creationId id="{B41B0BB3-C328-4985-A1C1-675503F4D2C3}"/>
              </a:ext>
            </a:extLst>
          </p:cNvPr>
          <p:cNvSpPr>
            <a:spLocks noGrp="1"/>
          </p:cNvSpPr>
          <p:nvPr/>
        </p:nvSpPr>
        <p:spPr>
          <a:xfrm>
            <a:off x="498843" y="1045083"/>
            <a:ext cx="91381" cy="92583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8" name="icon-camera-533">
            <a:extLst>
              <a:ext uri="{FF2B5EF4-FFF2-40B4-BE49-F238E27FC236}">
                <ns2:creationId id="{815D5199-655E-4060-B29B-290396DA699D}"/>
              </a:ext>
            </a:extLst>
          </p:cNvPr>
          <p:cNvSpPr>
            <a:spLocks noGrp="1"/>
          </p:cNvSpPr>
          <p:nvPr/>
        </p:nvSpPr>
        <p:spPr>
          <a:xfrm>
            <a:off x="605454" y="1032224"/>
            <a:ext cx="20307" cy="20574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9" name="text-534">
            <a:extLst>
              <a:ext uri="{FF2B5EF4-FFF2-40B4-BE49-F238E27FC236}">
                <ns2:creationId id="{7115DC89-8BC1-49DD-81FF-A1F843F94118}"/>
              </a:ext>
            </a:extLst>
          </p:cNvPr>
          <p:cNvSpPr>
            <a:spLocks noGrp="1"/>
          </p:cNvSpPr>
          <p:nvPr/>
        </p:nvSpPr>
        <p:spPr>
          <a:xfrm>
            <a:off x="756062" y="942975"/>
            <a:ext cx="214349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观测基础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panel-535">
            <a:extLst>
              <a:ext uri="{FF2B5EF4-FFF2-40B4-BE49-F238E27FC236}">
                <ns2:creationId id="{56ADBDF6-CB63-4C3D-9F81-6C2850C752BC}"/>
              </a:ext>
            </a:extLst>
          </p:cNvPr>
          <p:cNvSpPr>
            <a:spLocks noGrp="1"/>
          </p:cNvSpPr>
          <p:nvPr/>
        </p:nvSpPr>
        <p:spPr>
          <a:xfrm>
            <a:off x="3181597" y="876300"/>
            <a:ext cx="5170714" cy="5210175"/>
          </a:xfrm>
          <a:prstGeom prst="rect">
            <a:avLst>
              <a:gd name="adj" fmla="val 1463"/>
            </a:avLst>
          </a:prstGeom>
          <a:solidFill>
            <a:srgbClr val="FFFFFF"/>
          </a:solidFill>
          <a:ln w="11430">
            <a:solidFill>
              <a:srgbClr val="4D319F"/>
            </a:solidFill>
            <a:prstDash val="solid"/>
          </a:ln>
        </p:spPr>
      </p:sp>
      <p:sp>
        <p:nvSpPr>
          <p:cNvPr id="11" name="shape-536">
            <a:extLst>
              <a:ext uri="{FF2B5EF4-FFF2-40B4-BE49-F238E27FC236}">
                <ns2:creationId id="{4FACB0EE-A9BD-4647-8671-D294D75C6EDA}"/>
              </a:ext>
            </a:extLst>
          </p:cNvPr>
          <p:cNvSpPr>
            <a:spLocks noGrp="1"/>
          </p:cNvSpPr>
          <p:nvPr/>
        </p:nvSpPr>
        <p:spPr>
          <a:xfrm>
            <a:off x="3190999" y="885825"/>
            <a:ext cx="5151912" cy="400050"/>
          </a:xfrm>
          <a:prstGeom prst="rect">
            <a:avLst>
              <a:gd name="adj" fmla="val 19048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12" name="vector-537">
            <a:extLst>
              <a:ext uri="{FF2B5EF4-FFF2-40B4-BE49-F238E27FC236}">
                <ns2:creationId id="{80F955F9-CFD5-4E7A-BC41-6DE95AFC4A77}"/>
              </a:ext>
            </a:extLst>
          </p:cNvPr>
          <p:cNvSpPr>
            <a:spLocks noGrp="1"/>
          </p:cNvSpPr>
          <p:nvPr/>
        </p:nvSpPr>
        <p:spPr>
          <a:xfrm>
            <a:off x="3294413" y="1045083"/>
            <a:ext cx="25383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FFFFFF"/>
          </a:solidFill>
          <a:ln w="12382">
            <a:solidFill>
              <a:srgbClr val="4D319F"/>
            </a:solidFill>
            <a:prstDash val="solid"/>
          </a:ln>
        </p:spPr>
      </p:sp>
      <p:sp>
        <p:nvSpPr>
          <p:cNvPr id="13" name="vector-538">
            <a:extLst>
              <a:ext uri="{FF2B5EF4-FFF2-40B4-BE49-F238E27FC236}">
                <ns2:creationId id="{1D25E8F9-1860-4ABA-9889-FB5326CB440A}"/>
              </a:ext>
            </a:extLst>
          </p:cNvPr>
          <p:cNvSpPr>
            <a:spLocks noGrp="1"/>
          </p:cNvSpPr>
          <p:nvPr/>
        </p:nvSpPr>
        <p:spPr>
          <a:xfrm>
            <a:off x="3294413" y="998792"/>
            <a:ext cx="25383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FFFFFF"/>
          </a:solidFill>
          <a:ln w="12382">
            <a:solidFill>
              <a:srgbClr val="4D319F"/>
            </a:solidFill>
            <a:prstDash val="solid"/>
          </a:ln>
        </p:spPr>
      </p:sp>
      <p:sp>
        <p:nvSpPr>
          <p:cNvPr id="14" name="vector-539">
            <a:extLst>
              <a:ext uri="{FF2B5EF4-FFF2-40B4-BE49-F238E27FC236}">
                <ns2:creationId id="{B2044ADB-EC92-4831-9549-CB4AC6563860}"/>
              </a:ext>
            </a:extLst>
          </p:cNvPr>
          <p:cNvSpPr>
            <a:spLocks noGrp="1"/>
          </p:cNvSpPr>
          <p:nvPr/>
        </p:nvSpPr>
        <p:spPr>
          <a:xfrm>
            <a:off x="3294413" y="952500"/>
            <a:ext cx="25383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FFFFFF"/>
          </a:solidFill>
          <a:ln w="12382">
            <a:solidFill>
              <a:srgbClr val="4D319F"/>
            </a:solidFill>
            <a:prstDash val="solid"/>
          </a:ln>
        </p:spPr>
      </p:sp>
      <p:sp>
        <p:nvSpPr>
          <p:cNvPr id="15" name="text-540">
            <a:extLst>
              <a:ext uri="{FF2B5EF4-FFF2-40B4-BE49-F238E27FC236}">
                <ns2:creationId id="{99569474-C5CC-4E9A-8E1D-944EEF17A315}"/>
              </a:ext>
            </a:extLst>
          </p:cNvPr>
          <p:cNvSpPr>
            <a:spLocks noGrp="1"/>
          </p:cNvSpPr>
          <p:nvPr/>
        </p:nvSpPr>
        <p:spPr>
          <a:xfrm>
            <a:off x="3632860" y="942975"/>
            <a:ext cx="460663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分析架构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" name="panel-541">
            <a:extLst>
              <a:ext uri="{FF2B5EF4-FFF2-40B4-BE49-F238E27FC236}">
                <ns2:creationId id="{D5425D94-76C4-41D7-9010-FE21694D7555}"/>
              </a:ext>
            </a:extLst>
          </p:cNvPr>
          <p:cNvSpPr>
            <a:spLocks noGrp="1"/>
          </p:cNvSpPr>
          <p:nvPr/>
        </p:nvSpPr>
        <p:spPr>
          <a:xfrm>
            <a:off x="8521535" y="876300"/>
            <a:ext cx="3365665" cy="5210175"/>
          </a:xfrm>
          <a:prstGeom prst="rect">
            <a:avLst>
              <a:gd name="adj" fmla="val 2235"/>
            </a:avLst>
          </a:prstGeom>
          <a:solidFill>
            <a:srgbClr val="FFFFFF"/>
          </a:solidFill>
          <a:ln w="11430">
            <a:solidFill>
              <a:srgbClr val="4D319F"/>
            </a:solidFill>
            <a:prstDash val="solid"/>
          </a:ln>
        </p:spPr>
      </p:sp>
      <p:sp>
        <p:nvSpPr>
          <p:cNvPr id="17" name="shape-542">
            <a:extLst>
              <a:ext uri="{FF2B5EF4-FFF2-40B4-BE49-F238E27FC236}">
                <ns2:creationId id="{0B8DDA60-636E-485F-A1A3-FF90BE08D090}"/>
              </a:ext>
            </a:extLst>
          </p:cNvPr>
          <p:cNvSpPr>
            <a:spLocks noGrp="1"/>
          </p:cNvSpPr>
          <p:nvPr/>
        </p:nvSpPr>
        <p:spPr>
          <a:xfrm>
            <a:off x="8530936" y="885825"/>
            <a:ext cx="3346862" cy="400050"/>
          </a:xfrm>
          <a:prstGeom prst="rect">
            <a:avLst>
              <a:gd name="adj" fmla="val 19048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18" name="icon-check-543">
            <a:extLst>
              <a:ext uri="{FF2B5EF4-FFF2-40B4-BE49-F238E27FC236}">
                <ns2:creationId id="{C9DA72BB-805F-4E93-830A-8A652B3DA5D3}"/>
              </a:ext>
            </a:extLst>
          </p:cNvPr>
          <p:cNvSpPr>
            <a:spLocks noGrp="1"/>
          </p:cNvSpPr>
          <p:nvPr/>
        </p:nvSpPr>
        <p:spPr>
          <a:xfrm>
            <a:off x="8659735" y="978218"/>
            <a:ext cx="203068" cy="205740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9" name="vector-544">
            <a:extLst>
              <a:ext uri="{FF2B5EF4-FFF2-40B4-BE49-F238E27FC236}">
                <ns2:creationId id="{A56E3A04-7116-4364-A7FF-8461CB4F5AB2}"/>
              </a:ext>
            </a:extLst>
          </p:cNvPr>
          <p:cNvSpPr>
            <a:spLocks noGrp="1"/>
          </p:cNvSpPr>
          <p:nvPr/>
        </p:nvSpPr>
        <p:spPr>
          <a:xfrm>
            <a:off x="8634351" y="952500"/>
            <a:ext cx="253835" cy="25717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20" name="vector-545">
            <a:extLst>
              <a:ext uri="{FF2B5EF4-FFF2-40B4-BE49-F238E27FC236}">
                <ns2:creationId id="{8DE79069-6AF5-48A6-B32A-AC5FA1480B76}"/>
              </a:ext>
            </a:extLst>
          </p:cNvPr>
          <p:cNvSpPr>
            <a:spLocks noGrp="1"/>
          </p:cNvSpPr>
          <p:nvPr/>
        </p:nvSpPr>
        <p:spPr>
          <a:xfrm>
            <a:off x="8634351" y="952500"/>
            <a:ext cx="253835" cy="25717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21" name="text-546">
            <a:extLst>
              <a:ext uri="{FF2B5EF4-FFF2-40B4-BE49-F238E27FC236}">
                <ns2:creationId id="{2C7F0703-CC2F-43AA-AF55-67CF1A7BF56E}"/>
              </a:ext>
            </a:extLst>
          </p:cNvPr>
          <p:cNvSpPr>
            <a:spLocks noGrp="1"/>
          </p:cNvSpPr>
          <p:nvPr/>
        </p:nvSpPr>
        <p:spPr>
          <a:xfrm>
            <a:off x="8972797" y="942975"/>
            <a:ext cx="280158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2" name="vector-547">
            <a:extLst>
              <a:ext uri="{FF2B5EF4-FFF2-40B4-BE49-F238E27FC236}">
                <ns2:creationId id="{027B0820-14BF-4CF1-844D-9C6467DF9711}"/>
              </a:ext>
            </a:extLst>
          </p:cNvPr>
          <p:cNvSpPr>
            <a:spLocks noGrp="1"/>
          </p:cNvSpPr>
          <p:nvPr/>
        </p:nvSpPr>
        <p:spPr>
          <a:xfrm>
            <a:off x="455221" y="1555242"/>
            <a:ext cx="451262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4D319F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23" name="vector-548">
            <a:extLst>
              <a:ext uri="{FF2B5EF4-FFF2-40B4-BE49-F238E27FC236}">
                <ns2:creationId id="{442FFC2F-3175-4DA8-8AFB-4A1228B42247}"/>
              </a:ext>
            </a:extLst>
          </p:cNvPr>
          <p:cNvSpPr>
            <a:spLocks noGrp="1"/>
          </p:cNvSpPr>
          <p:nvPr/>
        </p:nvSpPr>
        <p:spPr>
          <a:xfrm>
            <a:off x="455221" y="1472946"/>
            <a:ext cx="451262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4D319F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24" name="vector-549">
            <a:extLst>
              <a:ext uri="{FF2B5EF4-FFF2-40B4-BE49-F238E27FC236}">
                <ns2:creationId id="{884C612C-52E7-4191-84DC-2470785EEEF1}"/>
              </a:ext>
            </a:extLst>
          </p:cNvPr>
          <p:cNvSpPr>
            <a:spLocks noGrp="1"/>
          </p:cNvSpPr>
          <p:nvPr/>
        </p:nvSpPr>
        <p:spPr>
          <a:xfrm>
            <a:off x="455221" y="1390650"/>
            <a:ext cx="451262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4D319F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25" name="text-550">
            <a:extLst>
              <a:ext uri="{FF2B5EF4-FFF2-40B4-BE49-F238E27FC236}">
                <ns2:creationId id="{CE9A2810-D451-44E4-9929-4AF2003E3F86}"/>
              </a:ext>
            </a:extLst>
          </p:cNvPr>
          <p:cNvSpPr>
            <a:spLocks noGrp="1"/>
          </p:cNvSpPr>
          <p:nvPr/>
        </p:nvSpPr>
        <p:spPr>
          <a:xfrm>
            <a:off x="1047503" y="1390650"/>
            <a:ext cx="178624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样地范围</a:t>
            </a:r>
            <a:endParaRPr/>
          </a:p>
        </p:txBody>
      </p:sp>
      <p:sp>
        <p:nvSpPr>
          <p:cNvPr id="26" name="text-551">
            <a:extLst>
              <a:ext uri="{FF2B5EF4-FFF2-40B4-BE49-F238E27FC236}">
                <ns2:creationId id="{84D6335B-1622-488B-B973-E32E87CDDDFB}"/>
              </a:ext>
            </a:extLst>
          </p:cNvPr>
          <p:cNvSpPr>
            <a:spLocks noGrp="1"/>
          </p:cNvSpPr>
          <p:nvPr/>
        </p:nvSpPr>
        <p:spPr>
          <a:xfrm>
            <a:off x="1047503" y="1752600"/>
            <a:ext cx="1805049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明确调查面积与边界</a:t>
            </a:r>
            <a:endParaRPr/>
          </a:p>
        </p:txBody>
      </p:sp>
      <p:sp>
        <p:nvSpPr>
          <p:cNvPr id="27" name="vector-552">
            <a:extLst>
              <a:ext uri="{FF2B5EF4-FFF2-40B4-BE49-F238E27FC236}">
                <ns2:creationId id="{DC5214D9-CA06-452A-9423-ED2ACBCF49A9}"/>
              </a:ext>
            </a:extLst>
          </p:cNvPr>
          <p:cNvSpPr>
            <a:spLocks noGrp="1"/>
          </p:cNvSpPr>
          <p:nvPr/>
        </p:nvSpPr>
        <p:spPr>
          <a:xfrm>
            <a:off x="549234" y="2303145"/>
            <a:ext cx="752104" cy="3810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4D319F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28" name="vector-553">
            <a:extLst>
              <a:ext uri="{FF2B5EF4-FFF2-40B4-BE49-F238E27FC236}">
                <ns2:creationId id="{BC261804-4A83-452E-8DFD-079524B70533}"/>
              </a:ext>
            </a:extLst>
          </p:cNvPr>
          <p:cNvSpPr>
            <a:spLocks noGrp="1"/>
          </p:cNvSpPr>
          <p:nvPr/>
        </p:nvSpPr>
        <p:spPr>
          <a:xfrm>
            <a:off x="549234" y="2165985"/>
            <a:ext cx="752104" cy="3810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4D319F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29" name="vector-554">
            <a:extLst>
              <a:ext uri="{FF2B5EF4-FFF2-40B4-BE49-F238E27FC236}">
                <ns2:creationId id="{3750B0B0-5110-4966-A4F9-49A454D3ED9E}"/>
              </a:ext>
            </a:extLst>
          </p:cNvPr>
          <p:cNvSpPr>
            <a:spLocks noGrp="1"/>
          </p:cNvSpPr>
          <p:nvPr/>
        </p:nvSpPr>
        <p:spPr>
          <a:xfrm>
            <a:off x="549234" y="2028825"/>
            <a:ext cx="752104" cy="3810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4D319F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30" name="vector-555">
            <a:extLst>
              <a:ext uri="{FF2B5EF4-FFF2-40B4-BE49-F238E27FC236}">
                <ns2:creationId id="{F75DC68C-847B-4884-8D57-7A2EEF660747}"/>
              </a:ext>
            </a:extLst>
          </p:cNvPr>
          <p:cNvSpPr>
            <a:spLocks noGrp="1"/>
          </p:cNvSpPr>
          <p:nvPr/>
        </p:nvSpPr>
        <p:spPr>
          <a:xfrm>
            <a:off x="455221" y="2895600"/>
            <a:ext cx="451262" cy="4572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31" name="icon-leaf-556">
            <a:extLst>
              <a:ext uri="{FF2B5EF4-FFF2-40B4-BE49-F238E27FC236}">
                <ns2:creationId id="{F7166803-B11E-4A95-AB55-9E07B4830FA4}"/>
              </a:ext>
            </a:extLst>
          </p:cNvPr>
          <p:cNvSpPr>
            <a:spLocks noGrp="1"/>
          </p:cNvSpPr>
          <p:nvPr/>
        </p:nvSpPr>
        <p:spPr>
          <a:xfrm>
            <a:off x="559011" y="2932176"/>
            <a:ext cx="121841" cy="205740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32" name="icon-leaf-557">
            <a:extLst>
              <a:ext uri="{FF2B5EF4-FFF2-40B4-BE49-F238E27FC236}">
                <ns2:creationId id="{47411549-DF18-40D1-A3C6-1B88E962B824}"/>
              </a:ext>
            </a:extLst>
          </p:cNvPr>
          <p:cNvSpPr>
            <a:spLocks noGrp="1"/>
          </p:cNvSpPr>
          <p:nvPr/>
        </p:nvSpPr>
        <p:spPr>
          <a:xfrm>
            <a:off x="685365" y="3032760"/>
            <a:ext cx="135379" cy="205740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33" name="vector-558">
            <a:extLst>
              <a:ext uri="{FF2B5EF4-FFF2-40B4-BE49-F238E27FC236}">
                <ns2:creationId id="{CED29FCE-0B6E-41C8-ACF4-DAF6CB3C85BB}"/>
              </a:ext>
            </a:extLst>
          </p:cNvPr>
          <p:cNvSpPr>
            <a:spLocks noGrp="1"/>
          </p:cNvSpPr>
          <p:nvPr/>
        </p:nvSpPr>
        <p:spPr>
          <a:xfrm>
            <a:off x="455221" y="2895600"/>
            <a:ext cx="451262" cy="4572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34" name="vector-559">
            <a:extLst>
              <a:ext uri="{FF2B5EF4-FFF2-40B4-BE49-F238E27FC236}">
                <ns2:creationId id="{87FBFAED-CCC4-4A92-9E05-F710BE46A6D5}"/>
              </a:ext>
            </a:extLst>
          </p:cNvPr>
          <p:cNvSpPr>
            <a:spLocks noGrp="1"/>
          </p:cNvSpPr>
          <p:nvPr/>
        </p:nvSpPr>
        <p:spPr>
          <a:xfrm>
            <a:off x="455221" y="2895600"/>
            <a:ext cx="451262" cy="4572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35" name="text-560">
            <a:extLst>
              <a:ext uri="{FF2B5EF4-FFF2-40B4-BE49-F238E27FC236}">
                <ns2:creationId id="{E37540E1-6DE5-4DC7-8658-39CC55E291F2}"/>
              </a:ext>
            </a:extLst>
          </p:cNvPr>
          <p:cNvSpPr>
            <a:spLocks noGrp="1"/>
          </p:cNvSpPr>
          <p:nvPr/>
        </p:nvSpPr>
        <p:spPr>
          <a:xfrm>
            <a:off x="1047503" y="2895600"/>
            <a:ext cx="178624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植物调查</a:t>
            </a:r>
            <a:endParaRPr/>
          </a:p>
        </p:txBody>
      </p:sp>
      <p:sp>
        <p:nvSpPr>
          <p:cNvPr id="36" name="text-561">
            <a:extLst>
              <a:ext uri="{FF2B5EF4-FFF2-40B4-BE49-F238E27FC236}">
                <ns2:creationId id="{473A9901-E755-4BAD-A944-5009CF456201}"/>
              </a:ext>
            </a:extLst>
          </p:cNvPr>
          <p:cNvSpPr>
            <a:spLocks noGrp="1"/>
          </p:cNvSpPr>
          <p:nvPr/>
        </p:nvSpPr>
        <p:spPr>
          <a:xfrm>
            <a:off x="1047503" y="3257550"/>
            <a:ext cx="1805049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统一物种名与计数</a:t>
            </a:r>
            <a:endParaRPr/>
          </a:p>
        </p:txBody>
      </p:sp>
      <p:pic>
        <p:nvPicPr>
          <p:cNvPr id="37" name="">
            <a:extLst>
              <a:ext uri="{FF2B5EF4-FFF2-40B4-BE49-F238E27FC236}">
                <ns2:creationId id="{D94FE48F-4FC5-4A80-BFE6-DCC44BE73AE9}"/>
              </a:ext>
            </a:extLst>
          </p:cNvPr>
          <p:cNvPicPr>
            <a:picLocks noChangeAspect="1"/>
          </p:cNvPicPr>
          <p:nvPr/>
        </p:nvPicPr>
        <p:blipFill>
          <a:blip r:embed="Rf024df587924409c">
            <a:duotone>
              <a:srgbClr val="4D319F"/>
              <a:srgbClr val="FFFFFF"/>
            </a:duotone>
          </a:blip>
          <a:stretch/>
        </p:blipFill>
        <p:spPr>
          <a:xfrm>
            <a:off x="568036" y="3543300"/>
            <a:ext cx="1128156" cy="762000"/>
          </a:xfrm>
          <a:prstGeom prst="rect">
            <a:avLst/>
          </a:prstGeom>
        </p:spPr>
      </p:pic>
      <p:sp>
        <p:nvSpPr>
          <p:cNvPr id="38" name="icon-camera-562">
            <a:extLst>
              <a:ext uri="{FF2B5EF4-FFF2-40B4-BE49-F238E27FC236}">
                <ns2:creationId id="{03883105-3CE8-4F1C-B0B6-C3D963A7F8BE}"/>
              </a:ext>
            </a:extLst>
          </p:cNvPr>
          <p:cNvSpPr>
            <a:spLocks noGrp="1"/>
          </p:cNvSpPr>
          <p:nvPr/>
        </p:nvSpPr>
        <p:spPr>
          <a:xfrm>
            <a:off x="486809" y="4505706"/>
            <a:ext cx="388086" cy="278892"/>
          </a:xfrm>
          <a:prstGeom prst="roundRect">
            <a:avLst>
              <a:gd name="adj" fmla="val 27322"/>
            </a:avLst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39" name="icon-camera-563">
            <a:extLst>
              <a:ext uri="{FF2B5EF4-FFF2-40B4-BE49-F238E27FC236}">
                <ns2:creationId id="{009EC0FB-57C7-4E83-8084-BC543B5E4A89}"/>
              </a:ext>
            </a:extLst>
          </p:cNvPr>
          <p:cNvSpPr>
            <a:spLocks noGrp="1"/>
          </p:cNvSpPr>
          <p:nvPr/>
        </p:nvSpPr>
        <p:spPr>
          <a:xfrm>
            <a:off x="604137" y="4446270"/>
            <a:ext cx="148917" cy="77724"/>
          </a:xfrm>
          <a:prstGeom prst="roundRect">
            <a:avLst>
              <a:gd name="adj" fmla="val 50000"/>
            </a:avLst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40" name="icon-camera-564">
            <a:extLst>
              <a:ext uri="{FF2B5EF4-FFF2-40B4-BE49-F238E27FC236}">
                <ns2:creationId id="{DD9C9CC2-D610-4C69-BCA7-70B32C8223F8}"/>
              </a:ext>
            </a:extLst>
          </p:cNvPr>
          <p:cNvSpPr>
            <a:spLocks noGrp="1"/>
          </p:cNvSpPr>
          <p:nvPr/>
        </p:nvSpPr>
        <p:spPr>
          <a:xfrm>
            <a:off x="599625" y="4565142"/>
            <a:ext cx="162454" cy="164592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41" name="icon-camera-565">
            <a:extLst>
              <a:ext uri="{FF2B5EF4-FFF2-40B4-BE49-F238E27FC236}">
                <ns2:creationId id="{0CCC0165-B5DC-4CE9-B6EA-7E8C522CED5C}"/>
              </a:ext>
            </a:extLst>
          </p:cNvPr>
          <p:cNvSpPr>
            <a:spLocks noGrp="1"/>
          </p:cNvSpPr>
          <p:nvPr/>
        </p:nvSpPr>
        <p:spPr>
          <a:xfrm>
            <a:off x="789155" y="4542282"/>
            <a:ext cx="36101" cy="36576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42" name="text-566">
            <a:extLst>
              <a:ext uri="{FF2B5EF4-FFF2-40B4-BE49-F238E27FC236}">
                <ns2:creationId id="{24DCDAD6-B63B-4A49-B3D6-A45558FA1348}"/>
              </a:ext>
            </a:extLst>
          </p:cNvPr>
          <p:cNvSpPr>
            <a:spLocks noGrp="1"/>
          </p:cNvSpPr>
          <p:nvPr/>
        </p:nvSpPr>
        <p:spPr>
          <a:xfrm>
            <a:off x="1047503" y="4400550"/>
            <a:ext cx="178624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记录复核</a:t>
            </a:r>
            <a:endParaRPr/>
          </a:p>
        </p:txBody>
      </p:sp>
      <p:sp>
        <p:nvSpPr>
          <p:cNvPr id="43" name="text-567">
            <a:extLst>
              <a:ext uri="{FF2B5EF4-FFF2-40B4-BE49-F238E27FC236}">
                <ns2:creationId id="{5E04CB0A-3D46-4705-834C-F5E9A02C5E67}"/>
              </a:ext>
            </a:extLst>
          </p:cNvPr>
          <p:cNvSpPr>
            <a:spLocks noGrp="1"/>
          </p:cNvSpPr>
          <p:nvPr/>
        </p:nvSpPr>
        <p:spPr>
          <a:xfrm>
            <a:off x="1047503" y="4762500"/>
            <a:ext cx="1805049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核对照片与原始表</a:t>
            </a:r>
            <a:endParaRPr/>
          </a:p>
        </p:txBody>
      </p:sp>
      <p:sp>
        <p:nvSpPr>
          <p:cNvPr id="44" name="icon-camera-568">
            <a:extLst>
              <a:ext uri="{FF2B5EF4-FFF2-40B4-BE49-F238E27FC236}">
                <ns2:creationId id="{E15CA5A0-CB9D-4BFE-8369-8E353CE04183}"/>
              </a:ext>
            </a:extLst>
          </p:cNvPr>
          <p:cNvSpPr>
            <a:spLocks noGrp="1"/>
          </p:cNvSpPr>
          <p:nvPr/>
        </p:nvSpPr>
        <p:spPr>
          <a:xfrm>
            <a:off x="673331" y="5284470"/>
            <a:ext cx="485107" cy="348615"/>
          </a:xfrm>
          <a:prstGeom prst="roundRect">
            <a:avLst>
              <a:gd name="adj" fmla="val 21858"/>
            </a:avLst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45" name="icon-camera-569">
            <a:extLst>
              <a:ext uri="{FF2B5EF4-FFF2-40B4-BE49-F238E27FC236}">
                <ns2:creationId id="{EAC85BCB-66B4-467C-88AA-4DC84081CD65}"/>
              </a:ext>
            </a:extLst>
          </p:cNvPr>
          <p:cNvSpPr>
            <a:spLocks noGrp="1"/>
          </p:cNvSpPr>
          <p:nvPr/>
        </p:nvSpPr>
        <p:spPr>
          <a:xfrm>
            <a:off x="819991" y="5210175"/>
            <a:ext cx="186146" cy="97155"/>
          </a:xfrm>
          <a:prstGeom prst="roundRect">
            <a:avLst>
              <a:gd name="adj" fmla="val 50000"/>
            </a:avLst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46" name="icon-camera-570">
            <a:extLst>
              <a:ext uri="{FF2B5EF4-FFF2-40B4-BE49-F238E27FC236}">
                <ns2:creationId id="{23E9592A-4E54-4D4D-B4F6-B257A529C911}"/>
              </a:ext>
            </a:extLst>
          </p:cNvPr>
          <p:cNvSpPr>
            <a:spLocks noGrp="1"/>
          </p:cNvSpPr>
          <p:nvPr/>
        </p:nvSpPr>
        <p:spPr>
          <a:xfrm>
            <a:off x="814350" y="5358765"/>
            <a:ext cx="203068" cy="205740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47" name="icon-camera-571">
            <a:extLst>
              <a:ext uri="{FF2B5EF4-FFF2-40B4-BE49-F238E27FC236}">
                <ns2:creationId id="{C8B64B6D-656D-47E0-B08B-10D78FC35A6C}"/>
              </a:ext>
            </a:extLst>
          </p:cNvPr>
          <p:cNvSpPr>
            <a:spLocks noGrp="1"/>
          </p:cNvSpPr>
          <p:nvPr/>
        </p:nvSpPr>
        <p:spPr>
          <a:xfrm>
            <a:off x="1051263" y="5330190"/>
            <a:ext cx="45126" cy="45720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48" name="shape-572">
            <a:extLst>
              <a:ext uri="{FF2B5EF4-FFF2-40B4-BE49-F238E27FC236}">
                <ns2:creationId id="{6AD6AB8E-0B7D-43B2-BCA3-7DF5D683B3A8}"/>
              </a:ext>
            </a:extLst>
          </p:cNvPr>
          <p:cNvSpPr>
            <a:spLocks noGrp="1"/>
          </p:cNvSpPr>
          <p:nvPr/>
        </p:nvSpPr>
        <p:spPr>
          <a:xfrm>
            <a:off x="3313216" y="1400175"/>
            <a:ext cx="1541813" cy="1104900"/>
          </a:xfrm>
          <a:prstGeom prst="roundRect">
            <a:avLst>
              <a:gd name="adj" fmla="val 6897"/>
            </a:avLst>
          </a:prstGeom>
          <a:solidFill>
            <a:srgbClr val="F4F0FF"/>
          </a:solidFill>
          <a:ln w="0">
            <a:noFill/>
            <a:prstDash val="solid"/>
          </a:ln>
        </p:spPr>
      </p:sp>
      <p:sp>
        <p:nvSpPr>
          <p:cNvPr id="49" name="vector-573">
            <a:extLst>
              <a:ext uri="{FF2B5EF4-FFF2-40B4-BE49-F238E27FC236}">
                <ns2:creationId id="{580069C0-F0F5-4ED8-9A9A-74036D9A2027}"/>
              </a:ext>
            </a:extLst>
          </p:cNvPr>
          <p:cNvSpPr>
            <a:spLocks noGrp="1"/>
          </p:cNvSpPr>
          <p:nvPr/>
        </p:nvSpPr>
        <p:spPr>
          <a:xfrm>
            <a:off x="3435432" y="1682877"/>
            <a:ext cx="357249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4D319F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50" name="vector-574">
            <a:extLst>
              <a:ext uri="{FF2B5EF4-FFF2-40B4-BE49-F238E27FC236}">
                <ns2:creationId id="{488AB210-6D26-4044-AF10-0A97989B1C85}"/>
              </a:ext>
            </a:extLst>
          </p:cNvPr>
          <p:cNvSpPr>
            <a:spLocks noGrp="1"/>
          </p:cNvSpPr>
          <p:nvPr/>
        </p:nvSpPr>
        <p:spPr>
          <a:xfrm>
            <a:off x="3435432" y="1617726"/>
            <a:ext cx="357249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4D319F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51" name="vector-575">
            <a:extLst>
              <a:ext uri="{FF2B5EF4-FFF2-40B4-BE49-F238E27FC236}">
                <ns2:creationId id="{532EC72D-12B9-496F-83E6-9F6A981AD9D2}"/>
              </a:ext>
            </a:extLst>
          </p:cNvPr>
          <p:cNvSpPr>
            <a:spLocks noGrp="1"/>
          </p:cNvSpPr>
          <p:nvPr/>
        </p:nvSpPr>
        <p:spPr>
          <a:xfrm>
            <a:off x="3435432" y="1552575"/>
            <a:ext cx="357249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4D319F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52" name="text-576">
            <a:extLst>
              <a:ext uri="{FF2B5EF4-FFF2-40B4-BE49-F238E27FC236}">
                <ns2:creationId id="{42EF814F-AB8A-4F0E-922E-6DB417704286}"/>
              </a:ext>
            </a:extLst>
          </p:cNvPr>
          <p:cNvSpPr>
            <a:spLocks noGrp="1"/>
          </p:cNvSpPr>
          <p:nvPr/>
        </p:nvSpPr>
        <p:spPr>
          <a:xfrm>
            <a:off x="3867892" y="1543050"/>
            <a:ext cx="949531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样方信息</a:t>
            </a:r>
            <a:endParaRPr/>
          </a:p>
        </p:txBody>
      </p:sp>
      <p:sp>
        <p:nvSpPr>
          <p:cNvPr id="53" name="text-577">
            <a:extLst>
              <a:ext uri="{FF2B5EF4-FFF2-40B4-BE49-F238E27FC236}">
                <ns2:creationId id="{A7B770B5-5DE2-44D6-BC77-7A303E541842}"/>
              </a:ext>
            </a:extLst>
          </p:cNvPr>
          <p:cNvSpPr>
            <a:spLocks noGrp="1"/>
          </p:cNvSpPr>
          <p:nvPr/>
        </p:nvSpPr>
        <p:spPr>
          <a:xfrm>
            <a:off x="3369623" y="1971675"/>
            <a:ext cx="146660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面积与调查日期</a:t>
            </a:r>
            <a:endParaRPr/>
          </a:p>
        </p:txBody>
      </p:sp>
      <p:sp>
        <p:nvSpPr>
          <p:cNvPr id="54" name="shape-578">
            <a:extLst>
              <a:ext uri="{FF2B5EF4-FFF2-40B4-BE49-F238E27FC236}">
                <ns2:creationId id="{DEE8B1F3-5A95-451F-AF4F-D70789A99316}"/>
              </a:ext>
            </a:extLst>
          </p:cNvPr>
          <p:cNvSpPr>
            <a:spLocks noGrp="1"/>
          </p:cNvSpPr>
          <p:nvPr/>
        </p:nvSpPr>
        <p:spPr>
          <a:xfrm>
            <a:off x="4967844" y="1400175"/>
            <a:ext cx="1541813" cy="1104900"/>
          </a:xfrm>
          <a:prstGeom prst="roundRect">
            <a:avLst>
              <a:gd name="adj" fmla="val 6897"/>
            </a:avLst>
          </a:prstGeom>
          <a:solidFill>
            <a:srgbClr val="F4F0FF"/>
          </a:solidFill>
          <a:ln w="0">
            <a:noFill/>
            <a:prstDash val="solid"/>
          </a:ln>
        </p:spPr>
      </p:sp>
      <p:sp>
        <p:nvSpPr>
          <p:cNvPr id="55" name="vector-579">
            <a:extLst>
              <a:ext uri="{FF2B5EF4-FFF2-40B4-BE49-F238E27FC236}">
                <ns2:creationId id="{29BF771E-F766-4AF9-91BA-0269B8BE71AE}"/>
              </a:ext>
            </a:extLst>
          </p:cNvPr>
          <p:cNvSpPr>
            <a:spLocks noGrp="1"/>
          </p:cNvSpPr>
          <p:nvPr/>
        </p:nvSpPr>
        <p:spPr>
          <a:xfrm>
            <a:off x="5090061" y="1552575"/>
            <a:ext cx="357249" cy="36195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56" name="vector-580">
            <a:extLst>
              <a:ext uri="{FF2B5EF4-FFF2-40B4-BE49-F238E27FC236}">
                <ns2:creationId id="{F82B2C3B-1D66-4AEC-9A02-7CB40A8521B6}"/>
              </a:ext>
            </a:extLst>
          </p:cNvPr>
          <p:cNvSpPr>
            <a:spLocks noGrp="1"/>
          </p:cNvSpPr>
          <p:nvPr/>
        </p:nvSpPr>
        <p:spPr>
          <a:xfrm>
            <a:off x="5090061" y="1552575"/>
            <a:ext cx="357249" cy="36195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57" name="vector-581">
            <a:extLst>
              <a:ext uri="{FF2B5EF4-FFF2-40B4-BE49-F238E27FC236}">
                <ns2:creationId id="{BEF731AF-CABE-4C35-9DB2-33CD10AFB2E8}"/>
              </a:ext>
            </a:extLst>
          </p:cNvPr>
          <p:cNvSpPr>
            <a:spLocks noGrp="1"/>
          </p:cNvSpPr>
          <p:nvPr/>
        </p:nvSpPr>
        <p:spPr>
          <a:xfrm>
            <a:off x="5090061" y="1552575"/>
            <a:ext cx="357249" cy="36195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58" name="icon-map-582">
            <a:extLst>
              <a:ext uri="{FF2B5EF4-FFF2-40B4-BE49-F238E27FC236}">
                <ns2:creationId id="{818C5A2B-8C5D-4FC6-9877-2DEF49926991}"/>
              </a:ext>
            </a:extLst>
          </p:cNvPr>
          <p:cNvSpPr>
            <a:spLocks noGrp="1"/>
          </p:cNvSpPr>
          <p:nvPr/>
        </p:nvSpPr>
        <p:spPr>
          <a:xfrm>
            <a:off x="5232961" y="1639443"/>
            <a:ext cx="78595" cy="79629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59" name="text-583">
            <a:extLst>
              <a:ext uri="{FF2B5EF4-FFF2-40B4-BE49-F238E27FC236}">
                <ns2:creationId id="{29CDA372-ECD8-4969-AFBD-B711756FA879}"/>
              </a:ext>
            </a:extLst>
          </p:cNvPr>
          <p:cNvSpPr>
            <a:spLocks noGrp="1"/>
          </p:cNvSpPr>
          <p:nvPr/>
        </p:nvSpPr>
        <p:spPr>
          <a:xfrm>
            <a:off x="5522521" y="1543050"/>
            <a:ext cx="949531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环境条件</a:t>
            </a:r>
            <a:endParaRPr/>
          </a:p>
        </p:txBody>
      </p:sp>
      <p:sp>
        <p:nvSpPr>
          <p:cNvPr id="60" name="text-584">
            <a:extLst>
              <a:ext uri="{FF2B5EF4-FFF2-40B4-BE49-F238E27FC236}">
                <ns2:creationId id="{C891F1D2-FBD4-4DE7-A41C-7140BDAC9794}"/>
              </a:ext>
            </a:extLst>
          </p:cNvPr>
          <p:cNvSpPr>
            <a:spLocks noGrp="1"/>
          </p:cNvSpPr>
          <p:nvPr/>
        </p:nvSpPr>
        <p:spPr>
          <a:xfrm>
            <a:off x="5024252" y="1971675"/>
            <a:ext cx="146660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盖度与干扰等级</a:t>
            </a:r>
            <a:endParaRPr/>
          </a:p>
        </p:txBody>
      </p:sp>
      <p:sp>
        <p:nvSpPr>
          <p:cNvPr id="61" name="shape-585">
            <a:extLst>
              <a:ext uri="{FF2B5EF4-FFF2-40B4-BE49-F238E27FC236}">
                <ns2:creationId id="{590EF44D-4F8C-45DC-9402-DAA06BB0D9C1}"/>
              </a:ext>
            </a:extLst>
          </p:cNvPr>
          <p:cNvSpPr>
            <a:spLocks noGrp="1"/>
          </p:cNvSpPr>
          <p:nvPr/>
        </p:nvSpPr>
        <p:spPr>
          <a:xfrm>
            <a:off x="6622473" y="1400175"/>
            <a:ext cx="1541813" cy="1104900"/>
          </a:xfrm>
          <a:prstGeom prst="roundRect">
            <a:avLst>
              <a:gd name="adj" fmla="val 6897"/>
            </a:avLst>
          </a:prstGeom>
          <a:solidFill>
            <a:srgbClr val="F4F0FF"/>
          </a:solidFill>
          <a:ln w="0">
            <a:noFill/>
            <a:prstDash val="solid"/>
          </a:ln>
        </p:spPr>
      </p:sp>
      <p:sp>
        <p:nvSpPr>
          <p:cNvPr id="62" name="vector-586">
            <a:extLst>
              <a:ext uri="{FF2B5EF4-FFF2-40B4-BE49-F238E27FC236}">
                <ns2:creationId id="{39BB6DB8-482B-497D-B8CA-DA918823701D}"/>
              </a:ext>
            </a:extLst>
          </p:cNvPr>
          <p:cNvSpPr>
            <a:spLocks noGrp="1"/>
          </p:cNvSpPr>
          <p:nvPr/>
        </p:nvSpPr>
        <p:spPr>
          <a:xfrm>
            <a:off x="6744690" y="1552575"/>
            <a:ext cx="357249" cy="36195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63" name="icon-leaf-587">
            <a:extLst>
              <a:ext uri="{FF2B5EF4-FFF2-40B4-BE49-F238E27FC236}">
                <ns2:creationId id="{A6259AA4-944D-4B1E-A899-4AAA981DF32F}"/>
              </a:ext>
            </a:extLst>
          </p:cNvPr>
          <p:cNvSpPr>
            <a:spLocks noGrp="1"/>
          </p:cNvSpPr>
          <p:nvPr/>
        </p:nvSpPr>
        <p:spPr>
          <a:xfrm>
            <a:off x="6826857" y="1581531"/>
            <a:ext cx="96458" cy="162878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64" name="icon-leaf-588">
            <a:extLst>
              <a:ext uri="{FF2B5EF4-FFF2-40B4-BE49-F238E27FC236}">
                <ns2:creationId id="{D419CD8D-F393-41CB-9F4C-2AC2AFA29684}"/>
              </a:ext>
            </a:extLst>
          </p:cNvPr>
          <p:cNvSpPr>
            <a:spLocks noGrp="1"/>
          </p:cNvSpPr>
          <p:nvPr/>
        </p:nvSpPr>
        <p:spPr>
          <a:xfrm>
            <a:off x="6926887" y="1661160"/>
            <a:ext cx="107175" cy="162878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65" name="vector-589">
            <a:extLst>
              <a:ext uri="{FF2B5EF4-FFF2-40B4-BE49-F238E27FC236}">
                <ns2:creationId id="{074A1175-BA74-44C5-AB5B-3D1D90A0E61F}"/>
              </a:ext>
            </a:extLst>
          </p:cNvPr>
          <p:cNvSpPr>
            <a:spLocks noGrp="1"/>
          </p:cNvSpPr>
          <p:nvPr/>
        </p:nvSpPr>
        <p:spPr>
          <a:xfrm>
            <a:off x="6744690" y="1552575"/>
            <a:ext cx="357249" cy="36195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66" name="vector-590">
            <a:extLst>
              <a:ext uri="{FF2B5EF4-FFF2-40B4-BE49-F238E27FC236}">
                <ns2:creationId id="{C2A9A4AB-7AFE-4A3B-A7B2-D20BFDC43AAF}"/>
              </a:ext>
            </a:extLst>
          </p:cNvPr>
          <p:cNvSpPr>
            <a:spLocks noGrp="1"/>
          </p:cNvSpPr>
          <p:nvPr/>
        </p:nvSpPr>
        <p:spPr>
          <a:xfrm>
            <a:off x="6744690" y="1552575"/>
            <a:ext cx="357249" cy="36195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67" name="text-591">
            <a:extLst>
              <a:ext uri="{FF2B5EF4-FFF2-40B4-BE49-F238E27FC236}">
                <ns2:creationId id="{87F6A024-5806-45D4-A1E7-C60EF5C2E61B}"/>
              </a:ext>
            </a:extLst>
          </p:cNvPr>
          <p:cNvSpPr>
            <a:spLocks noGrp="1"/>
          </p:cNvSpPr>
          <p:nvPr/>
        </p:nvSpPr>
        <p:spPr>
          <a:xfrm>
            <a:off x="7177149" y="1543050"/>
            <a:ext cx="949531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物种计数</a:t>
            </a:r>
            <a:endParaRPr/>
          </a:p>
        </p:txBody>
      </p:sp>
      <p:sp>
        <p:nvSpPr>
          <p:cNvPr id="68" name="text-592">
            <a:extLst>
              <a:ext uri="{FF2B5EF4-FFF2-40B4-BE49-F238E27FC236}">
                <ns2:creationId id="{627E777B-11F6-4D99-B293-404EF5F5BDAD}"/>
              </a:ext>
            </a:extLst>
          </p:cNvPr>
          <p:cNvSpPr>
            <a:spLocks noGrp="1"/>
          </p:cNvSpPr>
          <p:nvPr/>
        </p:nvSpPr>
        <p:spPr>
          <a:xfrm>
            <a:off x="6678881" y="1971675"/>
            <a:ext cx="146660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各物种个体数量</a:t>
            </a:r>
            <a:endParaRPr/>
          </a:p>
        </p:txBody>
      </p:sp>
      <p:sp>
        <p:nvSpPr>
          <p:cNvPr id="69" name="node-593">
            <a:extLst>
              <a:ext uri="{FF2B5EF4-FFF2-40B4-BE49-F238E27FC236}">
                <ns2:creationId id="{55C88FF9-82EA-4D39-8A16-5CFBB277B542}"/>
              </a:ext>
            </a:extLst>
          </p:cNvPr>
          <p:cNvSpPr>
            <a:spLocks noGrp="1"/>
          </p:cNvSpPr>
          <p:nvPr/>
        </p:nvSpPr>
        <p:spPr>
          <a:xfrm>
            <a:off x="3313216" y="2828925"/>
            <a:ext cx="1541813" cy="714375"/>
          </a:xfrm>
          <a:prstGeom prst="roundRect">
            <a:avLst>
              <a:gd name="adj" fmla="val 10667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70" name="icon-database-594">
            <a:extLst>
              <a:ext uri="{FF2B5EF4-FFF2-40B4-BE49-F238E27FC236}">
                <ns2:creationId id="{173DB326-4FE2-4791-9BF8-00E436CBBD5E}"/>
              </a:ext>
            </a:extLst>
          </p:cNvPr>
          <p:cNvSpPr>
            <a:spLocks noGrp="1"/>
          </p:cNvSpPr>
          <p:nvPr/>
        </p:nvSpPr>
        <p:spPr>
          <a:xfrm>
            <a:off x="3471157" y="2997518"/>
            <a:ext cx="191786" cy="180023"/>
          </a:xfrm>
          <a:prstGeom prst="can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1" name="vector-595">
            <a:extLst>
              <a:ext uri="{FF2B5EF4-FFF2-40B4-BE49-F238E27FC236}">
                <ns2:creationId id="{814CBF5C-99C9-4FA3-BB18-B0A97F54CE4D}"/>
              </a:ext>
            </a:extLst>
          </p:cNvPr>
          <p:cNvSpPr>
            <a:spLocks noGrp="1"/>
          </p:cNvSpPr>
          <p:nvPr/>
        </p:nvSpPr>
        <p:spPr>
          <a:xfrm>
            <a:off x="3426031" y="2943225"/>
            <a:ext cx="282039" cy="28575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72" name="vector-596">
            <a:extLst>
              <a:ext uri="{FF2B5EF4-FFF2-40B4-BE49-F238E27FC236}">
                <ns2:creationId id="{8D4103E5-A8E1-48A6-8CAA-B64A0291C9BF}"/>
              </a:ext>
            </a:extLst>
          </p:cNvPr>
          <p:cNvSpPr>
            <a:spLocks noGrp="1"/>
          </p:cNvSpPr>
          <p:nvPr/>
        </p:nvSpPr>
        <p:spPr>
          <a:xfrm>
            <a:off x="3426031" y="2943225"/>
            <a:ext cx="282039" cy="28575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73" name="text-597">
            <a:extLst>
              <a:ext uri="{FF2B5EF4-FFF2-40B4-BE49-F238E27FC236}">
                <ns2:creationId id="{A7359CC4-E917-4C1E-A7A1-D6E26FFC998F}"/>
              </a:ext>
            </a:extLst>
          </p:cNvPr>
          <p:cNvSpPr>
            <a:spLocks noGrp="1"/>
          </p:cNvSpPr>
          <p:nvPr/>
        </p:nvSpPr>
        <p:spPr>
          <a:xfrm>
            <a:off x="3783281" y="2905125"/>
            <a:ext cx="97773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口径统一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4" name="node-598">
            <a:extLst>
              <a:ext uri="{FF2B5EF4-FFF2-40B4-BE49-F238E27FC236}">
                <ns2:creationId id="{2A0E2C1D-E9C5-44FB-9299-51A9CBA587DD}"/>
              </a:ext>
            </a:extLst>
          </p:cNvPr>
          <p:cNvSpPr>
            <a:spLocks noGrp="1"/>
          </p:cNvSpPr>
          <p:nvPr/>
        </p:nvSpPr>
        <p:spPr>
          <a:xfrm>
            <a:off x="4967844" y="2828925"/>
            <a:ext cx="1541813" cy="714375"/>
          </a:xfrm>
          <a:prstGeom prst="roundRect">
            <a:avLst>
              <a:gd name="adj" fmla="val 10667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75" name="icon-clipboard-599">
            <a:extLst>
              <a:ext uri="{FF2B5EF4-FFF2-40B4-BE49-F238E27FC236}">
                <ns2:creationId id="{A0FC453F-4D8B-4EA0-9BB4-F74232F81839}"/>
              </a:ext>
            </a:extLst>
          </p:cNvPr>
          <p:cNvSpPr>
            <a:spLocks noGrp="1"/>
          </p:cNvSpPr>
          <p:nvPr/>
        </p:nvSpPr>
        <p:spPr>
          <a:xfrm>
            <a:off x="5131427" y="2977515"/>
            <a:ext cx="183326" cy="222885"/>
          </a:xfrm>
          <a:prstGeom prst="roundRect">
            <a:avLst>
              <a:gd name="adj" fmla="val 41026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6" name="icon-clipboard-600">
            <a:extLst>
              <a:ext uri="{FF2B5EF4-FFF2-40B4-BE49-F238E27FC236}">
                <ns2:creationId id="{791FD318-1167-4DD9-8C08-F2E3A297CE0C}"/>
              </a:ext>
            </a:extLst>
          </p:cNvPr>
          <p:cNvSpPr>
            <a:spLocks noGrp="1"/>
          </p:cNvSpPr>
          <p:nvPr/>
        </p:nvSpPr>
        <p:spPr>
          <a:xfrm>
            <a:off x="5179374" y="2957513"/>
            <a:ext cx="84612" cy="428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77" name="vector-601">
            <a:extLst>
              <a:ext uri="{FF2B5EF4-FFF2-40B4-BE49-F238E27FC236}">
                <ns2:creationId id="{5048D618-F769-4058-ACE1-79F6CD2A092B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78" name="vector-602">
            <a:extLst>
              <a:ext uri="{FF2B5EF4-FFF2-40B4-BE49-F238E27FC236}">
                <ns2:creationId id="{80DF0865-2C13-4B92-8CBD-835683C09B36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79" name="vector-603">
            <a:extLst>
              <a:ext uri="{FF2B5EF4-FFF2-40B4-BE49-F238E27FC236}">
                <ns2:creationId id="{C3D46E04-F5F4-492F-848B-9AB52FF4AC1F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80" name="vector-604">
            <a:extLst>
              <a:ext uri="{FF2B5EF4-FFF2-40B4-BE49-F238E27FC236}">
                <ns2:creationId id="{7E7E0498-873A-41D0-9431-5F1C26D52C4A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81" name="vector-605">
            <a:extLst>
              <a:ext uri="{FF2B5EF4-FFF2-40B4-BE49-F238E27FC236}">
                <ns2:creationId id="{76F05BA0-018B-43B0-A594-B853E8472878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82" name="vector-606">
            <a:extLst>
              <a:ext uri="{FF2B5EF4-FFF2-40B4-BE49-F238E27FC236}">
                <ns2:creationId id="{9BF0ED34-770A-4EA2-9602-7E29A08A0C7F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83" name="vector-607">
            <a:extLst>
              <a:ext uri="{FF2B5EF4-FFF2-40B4-BE49-F238E27FC236}">
                <ns2:creationId id="{181F1AB4-5087-4922-87FB-3AF03D1E4252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84" name="vector-608">
            <a:extLst>
              <a:ext uri="{FF2B5EF4-FFF2-40B4-BE49-F238E27FC236}">
                <ns2:creationId id="{1687479F-2169-462F-9EE9-86133E75BB45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85" name="vector-609">
            <a:extLst>
              <a:ext uri="{FF2B5EF4-FFF2-40B4-BE49-F238E27FC236}">
                <ns2:creationId id="{3E5B70AA-2BF1-415E-A21B-8B6B9C21361D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86" name="text-610">
            <a:extLst>
              <a:ext uri="{FF2B5EF4-FFF2-40B4-BE49-F238E27FC236}">
                <ns2:creationId id="{CC2DF574-6D34-4CAB-B354-D2D0A10E82C5}"/>
              </a:ext>
            </a:extLst>
          </p:cNvPr>
          <p:cNvSpPr>
            <a:spLocks noGrp="1"/>
          </p:cNvSpPr>
          <p:nvPr/>
        </p:nvSpPr>
        <p:spPr>
          <a:xfrm>
            <a:off x="5437909" y="2905125"/>
            <a:ext cx="97773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缺失核查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7" name="node-611">
            <a:extLst>
              <a:ext uri="{FF2B5EF4-FFF2-40B4-BE49-F238E27FC236}">
                <ns2:creationId id="{25472043-0A76-49AC-8F65-3785BCAA5FF2}"/>
              </a:ext>
            </a:extLst>
          </p:cNvPr>
          <p:cNvSpPr>
            <a:spLocks noGrp="1"/>
          </p:cNvSpPr>
          <p:nvPr/>
        </p:nvSpPr>
        <p:spPr>
          <a:xfrm>
            <a:off x="6622473" y="2828925"/>
            <a:ext cx="1541813" cy="714375"/>
          </a:xfrm>
          <a:prstGeom prst="roundRect">
            <a:avLst>
              <a:gd name="adj" fmla="val 10667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88" name="vector-612">
            <a:extLst>
              <a:ext uri="{FF2B5EF4-FFF2-40B4-BE49-F238E27FC236}">
                <ns2:creationId id="{3FA39A8F-4FB3-4CD5-B728-3A15F8A08643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89" name="vector-613">
            <a:extLst>
              <a:ext uri="{FF2B5EF4-FFF2-40B4-BE49-F238E27FC236}">
                <ns2:creationId id="{0D3728E5-0AB8-4883-A0A6-EDA117EB24C0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90" name="vector-614">
            <a:extLst>
              <a:ext uri="{FF2B5EF4-FFF2-40B4-BE49-F238E27FC236}">
                <ns2:creationId id="{0FDAB259-0A9C-4FC4-8F00-F64A2AC20B44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91" name="vector-615">
            <a:extLst>
              <a:ext uri="{FF2B5EF4-FFF2-40B4-BE49-F238E27FC236}">
                <ns2:creationId id="{BFD365CF-0C92-4C98-B792-C824C1861DA0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92" name="vector-616">
            <a:extLst>
              <a:ext uri="{FF2B5EF4-FFF2-40B4-BE49-F238E27FC236}">
                <ns2:creationId id="{8717E7A3-D896-42D6-B961-1AC5E3B9A343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93" name="vector-617">
            <a:extLst>
              <a:ext uri="{FF2B5EF4-FFF2-40B4-BE49-F238E27FC236}">
                <ns2:creationId id="{80F098BC-75EC-4CFE-ADDA-1C2982417D7A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94" name="vector-618">
            <a:extLst>
              <a:ext uri="{FF2B5EF4-FFF2-40B4-BE49-F238E27FC236}">
                <ns2:creationId id="{7DB5397D-2496-4E2E-916B-7C810504FB19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95" name="icon-network-619">
            <a:extLst>
              <a:ext uri="{FF2B5EF4-FFF2-40B4-BE49-F238E27FC236}">
                <ns2:creationId id="{16BE003F-E415-4FA6-8E52-FC466E94246C}"/>
              </a:ext>
            </a:extLst>
          </p:cNvPr>
          <p:cNvSpPr>
            <a:spLocks noGrp="1"/>
          </p:cNvSpPr>
          <p:nvPr/>
        </p:nvSpPr>
        <p:spPr>
          <a:xfrm>
            <a:off x="6752211" y="3028950"/>
            <a:ext cx="39485" cy="4000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96" name="icon-network-620">
            <a:extLst>
              <a:ext uri="{FF2B5EF4-FFF2-40B4-BE49-F238E27FC236}">
                <ns2:creationId id="{9661D4C1-BF96-4C5F-A583-3A15EC03ADC9}"/>
              </a:ext>
            </a:extLst>
          </p:cNvPr>
          <p:cNvSpPr>
            <a:spLocks noGrp="1"/>
          </p:cNvSpPr>
          <p:nvPr/>
        </p:nvSpPr>
        <p:spPr>
          <a:xfrm>
            <a:off x="6842463" y="2957513"/>
            <a:ext cx="39485" cy="4000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97" name="icon-network-621">
            <a:extLst>
              <a:ext uri="{FF2B5EF4-FFF2-40B4-BE49-F238E27FC236}">
                <ns2:creationId id="{FF61DF28-008D-4BB9-AC06-FCAE263F2C62}"/>
              </a:ext>
            </a:extLst>
          </p:cNvPr>
          <p:cNvSpPr>
            <a:spLocks noGrp="1"/>
          </p:cNvSpPr>
          <p:nvPr/>
        </p:nvSpPr>
        <p:spPr>
          <a:xfrm>
            <a:off x="6952459" y="3008948"/>
            <a:ext cx="39485" cy="4000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98" name="icon-network-622">
            <a:extLst>
              <a:ext uri="{FF2B5EF4-FFF2-40B4-BE49-F238E27FC236}">
                <ns2:creationId id="{8653BD32-2D6B-4F1E-AD4F-228C21037D9F}"/>
              </a:ext>
            </a:extLst>
          </p:cNvPr>
          <p:cNvSpPr>
            <a:spLocks noGrp="1"/>
          </p:cNvSpPr>
          <p:nvPr/>
        </p:nvSpPr>
        <p:spPr>
          <a:xfrm>
            <a:off x="6910152" y="3160395"/>
            <a:ext cx="39485" cy="4000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99" name="icon-network-623">
            <a:extLst>
              <a:ext uri="{FF2B5EF4-FFF2-40B4-BE49-F238E27FC236}">
                <ns2:creationId id="{2B7120D8-F13C-4CE8-849B-7C2F69A1737C}"/>
              </a:ext>
            </a:extLst>
          </p:cNvPr>
          <p:cNvSpPr>
            <a:spLocks noGrp="1"/>
          </p:cNvSpPr>
          <p:nvPr/>
        </p:nvSpPr>
        <p:spPr>
          <a:xfrm>
            <a:off x="6783235" y="3157538"/>
            <a:ext cx="39485" cy="40005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00" name="text-624">
            <a:extLst>
              <a:ext uri="{FF2B5EF4-FFF2-40B4-BE49-F238E27FC236}">
                <ns2:creationId id="{55BAB358-CB33-4D7E-A483-94C2D43E0C96}"/>
              </a:ext>
            </a:extLst>
          </p:cNvPr>
          <p:cNvSpPr>
            <a:spLocks noGrp="1"/>
          </p:cNvSpPr>
          <p:nvPr/>
        </p:nvSpPr>
        <p:spPr>
          <a:xfrm>
            <a:off x="7092538" y="2905125"/>
            <a:ext cx="97773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比例计算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01" name="">
            <a:extLst>
              <a:ext uri="{FF2B5EF4-FFF2-40B4-BE49-F238E27FC236}">
                <ns2:creationId id="{745E3870-1C02-4A96-98BA-270C7FFE8845}"/>
              </a:ext>
            </a:extLst>
          </p:cNvPr>
          <p:cNvCxnSpPr>
            <a:stCxn id="69" idx="3"/>
            <a:endCxn id="74" idx="1"/>
          </p:cNvCxnSpPr>
          <p:nvPr/>
        </p:nvCxnSpPr>
        <p:spPr>
          <a:xfrm>
            <a:off x="4855029" y="3186113"/>
            <a:ext cx="112816" cy="0"/>
          </a:xfrm>
          <a:prstGeom prst="straightConnector1">
            <a:avLst/>
          </a:prstGeom>
          <a:ln w="24765">
            <a:solidFill>
              <a:srgbClr val="4D319F"/>
            </a:solidFill>
            <a:prstDash val="solid"/>
            <a:tailEnd type="triangle" w="med" len="med"/>
          </a:ln>
        </p:spPr>
      </p:cxnSp>
      <p:cxnSp>
        <p:nvCxnSpPr>
          <p:cNvPr id="102" name="">
            <a:extLst>
              <a:ext uri="{FF2B5EF4-FFF2-40B4-BE49-F238E27FC236}">
                <ns2:creationId id="{61196C3E-7464-42B9-AAAA-B778EC750606}"/>
              </a:ext>
            </a:extLst>
          </p:cNvPr>
          <p:cNvCxnSpPr>
            <a:stCxn id="74" idx="3"/>
            <a:endCxn id="87" idx="1"/>
          </p:cNvCxnSpPr>
          <p:nvPr/>
        </p:nvCxnSpPr>
        <p:spPr>
          <a:xfrm>
            <a:off x="6509657" y="3186113"/>
            <a:ext cx="112816" cy="0"/>
          </a:xfrm>
          <a:prstGeom prst="straightConnector1">
            <a:avLst/>
          </a:prstGeom>
          <a:ln w="24765">
            <a:solidFill>
              <a:srgbClr val="4D319F"/>
            </a:solidFill>
            <a:prstDash val="solid"/>
            <a:tailEnd type="triangle" w="med" len="med"/>
          </a:ln>
        </p:spPr>
      </p:cxnSp>
      <p:cxnSp>
        <p:nvCxnSpPr>
          <p:cNvPr id="103" name="">
            <a:extLst>
              <a:ext uri="{FF2B5EF4-FFF2-40B4-BE49-F238E27FC236}">
                <ns2:creationId id="{038C51C5-6556-4CA9-99D4-5DA775229489}"/>
              </a:ext>
            </a:extLst>
          </p:cNvPr>
          <p:cNvCxnSpPr>
            <a:stCxn id="48" idx="2"/>
            <a:endCxn id="69" idx="0"/>
          </p:cNvCxnSpPr>
          <p:nvPr/>
        </p:nvCxnSpPr>
        <p:spPr>
          <a:xfrm>
            <a:off x="4084122" y="2505075"/>
            <a:ext cx="0" cy="323850"/>
          </a:xfrm>
          <a:prstGeom prst="straightConnector1">
            <a:avLst/>
          </a:prstGeom>
          <a:ln w="24765">
            <a:solidFill>
              <a:srgbClr val="7960D0"/>
            </a:solidFill>
            <a:prstDash val="solid"/>
            <a:tailEnd type="triangle" w="med" len="med"/>
          </a:ln>
        </p:spPr>
      </p:cxnSp>
      <p:cxnSp>
        <p:nvCxnSpPr>
          <p:cNvPr id="104" name="">
            <a:extLst>
              <a:ext uri="{FF2B5EF4-FFF2-40B4-BE49-F238E27FC236}">
                <ns2:creationId id="{4DD15BA3-CD75-4D66-AE54-57312134BC1F}"/>
              </a:ext>
            </a:extLst>
          </p:cNvPr>
          <p:cNvCxnSpPr>
            <a:stCxn id="54" idx="2"/>
            <a:endCxn id="74" idx="0"/>
          </p:cNvCxnSpPr>
          <p:nvPr/>
        </p:nvCxnSpPr>
        <p:spPr>
          <a:xfrm>
            <a:off x="5738751" y="2505075"/>
            <a:ext cx="0" cy="323850"/>
          </a:xfrm>
          <a:prstGeom prst="straightConnector1">
            <a:avLst/>
          </a:prstGeom>
          <a:ln w="24765">
            <a:solidFill>
              <a:srgbClr val="7960D0"/>
            </a:solidFill>
            <a:prstDash val="solid"/>
            <a:tailEnd type="triangle" w="med" len="med"/>
          </a:ln>
        </p:spPr>
      </p:cxnSp>
      <p:cxnSp>
        <p:nvCxnSpPr>
          <p:cNvPr id="105" name="">
            <a:extLst>
              <a:ext uri="{FF2B5EF4-FFF2-40B4-BE49-F238E27FC236}">
                <ns2:creationId id="{991E939E-9EA2-4566-9436-B83C54E25C22}"/>
              </a:ext>
            </a:extLst>
          </p:cNvPr>
          <p:cNvCxnSpPr>
            <a:stCxn id="61" idx="2"/>
            <a:endCxn id="87" idx="0"/>
          </p:cNvCxnSpPr>
          <p:nvPr/>
        </p:nvCxnSpPr>
        <p:spPr>
          <a:xfrm>
            <a:off x="7393379" y="2505075"/>
            <a:ext cx="0" cy="323850"/>
          </a:xfrm>
          <a:prstGeom prst="straightConnector1">
            <a:avLst/>
          </a:prstGeom>
          <a:ln w="24765">
            <a:solidFill>
              <a:srgbClr val="7960D0"/>
            </a:solidFill>
            <a:prstDash val="solid"/>
            <a:tailEnd type="triangle" w="med" len="med"/>
          </a:ln>
        </p:spPr>
      </p:cxnSp>
      <p:sp>
        <p:nvSpPr>
          <p:cNvPr id="106" name="node-625">
            <a:extLst>
              <a:ext uri="{FF2B5EF4-FFF2-40B4-BE49-F238E27FC236}">
                <ns2:creationId id="{6EF21D18-D552-4EA3-A6D6-2E49C16A203A}"/>
              </a:ext>
            </a:extLst>
          </p:cNvPr>
          <p:cNvSpPr>
            <a:spLocks noGrp="1"/>
          </p:cNvSpPr>
          <p:nvPr/>
        </p:nvSpPr>
        <p:spPr>
          <a:xfrm>
            <a:off x="3313216" y="3990975"/>
            <a:ext cx="2369127" cy="885825"/>
          </a:xfrm>
          <a:prstGeom prst="roundRect">
            <a:avLst>
              <a:gd name="adj" fmla="val 8602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107" name="icon-grid-626">
            <a:extLst>
              <a:ext uri="{FF2B5EF4-FFF2-40B4-BE49-F238E27FC236}">
                <ns2:creationId id="{EE9D4ED0-D09C-4A75-83DF-5F86225D8C82}"/>
              </a:ext>
            </a:extLst>
          </p:cNvPr>
          <p:cNvSpPr>
            <a:spLocks noGrp="1"/>
          </p:cNvSpPr>
          <p:nvPr/>
        </p:nvSpPr>
        <p:spPr>
          <a:xfrm>
            <a:off x="3471157" y="4131945"/>
            <a:ext cx="276398" cy="280035"/>
          </a:xfrm>
          <a:prstGeom prst="rect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08" name="vector-627">
            <a:extLst>
              <a:ext uri="{FF2B5EF4-FFF2-40B4-BE49-F238E27FC236}">
                <ns2:creationId id="{D402C095-DAA3-4841-BDC7-457593A4EC7B}"/>
              </a:ext>
            </a:extLst>
          </p:cNvPr>
          <p:cNvSpPr>
            <a:spLocks noGrp="1"/>
          </p:cNvSpPr>
          <p:nvPr/>
        </p:nvSpPr>
        <p:spPr>
          <a:xfrm>
            <a:off x="3444834" y="4105275"/>
            <a:ext cx="329045" cy="333375"/>
          </a:xfrm>
          <a:custGeom>
            <a:pathLst>
              <a:path w="952500" h="952500">
                <a:moveTo>
                  <a:pt x="276225" y="76200"/>
                </a:moveTo>
                <a:lnTo>
                  <a:pt x="276225" y="8763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09" name="vector-628">
            <a:extLst>
              <a:ext uri="{FF2B5EF4-FFF2-40B4-BE49-F238E27FC236}">
                <ns2:creationId id="{7C3AEFD8-5222-48B6-BAEB-ECFA14C7E76A}"/>
              </a:ext>
            </a:extLst>
          </p:cNvPr>
          <p:cNvSpPr>
            <a:spLocks noGrp="1"/>
          </p:cNvSpPr>
          <p:nvPr/>
        </p:nvSpPr>
        <p:spPr>
          <a:xfrm>
            <a:off x="3444834" y="4105275"/>
            <a:ext cx="329045" cy="333375"/>
          </a:xfrm>
          <a:custGeom>
            <a:pathLst>
              <a:path w="952500" h="952500">
                <a:moveTo>
                  <a:pt x="76200" y="276225"/>
                </a:moveTo>
                <a:lnTo>
                  <a:pt x="876300" y="27622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10" name="vector-629">
            <a:extLst>
              <a:ext uri="{FF2B5EF4-FFF2-40B4-BE49-F238E27FC236}">
                <ns2:creationId id="{C13F4154-5EAB-43D4-8083-6C571CB5CBA0}"/>
              </a:ext>
            </a:extLst>
          </p:cNvPr>
          <p:cNvSpPr>
            <a:spLocks noGrp="1"/>
          </p:cNvSpPr>
          <p:nvPr/>
        </p:nvSpPr>
        <p:spPr>
          <a:xfrm>
            <a:off x="3444834" y="4105275"/>
            <a:ext cx="329045" cy="333375"/>
          </a:xfrm>
          <a:custGeom>
            <a:pathLst>
              <a:path w="952500" h="952500">
                <a:moveTo>
                  <a:pt x="476250" y="76200"/>
                </a:moveTo>
                <a:lnTo>
                  <a:pt x="476250" y="8763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11" name="vector-630">
            <a:extLst>
              <a:ext uri="{FF2B5EF4-FFF2-40B4-BE49-F238E27FC236}">
                <ns2:creationId id="{1C01EF4F-B3DA-4C81-B7AA-39F430798EBF}"/>
              </a:ext>
            </a:extLst>
          </p:cNvPr>
          <p:cNvSpPr>
            <a:spLocks noGrp="1"/>
          </p:cNvSpPr>
          <p:nvPr/>
        </p:nvSpPr>
        <p:spPr>
          <a:xfrm>
            <a:off x="3444834" y="4105275"/>
            <a:ext cx="329045" cy="333375"/>
          </a:xfrm>
          <a:custGeom>
            <a:pathLst>
              <a:path w="952500" h="952500">
                <a:moveTo>
                  <a:pt x="76200" y="476250"/>
                </a:moveTo>
                <a:lnTo>
                  <a:pt x="876300" y="4762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12" name="vector-631">
            <a:extLst>
              <a:ext uri="{FF2B5EF4-FFF2-40B4-BE49-F238E27FC236}">
                <ns2:creationId id="{7B0CAA82-EC26-4456-BD70-AFC906CDD731}"/>
              </a:ext>
            </a:extLst>
          </p:cNvPr>
          <p:cNvSpPr>
            <a:spLocks noGrp="1"/>
          </p:cNvSpPr>
          <p:nvPr/>
        </p:nvSpPr>
        <p:spPr>
          <a:xfrm>
            <a:off x="3444834" y="4105275"/>
            <a:ext cx="329045" cy="333375"/>
          </a:xfrm>
          <a:custGeom>
            <a:pathLst>
              <a:path w="952500" h="952500">
                <a:moveTo>
                  <a:pt x="676275" y="76200"/>
                </a:moveTo>
                <a:lnTo>
                  <a:pt x="676275" y="8763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13" name="vector-632">
            <a:extLst>
              <a:ext uri="{FF2B5EF4-FFF2-40B4-BE49-F238E27FC236}">
                <ns2:creationId id="{19B82398-5964-4909-ABE0-545A10922BDF}"/>
              </a:ext>
            </a:extLst>
          </p:cNvPr>
          <p:cNvSpPr>
            <a:spLocks noGrp="1"/>
          </p:cNvSpPr>
          <p:nvPr/>
        </p:nvSpPr>
        <p:spPr>
          <a:xfrm>
            <a:off x="3444834" y="4105275"/>
            <a:ext cx="329045" cy="333375"/>
          </a:xfrm>
          <a:custGeom>
            <a:pathLst>
              <a:path w="952500" h="952500">
                <a:moveTo>
                  <a:pt x="76200" y="676275"/>
                </a:moveTo>
                <a:lnTo>
                  <a:pt x="876300" y="67627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14" name="text-633">
            <a:extLst>
              <a:ext uri="{FF2B5EF4-FFF2-40B4-BE49-F238E27FC236}">
                <ns2:creationId id="{D46716D4-A555-4B24-96CD-D828E4D21AAA}"/>
              </a:ext>
            </a:extLst>
          </p:cNvPr>
          <p:cNvSpPr>
            <a:spLocks noGrp="1"/>
          </p:cNvSpPr>
          <p:nvPr/>
        </p:nvSpPr>
        <p:spPr>
          <a:xfrm>
            <a:off x="3886695" y="4105275"/>
            <a:ext cx="1673431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指数计算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5" name="text-634">
            <a:extLst>
              <a:ext uri="{FF2B5EF4-FFF2-40B4-BE49-F238E27FC236}">
                <ns2:creationId id="{2C866A2F-E0A4-4536-9C5C-218D70936BD1}"/>
              </a:ext>
            </a:extLst>
          </p:cNvPr>
          <p:cNvSpPr>
            <a:spLocks noGrp="1"/>
          </p:cNvSpPr>
          <p:nvPr/>
        </p:nvSpPr>
        <p:spPr>
          <a:xfrm>
            <a:off x="3444834" y="4438650"/>
            <a:ext cx="2115292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计算丰富度与多样性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6" name="node-635">
            <a:extLst>
              <a:ext uri="{FF2B5EF4-FFF2-40B4-BE49-F238E27FC236}">
                <ns2:creationId id="{2F4EF974-6688-45CB-AA22-72D38D007364}"/>
              </a:ext>
            </a:extLst>
          </p:cNvPr>
          <p:cNvSpPr>
            <a:spLocks noGrp="1"/>
          </p:cNvSpPr>
          <p:nvPr/>
        </p:nvSpPr>
        <p:spPr>
          <a:xfrm>
            <a:off x="5804560" y="3990975"/>
            <a:ext cx="2369127" cy="885825"/>
          </a:xfrm>
          <a:prstGeom prst="roundRect">
            <a:avLst>
              <a:gd name="adj" fmla="val 8602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117" name="vector-636">
            <a:extLst>
              <a:ext uri="{FF2B5EF4-FFF2-40B4-BE49-F238E27FC236}">
                <ns2:creationId id="{7F4B6986-31C8-49CC-9E28-6F303DDC4411}"/>
              </a:ext>
            </a:extLst>
          </p:cNvPr>
          <p:cNvSpPr>
            <a:spLocks noGrp="1"/>
          </p:cNvSpPr>
          <p:nvPr/>
        </p:nvSpPr>
        <p:spPr>
          <a:xfrm>
            <a:off x="5936178" y="4105275"/>
            <a:ext cx="329045" cy="3333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18" name="vector-637">
            <a:extLst>
              <a:ext uri="{FF2B5EF4-FFF2-40B4-BE49-F238E27FC236}">
                <ns2:creationId id="{E84991D4-43C0-45E8-B187-F0ADAA5E196E}"/>
              </a:ext>
            </a:extLst>
          </p:cNvPr>
          <p:cNvSpPr>
            <a:spLocks noGrp="1"/>
          </p:cNvSpPr>
          <p:nvPr/>
        </p:nvSpPr>
        <p:spPr>
          <a:xfrm>
            <a:off x="5936178" y="4105275"/>
            <a:ext cx="329045" cy="3333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19" name="icon-chart-638">
            <a:extLst>
              <a:ext uri="{FF2B5EF4-FFF2-40B4-BE49-F238E27FC236}">
                <ns2:creationId id="{F33A5696-B163-4263-9C93-4DDBB0585A86}"/>
              </a:ext>
            </a:extLst>
          </p:cNvPr>
          <p:cNvSpPr>
            <a:spLocks noGrp="1"/>
          </p:cNvSpPr>
          <p:nvPr/>
        </p:nvSpPr>
        <p:spPr>
          <a:xfrm>
            <a:off x="6018440" y="4285298"/>
            <a:ext cx="42776" cy="110014"/>
          </a:xfrm>
          <a:prstGeom prst="rect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20" name="icon-chart-639">
            <a:extLst>
              <a:ext uri="{FF2B5EF4-FFF2-40B4-BE49-F238E27FC236}">
                <ns2:creationId id="{11157F1B-A7F1-45F6-B593-E9124BAF9C9F}"/>
              </a:ext>
            </a:extLst>
          </p:cNvPr>
          <p:cNvSpPr>
            <a:spLocks noGrp="1"/>
          </p:cNvSpPr>
          <p:nvPr/>
        </p:nvSpPr>
        <p:spPr>
          <a:xfrm>
            <a:off x="6090829" y="4225290"/>
            <a:ext cx="42776" cy="170021"/>
          </a:xfrm>
          <a:prstGeom prst="rect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21" name="icon-chart-640">
            <a:extLst>
              <a:ext uri="{FF2B5EF4-FFF2-40B4-BE49-F238E27FC236}">
                <ns2:creationId id="{D859CF2B-2427-4F2B-8E24-25BDAAF5DB25}"/>
              </a:ext>
            </a:extLst>
          </p:cNvPr>
          <p:cNvSpPr>
            <a:spLocks noGrp="1"/>
          </p:cNvSpPr>
          <p:nvPr/>
        </p:nvSpPr>
        <p:spPr>
          <a:xfrm>
            <a:off x="6163220" y="4158615"/>
            <a:ext cx="42776" cy="236696"/>
          </a:xfrm>
          <a:prstGeom prst="rect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22" name="text-641">
            <a:extLst>
              <a:ext uri="{FF2B5EF4-FFF2-40B4-BE49-F238E27FC236}">
                <ns2:creationId id="{A09C5BDB-54D5-4123-A467-5E24F760EFE4}"/>
              </a:ext>
            </a:extLst>
          </p:cNvPr>
          <p:cNvSpPr>
            <a:spLocks noGrp="1"/>
          </p:cNvSpPr>
          <p:nvPr/>
        </p:nvSpPr>
        <p:spPr>
          <a:xfrm>
            <a:off x="6378039" y="4105275"/>
            <a:ext cx="1673431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条件比较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3" name="text-642">
            <a:extLst>
              <a:ext uri="{FF2B5EF4-FFF2-40B4-BE49-F238E27FC236}">
                <ns2:creationId id="{9FF2DD64-BAFF-4E49-8643-2340797FC23C}"/>
              </a:ext>
            </a:extLst>
          </p:cNvPr>
          <p:cNvSpPr>
            <a:spLocks noGrp="1"/>
          </p:cNvSpPr>
          <p:nvPr/>
        </p:nvSpPr>
        <p:spPr>
          <a:xfrm>
            <a:off x="5936178" y="4438650"/>
            <a:ext cx="2115292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核对采样量与重复数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24" name="">
            <a:extLst>
              <a:ext uri="{FF2B5EF4-FFF2-40B4-BE49-F238E27FC236}">
                <ns2:creationId id="{9BDA0920-9762-4558-B8DF-6021CD51F36D}"/>
              </a:ext>
            </a:extLst>
          </p:cNvPr>
          <p:cNvCxnSpPr>
            <a:stCxn id="74" idx="2"/>
            <a:endCxn id="106" idx="0"/>
          </p:cNvCxnSpPr>
          <p:nvPr/>
        </p:nvCxnSpPr>
        <p:spPr>
          <a:xfrm flipH="1">
            <a:off x="4497779" y="3543300"/>
            <a:ext cx="1240971" cy="447675"/>
          </a:xfrm>
          <a:prstGeom prst="bentConnector4">
            <a:avLst>
              <a:gd name="adj1" fmla="val 0"/>
              <a:gd name="adj2" fmla="val 50000"/>
            </a:avLst>
          </a:prstGeom>
          <a:ln w="24765">
            <a:solidFill>
              <a:srgbClr val="4D319F"/>
            </a:solidFill>
            <a:prstDash val="solid"/>
            <a:tailEnd type="triangle" w="med" len="med"/>
          </a:ln>
        </p:spPr>
      </p:cxnSp>
      <p:cxnSp>
        <p:nvCxnSpPr>
          <p:cNvPr id="125" name="">
            <a:extLst>
              <a:ext uri="{FF2B5EF4-FFF2-40B4-BE49-F238E27FC236}">
                <ns2:creationId id="{FBB5D068-A827-4964-A564-42FC02CD1BE2}"/>
              </a:ext>
            </a:extLst>
          </p:cNvPr>
          <p:cNvCxnSpPr>
            <a:stCxn id="74" idx="2"/>
            <a:endCxn id="116" idx="0"/>
          </p:cNvCxnSpPr>
          <p:nvPr/>
        </p:nvCxnSpPr>
        <p:spPr>
          <a:xfrm>
            <a:off x="5738751" y="3543300"/>
            <a:ext cx="1250373" cy="447675"/>
          </a:xfrm>
          <a:prstGeom prst="bentConnector4">
            <a:avLst>
              <a:gd name="adj1" fmla="val 0"/>
              <a:gd name="adj2" fmla="val 50000"/>
            </a:avLst>
          </a:prstGeom>
          <a:ln w="24765">
            <a:solidFill>
              <a:srgbClr val="4D319F"/>
            </a:solidFill>
            <a:prstDash val="solid"/>
            <a:tailEnd type="triangle" w="med" len="med"/>
          </a:ln>
        </p:spPr>
      </p:cxnSp>
      <p:sp>
        <p:nvSpPr>
          <p:cNvPr id="126" name="node-643">
            <a:extLst>
              <a:ext uri="{FF2B5EF4-FFF2-40B4-BE49-F238E27FC236}">
                <ns2:creationId id="{375EC324-EAFC-49B4-8EE8-82C24883DA2D}"/>
              </a:ext>
            </a:extLst>
          </p:cNvPr>
          <p:cNvSpPr>
            <a:spLocks noGrp="1"/>
          </p:cNvSpPr>
          <p:nvPr/>
        </p:nvSpPr>
        <p:spPr>
          <a:xfrm>
            <a:off x="4149931" y="5505450"/>
            <a:ext cx="3243448" cy="428625"/>
          </a:xfrm>
          <a:prstGeom prst="roundRect">
            <a:avLst>
              <a:gd name="adj" fmla="val 17778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127" name="text-644">
            <a:extLst>
              <a:ext uri="{FF2B5EF4-FFF2-40B4-BE49-F238E27FC236}">
                <ns2:creationId id="{6CD7756A-CC6B-4B7E-83E7-A3B2467D751E}"/>
              </a:ext>
            </a:extLst>
          </p:cNvPr>
          <p:cNvSpPr>
            <a:spLocks noGrp="1"/>
          </p:cNvSpPr>
          <p:nvPr/>
        </p:nvSpPr>
        <p:spPr>
          <a:xfrm>
            <a:off x="4243944" y="5581650"/>
            <a:ext cx="305542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解释差异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28" name="">
            <a:extLst>
              <a:ext uri="{FF2B5EF4-FFF2-40B4-BE49-F238E27FC236}">
                <ns2:creationId id="{EE8F1370-C2C3-48E4-9EEC-EA3C5F6A749C}"/>
              </a:ext>
            </a:extLst>
          </p:cNvPr>
          <p:cNvCxnSpPr>
            <a:stCxn id="106" idx="2"/>
            <a:endCxn id="126" idx="0"/>
          </p:cNvCxnSpPr>
          <p:nvPr/>
        </p:nvCxnSpPr>
        <p:spPr>
          <a:xfrm>
            <a:off x="4497779" y="4876800"/>
            <a:ext cx="1273876" cy="628650"/>
          </a:xfrm>
          <a:prstGeom prst="bentConnector4">
            <a:avLst>
              <a:gd name="adj1" fmla="val 0"/>
              <a:gd name="adj2" fmla="val 50000"/>
            </a:avLst>
          </a:prstGeom>
          <a:ln w="24765">
            <a:solidFill>
              <a:srgbClr val="4D319F"/>
            </a:solidFill>
            <a:prstDash val="solid"/>
            <a:tailEnd type="triangle" w="med" len="med"/>
          </a:ln>
        </p:spPr>
      </p:cxnSp>
      <p:cxnSp>
        <p:nvCxnSpPr>
          <p:cNvPr id="129" name="">
            <a:extLst>
              <a:ext uri="{FF2B5EF4-FFF2-40B4-BE49-F238E27FC236}">
                <ns2:creationId id="{174A42BA-D47F-4C47-A798-112C5D2B174F}"/>
              </a:ext>
            </a:extLst>
          </p:cNvPr>
          <p:cNvCxnSpPr>
            <a:stCxn id="116" idx="2"/>
            <a:endCxn id="126" idx="0"/>
          </p:cNvCxnSpPr>
          <p:nvPr/>
        </p:nvCxnSpPr>
        <p:spPr>
          <a:xfrm flipH="1">
            <a:off x="5771656" y="4876800"/>
            <a:ext cx="1217469" cy="628650"/>
          </a:xfrm>
          <a:prstGeom prst="bentConnector4">
            <a:avLst>
              <a:gd name="adj1" fmla="val 0"/>
              <a:gd name="adj2" fmla="val 50000"/>
            </a:avLst>
          </a:prstGeom>
          <a:ln w="24765">
            <a:solidFill>
              <a:srgbClr val="4D319F"/>
            </a:solidFill>
            <a:prstDash val="solid"/>
            <a:tailEnd type="triangle" w="med" len="med"/>
          </a:ln>
        </p:spPr>
      </p:cxnSp>
      <p:sp>
        <p:nvSpPr>
          <p:cNvPr id="130" name="text-645">
            <a:extLst>
              <a:ext uri="{FF2B5EF4-FFF2-40B4-BE49-F238E27FC236}">
                <ns2:creationId id="{161E34AB-2322-4C7B-A21B-5432F76F4C8E}"/>
              </a:ext>
            </a:extLst>
          </p:cNvPr>
          <p:cNvSpPr>
            <a:spLocks noGrp="1"/>
          </p:cNvSpPr>
          <p:nvPr/>
        </p:nvSpPr>
        <p:spPr>
          <a:xfrm>
            <a:off x="8671956" y="1400175"/>
            <a:ext cx="300841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环境解释量的示意比较</a:t>
            </a:r>
            <a:endParaRPr/>
          </a:p>
        </p:txBody>
      </p:sp>
      <p:graphicFrame>
        <p:nvGraphicFramePr>
          <p:cNvPr id="131" name="Chart">
            <a:extLst>
              <a:ext uri="{FF2B5EF4-FFF2-40B4-BE49-F238E27FC236}">
                <ns2:creationId id="{6F56A08E-521C-403C-8B9F-CA029BAE16FF}"/>
              </a:ext>
            </a:extLst>
          </p:cNvPr>
          <p:cNvGraphicFramePr/>
          <p:nvPr/>
        </p:nvGraphicFramePr>
        <p:xfrm>
          <a:off x="8606147" y="1752600"/>
          <a:ext cx="3177639" cy="2295525"/>
        </p:xfrm>
        <a:graphic>
          <a:graphicData uri="http://schemas.openxmlformats.org/drawingml/2006/chart">
            <c:chart r:id="Rb01c90e26ef64a2d"/>
          </a:graphicData>
        </a:graphic>
      </p:graphicFrame>
      <p:sp>
        <p:nvSpPr>
          <p:cNvPr id="132" name="text-646">
            <a:extLst>
              <a:ext uri="{FF2B5EF4-FFF2-40B4-BE49-F238E27FC236}">
                <ns2:creationId id="{4F0A6ABF-687A-4B96-BA21-C8F449C34289}"/>
              </a:ext>
            </a:extLst>
          </p:cNvPr>
          <p:cNvSpPr>
            <a:spLocks noGrp="1"/>
          </p:cNvSpPr>
          <p:nvPr/>
        </p:nvSpPr>
        <p:spPr>
          <a:xfrm>
            <a:off x="8606147" y="2088909"/>
            <a:ext cx="7944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样方面积</a:t>
            </a:r>
            <a:endParaRPr/>
          </a:p>
        </p:txBody>
      </p:sp>
      <p:sp>
        <p:nvSpPr>
          <p:cNvPr id="133" name="text-647">
            <a:extLst>
              <a:ext uri="{FF2B5EF4-FFF2-40B4-BE49-F238E27FC236}">
                <ns2:creationId id="{A9FD7FB5-BCEF-4B4F-BD2F-EFADD59AEF2E}"/>
              </a:ext>
            </a:extLst>
          </p:cNvPr>
          <p:cNvSpPr>
            <a:spLocks noGrp="1"/>
          </p:cNvSpPr>
          <p:nvPr/>
        </p:nvSpPr>
        <p:spPr>
          <a:xfrm>
            <a:off x="8606147" y="2405691"/>
            <a:ext cx="7944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植被盖度</a:t>
            </a:r>
            <a:endParaRPr/>
          </a:p>
        </p:txBody>
      </p:sp>
      <p:sp>
        <p:nvSpPr>
          <p:cNvPr id="134" name="text-648">
            <a:extLst>
              <a:ext uri="{FF2B5EF4-FFF2-40B4-BE49-F238E27FC236}">
                <ns2:creationId id="{C7EFB0F2-F63B-4688-A1FD-72DDE1B10537}"/>
              </a:ext>
            </a:extLst>
          </p:cNvPr>
          <p:cNvSpPr>
            <a:spLocks noGrp="1"/>
          </p:cNvSpPr>
          <p:nvPr/>
        </p:nvSpPr>
        <p:spPr>
          <a:xfrm>
            <a:off x="8606147" y="2722474"/>
            <a:ext cx="7944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调查次数</a:t>
            </a:r>
            <a:endParaRPr/>
          </a:p>
        </p:txBody>
      </p:sp>
      <p:sp>
        <p:nvSpPr>
          <p:cNvPr id="135" name="text-649">
            <a:extLst>
              <a:ext uri="{FF2B5EF4-FFF2-40B4-BE49-F238E27FC236}">
                <ns2:creationId id="{F4A8FA9C-B5A5-4F75-9176-3B19DE03ECE0}"/>
              </a:ext>
            </a:extLst>
          </p:cNvPr>
          <p:cNvSpPr>
            <a:spLocks noGrp="1"/>
          </p:cNvSpPr>
          <p:nvPr/>
        </p:nvSpPr>
        <p:spPr>
          <a:xfrm>
            <a:off x="8606147" y="3039256"/>
            <a:ext cx="7944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干扰水平</a:t>
            </a:r>
            <a:endParaRPr/>
          </a:p>
        </p:txBody>
      </p:sp>
      <p:sp>
        <p:nvSpPr>
          <p:cNvPr id="136" name="text-650">
            <a:extLst>
              <a:ext uri="{FF2B5EF4-FFF2-40B4-BE49-F238E27FC236}">
                <ns2:creationId id="{87F88F4D-5D56-46C5-893B-33BF7D8003BA}"/>
              </a:ext>
            </a:extLst>
          </p:cNvPr>
          <p:cNvSpPr>
            <a:spLocks noGrp="1"/>
          </p:cNvSpPr>
          <p:nvPr/>
        </p:nvSpPr>
        <p:spPr>
          <a:xfrm>
            <a:off x="9622991" y="3857625"/>
            <a:ext cx="1588819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137" name="text-651">
            <a:extLst>
              <a:ext uri="{FF2B5EF4-FFF2-40B4-BE49-F238E27FC236}">
                <ns2:creationId id="{097BF0D9-A4CE-4971-A594-F633AB7FEDA6}"/>
              </a:ext>
            </a:extLst>
          </p:cNvPr>
          <p:cNvSpPr>
            <a:spLocks noGrp="1"/>
          </p:cNvSpPr>
          <p:nvPr/>
        </p:nvSpPr>
        <p:spPr>
          <a:xfrm>
            <a:off x="8671956" y="4162425"/>
            <a:ext cx="300841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  <a:endParaRPr/>
          </a:p>
        </p:txBody>
      </p:sp>
      <p:sp>
        <p:nvSpPr>
          <p:cNvPr id="138" name="icon-check-652">
            <a:extLst>
              <a:ext uri="{FF2B5EF4-FFF2-40B4-BE49-F238E27FC236}">
                <ns2:creationId id="{DB511005-783A-4590-84ED-48DC31A6B5A0}"/>
              </a:ext>
            </a:extLst>
          </p:cNvPr>
          <p:cNvSpPr>
            <a:spLocks noGrp="1"/>
          </p:cNvSpPr>
          <p:nvPr/>
        </p:nvSpPr>
        <p:spPr>
          <a:xfrm>
            <a:off x="8714262" y="4605338"/>
            <a:ext cx="188026" cy="190500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139" name="vector-653">
            <a:extLst>
              <a:ext uri="{FF2B5EF4-FFF2-40B4-BE49-F238E27FC236}">
                <ns2:creationId id="{B7C0770D-EB12-4C22-910F-7EA83BE96391}"/>
              </a:ext>
            </a:extLst>
          </p:cNvPr>
          <p:cNvSpPr>
            <a:spLocks noGrp="1"/>
          </p:cNvSpPr>
          <p:nvPr/>
        </p:nvSpPr>
        <p:spPr>
          <a:xfrm>
            <a:off x="8690758" y="4581525"/>
            <a:ext cx="235032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40" name="vector-654">
            <a:extLst>
              <a:ext uri="{FF2B5EF4-FFF2-40B4-BE49-F238E27FC236}">
                <ns2:creationId id="{A95DE63F-278C-4124-9403-AF4DEAAA7847}"/>
              </a:ext>
            </a:extLst>
          </p:cNvPr>
          <p:cNvSpPr>
            <a:spLocks noGrp="1"/>
          </p:cNvSpPr>
          <p:nvPr/>
        </p:nvSpPr>
        <p:spPr>
          <a:xfrm>
            <a:off x="8690758" y="4581525"/>
            <a:ext cx="235032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41" name="text-655">
            <a:extLst>
              <a:ext uri="{FF2B5EF4-FFF2-40B4-BE49-F238E27FC236}">
                <ns2:creationId id="{79BED791-FDA7-43A4-AEA6-548CAC26DB81}"/>
              </a:ext>
            </a:extLst>
          </p:cNvPr>
          <p:cNvSpPr>
            <a:spLocks noGrp="1"/>
          </p:cNvSpPr>
          <p:nvPr/>
        </p:nvSpPr>
        <p:spPr>
          <a:xfrm>
            <a:off x="9029205" y="4552950"/>
            <a:ext cx="2669969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核对总数与比例之和</a:t>
            </a:r>
            <a:endParaRPr/>
          </a:p>
        </p:txBody>
      </p:sp>
      <p:sp>
        <p:nvSpPr>
          <p:cNvPr id="142" name="icon-check-656">
            <a:extLst>
              <a:ext uri="{FF2B5EF4-FFF2-40B4-BE49-F238E27FC236}">
                <ns2:creationId id="{AF8FE4D7-B3B8-46DE-8572-4BB7FFBF4AA7}"/>
              </a:ext>
            </a:extLst>
          </p:cNvPr>
          <p:cNvSpPr>
            <a:spLocks noGrp="1"/>
          </p:cNvSpPr>
          <p:nvPr/>
        </p:nvSpPr>
        <p:spPr>
          <a:xfrm>
            <a:off x="8714262" y="5053013"/>
            <a:ext cx="188026" cy="190500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143" name="vector-657">
            <a:extLst>
              <a:ext uri="{FF2B5EF4-FFF2-40B4-BE49-F238E27FC236}">
                <ns2:creationId id="{EE2231E1-24CB-44ED-9352-C5FD69470791}"/>
              </a:ext>
            </a:extLst>
          </p:cNvPr>
          <p:cNvSpPr>
            <a:spLocks noGrp="1"/>
          </p:cNvSpPr>
          <p:nvPr/>
        </p:nvSpPr>
        <p:spPr>
          <a:xfrm>
            <a:off x="8690758" y="5029200"/>
            <a:ext cx="235032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44" name="vector-658">
            <a:extLst>
              <a:ext uri="{FF2B5EF4-FFF2-40B4-BE49-F238E27FC236}">
                <ns2:creationId id="{CB436D63-7E05-4975-9349-79C1926164EA}"/>
              </a:ext>
            </a:extLst>
          </p:cNvPr>
          <p:cNvSpPr>
            <a:spLocks noGrp="1"/>
          </p:cNvSpPr>
          <p:nvPr/>
        </p:nvSpPr>
        <p:spPr>
          <a:xfrm>
            <a:off x="8690758" y="5029200"/>
            <a:ext cx="235032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45" name="text-659">
            <a:extLst>
              <a:ext uri="{FF2B5EF4-FFF2-40B4-BE49-F238E27FC236}">
                <ns2:creationId id="{4C0DCC66-C1FE-4D33-B603-85D43D0E3EFA}"/>
              </a:ext>
            </a:extLst>
          </p:cNvPr>
          <p:cNvSpPr>
            <a:spLocks noGrp="1"/>
          </p:cNvSpPr>
          <p:nvPr/>
        </p:nvSpPr>
        <p:spPr>
          <a:xfrm>
            <a:off x="9029205" y="5000625"/>
            <a:ext cx="2669969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检查调查尺度是否一致</a:t>
            </a:r>
            <a:endParaRPr/>
          </a:p>
        </p:txBody>
      </p:sp>
      <p:sp>
        <p:nvSpPr>
          <p:cNvPr id="146" name="icon-check-660">
            <a:extLst>
              <a:ext uri="{FF2B5EF4-FFF2-40B4-BE49-F238E27FC236}">
                <ns2:creationId id="{56727CCB-2D44-4F31-BE92-34B8F2B95629}"/>
              </a:ext>
            </a:extLst>
          </p:cNvPr>
          <p:cNvSpPr>
            <a:spLocks noGrp="1"/>
          </p:cNvSpPr>
          <p:nvPr/>
        </p:nvSpPr>
        <p:spPr>
          <a:xfrm>
            <a:off x="8714262" y="5500688"/>
            <a:ext cx="188026" cy="190500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147" name="vector-661">
            <a:extLst>
              <a:ext uri="{FF2B5EF4-FFF2-40B4-BE49-F238E27FC236}">
                <ns2:creationId id="{40E10BCF-77B1-4956-9040-494120056319}"/>
              </a:ext>
            </a:extLst>
          </p:cNvPr>
          <p:cNvSpPr>
            <a:spLocks noGrp="1"/>
          </p:cNvSpPr>
          <p:nvPr/>
        </p:nvSpPr>
        <p:spPr>
          <a:xfrm>
            <a:off x="8690758" y="5476875"/>
            <a:ext cx="235032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48" name="vector-662">
            <a:extLst>
              <a:ext uri="{FF2B5EF4-FFF2-40B4-BE49-F238E27FC236}">
                <ns2:creationId id="{9A626557-C956-4AE6-9432-11C5B08E9349}"/>
              </a:ext>
            </a:extLst>
          </p:cNvPr>
          <p:cNvSpPr>
            <a:spLocks noGrp="1"/>
          </p:cNvSpPr>
          <p:nvPr/>
        </p:nvSpPr>
        <p:spPr>
          <a:xfrm>
            <a:off x="8690758" y="5476875"/>
            <a:ext cx="235032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49" name="text-663">
            <a:extLst>
              <a:ext uri="{FF2B5EF4-FFF2-40B4-BE49-F238E27FC236}">
                <ns2:creationId id="{E50FB9F9-DC10-475E-BE6D-E0B89F4A2157}"/>
              </a:ext>
            </a:extLst>
          </p:cNvPr>
          <p:cNvSpPr>
            <a:spLocks noGrp="1"/>
          </p:cNvSpPr>
          <p:nvPr/>
        </p:nvSpPr>
        <p:spPr>
          <a:xfrm>
            <a:off x="9029205" y="5448300"/>
            <a:ext cx="2669969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区分计算结果与生态解释</a:t>
            </a:r>
            <a:endParaRPr/>
          </a:p>
        </p:txBody>
      </p:sp>
      <p:sp>
        <p:nvSpPr>
          <p:cNvPr id="150" name="shape-664">
            <a:extLst>
              <a:ext uri="{FF2B5EF4-FFF2-40B4-BE49-F238E27FC236}">
                <ns2:creationId id="{DCA815E7-5F75-45A4-9123-EA0DBB440F9D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151" name="text-665">
            <a:extLst>
              <a:ext uri="{FF2B5EF4-FFF2-40B4-BE49-F238E27FC236}">
                <ns2:creationId id="{5FD86928-A117-4D7E-A5C5-5C5FCF068E04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计算可复核，比较有条件，结论不过度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2" name="text-666">
            <a:extLst>
              <a:ext uri="{FF2B5EF4-FFF2-40B4-BE49-F238E27FC236}">
                <ns2:creationId id="{A67DC5B8-5E0F-476A-B646-5FA09F515C1F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153" name="text-667">
            <a:extLst>
              <a:ext uri="{FF2B5EF4-FFF2-40B4-BE49-F238E27FC236}">
                <ns2:creationId id="{A35C5E10-5FC7-4840-AEDF-4FD9251CE6E3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/>
          </a:p>
        </p:txBody>
      </p:sp>
    </p:spTree>
    <p:extLst>
      <p:ext uri="{BB962C8B-B14F-4D97-AF65-F5344CB8AC3E}">
        <ns5:creationId val="912345835"/>
      </p:ext>
    </p:extLst>
  </p:cSld>
</p:sld>
</file>

<file path=ppt/slides/slide3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结果练习｜同一数据应怎样多角度读图？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4D319F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304800" y="88582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4D319F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314201" y="895350"/>
            <a:ext cx="5687786" cy="361950"/>
          </a:xfrm>
          <a:prstGeom prst="rect">
            <a:avLst>
              <a:gd name="adj" fmla="val 21053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98813" y="933450"/>
            <a:ext cx="272638" cy="276225"/>
          </a:xfrm>
          <a:prstGeom prst="ellipse">
            <a:avLst/>
          </a:prstGeom>
          <a:solidFill>
            <a:srgbClr val="4D319F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98813" y="93345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84266" y="94297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优势比例与物种丰富度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80010" y="1314450"/>
          <a:ext cx="5546766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54976" y="310515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优势种比例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0612" y="88582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4D319F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0013" y="895350"/>
            <a:ext cx="5687786" cy="361950"/>
          </a:xfrm>
          <a:prstGeom prst="rect">
            <a:avLst>
              <a:gd name="adj" fmla="val 21053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4625" y="933450"/>
            <a:ext cx="272638" cy="276225"/>
          </a:xfrm>
          <a:prstGeom prst="ellipse">
            <a:avLst/>
          </a:prstGeom>
          <a:solidFill>
            <a:srgbClr val="4D319F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4625" y="93345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0078" y="94297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三类样点的分布比较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5822" y="1314450"/>
          <a:ext cx="5546766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304800" y="349567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4D319F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314201" y="3505200"/>
            <a:ext cx="5687786" cy="361950"/>
          </a:xfrm>
          <a:prstGeom prst="rect">
            <a:avLst>
              <a:gd name="adj" fmla="val 21053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98813" y="3543300"/>
            <a:ext cx="272638" cy="276225"/>
          </a:xfrm>
          <a:prstGeom prst="ellipse">
            <a:avLst/>
          </a:prstGeom>
          <a:solidFill>
            <a:srgbClr val="4D319F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98813" y="35433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84266" y="355282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重复调查的指标变化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80010" y="3924300"/>
          <a:ext cx="5546766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98621" y="4124325"/>
            <a:ext cx="206829" cy="95"/>
          </a:xfrm>
          <a:prstGeom prst="line">
            <a:avLst/>
          </a:prstGeom>
          <a:noFill/>
          <a:ln w="19050">
            <a:solidFill>
              <a:srgbClr val="4D319F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71258" y="403860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群落甲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98621" y="4352925"/>
            <a:ext cx="206829" cy="95"/>
          </a:xfrm>
          <a:prstGeom prst="line">
            <a:avLst/>
          </a:prstGeom>
          <a:noFill/>
          <a:ln w="19050">
            <a:solidFill>
              <a:srgbClr val="A87D05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71258" y="426720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rPr>
              <a:t>群落乙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54976" y="571500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0612" y="349567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4D319F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0013" y="3505200"/>
            <a:ext cx="5687786" cy="361950"/>
          </a:xfrm>
          <a:prstGeom prst="rect">
            <a:avLst>
              <a:gd name="adj" fmla="val 21053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4625" y="3543300"/>
            <a:ext cx="272638" cy="276225"/>
          </a:xfrm>
          <a:prstGeom prst="ellipse">
            <a:avLst/>
          </a:prstGeom>
          <a:solidFill>
            <a:srgbClr val="4D319F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4625" y="35433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0078" y="355282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环境解释量的示意比较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5822" y="3924300"/>
          <a:ext cx="5546766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5822" y="4201516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样方面积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5822" y="4474921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植被盖度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5822" y="4748327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调查次数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5822" y="5021732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干扰水平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30787" y="571500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先解释指标，再讨论采样与比较条件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/>
          </a:p>
        </p:txBody>
      </p:sp>
    </p:spTree>
    <p:extLst>
      <p:ext uri="{BB962C8B-B14F-4D97-AF65-F5344CB8AC3E}">
        <ns5:creationId val="563918454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1" name="text-935">
            <a:extLst>
              <a:ext uri="{FF2B5EF4-FFF2-40B4-BE49-F238E27FC236}">
                <ns2:creationId id="{3AF47E1C-A3E5-4F58-84B3-C54D42EF45B8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作业总结｜从会计算到会解释</a:t>
            </a:r>
            <a:endParaRPr/>
          </a:p>
        </p:txBody>
      </p:sp>
      <p:sp>
        <p:nvSpPr>
          <p:cNvPr id="2" name="line-936">
            <a:extLst>
              <a:ext uri="{FF2B5EF4-FFF2-40B4-BE49-F238E27FC236}">
                <ns2:creationId id="{EA2E9FD2-DAE1-4096-AF3C-A9469BDDCECE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4D319F"/>
            </a:solidFill>
            <a:prstDash val="solid"/>
          </a:ln>
        </p:spPr>
      </p:sp>
      <p:sp>
        <p:nvSpPr>
          <p:cNvPr id="3" name="shape-937">
            <a:extLst>
              <a:ext uri="{FF2B5EF4-FFF2-40B4-BE49-F238E27FC236}">
                <ns2:creationId id="{07E1F067-AE02-49AA-AF62-77EA20BEE230}"/>
              </a:ext>
            </a:extLst>
          </p:cNvPr>
          <p:cNvSpPr>
            <a:spLocks noGrp="1"/>
          </p:cNvSpPr>
          <p:nvPr/>
        </p:nvSpPr>
        <p:spPr>
          <a:xfrm>
            <a:off x="304800" y="952500"/>
            <a:ext cx="1438399" cy="1476375"/>
          </a:xfrm>
          <a:prstGeom prst="rect">
            <a:avLst/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4" name="icon-search-938">
            <a:extLst>
              <a:ext uri="{FF2B5EF4-FFF2-40B4-BE49-F238E27FC236}">
                <ns2:creationId id="{CC4D31F5-4DCE-4A5B-B0F3-135EAFC9AAC9}"/>
              </a:ext>
            </a:extLst>
          </p:cNvPr>
          <p:cNvSpPr>
            <a:spLocks noGrp="1"/>
          </p:cNvSpPr>
          <p:nvPr/>
        </p:nvSpPr>
        <p:spPr>
          <a:xfrm>
            <a:off x="783327" y="1122998"/>
            <a:ext cx="267185" cy="270701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5" name="vector-939">
            <a:extLst>
              <a:ext uri="{FF2B5EF4-FFF2-40B4-BE49-F238E27FC236}">
                <ns2:creationId id="{0803A262-CF0E-40B2-A236-A04579E3FA48}"/>
              </a:ext>
            </a:extLst>
          </p:cNvPr>
          <p:cNvSpPr>
            <a:spLocks noGrp="1"/>
          </p:cNvSpPr>
          <p:nvPr/>
        </p:nvSpPr>
        <p:spPr>
          <a:xfrm>
            <a:off x="737260" y="1076325"/>
            <a:ext cx="460664" cy="466725"/>
          </a:xfrm>
          <a:custGeom>
            <a:pathLst>
              <a:path w="952500" h="952500">
                <a:moveTo>
                  <a:pt x="571500" y="571500"/>
                </a:moveTo>
                <a:lnTo>
                  <a:pt x="866775" y="8667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" name="text-940">
            <a:extLst>
              <a:ext uri="{FF2B5EF4-FFF2-40B4-BE49-F238E27FC236}">
                <ns2:creationId id="{64250BAB-4BD9-4AFC-8C11-63DC11D8BCDD}"/>
              </a:ext>
            </a:extLst>
          </p:cNvPr>
          <p:cNvSpPr>
            <a:spLocks noGrp="1"/>
          </p:cNvSpPr>
          <p:nvPr/>
        </p:nvSpPr>
        <p:spPr>
          <a:xfrm>
            <a:off x="427017" y="1619250"/>
            <a:ext cx="1203366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指标层面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" name="text-941">
            <a:extLst>
              <a:ext uri="{FF2B5EF4-FFF2-40B4-BE49-F238E27FC236}">
                <ns2:creationId id="{B67C43D4-3F01-4AA4-8B5A-875B608582BD}"/>
              </a:ext>
            </a:extLst>
          </p:cNvPr>
          <p:cNvSpPr>
            <a:spLocks noGrp="1"/>
          </p:cNvSpPr>
          <p:nvPr/>
        </p:nvSpPr>
        <p:spPr>
          <a:xfrm>
            <a:off x="351806" y="1971675"/>
            <a:ext cx="1344386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回答</a:t>
            </a:r>
            <a:br/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“怎么算”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" name="vector-942">
            <a:extLst>
              <a:ext uri="{FF2B5EF4-FFF2-40B4-BE49-F238E27FC236}">
                <ns2:creationId id="{6CE26792-D546-4758-80ED-5ABBCCB151C3}"/>
              </a:ext>
            </a:extLst>
          </p:cNvPr>
          <p:cNvSpPr>
            <a:spLocks noGrp="1"/>
          </p:cNvSpPr>
          <p:nvPr/>
        </p:nvSpPr>
        <p:spPr>
          <a:xfrm>
            <a:off x="1978231" y="1190625"/>
            <a:ext cx="676894" cy="6858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9" name="vector-943">
            <a:extLst>
              <a:ext uri="{FF2B5EF4-FFF2-40B4-BE49-F238E27FC236}">
                <ns2:creationId id="{2E2A0E8E-33E4-4AFA-8F52-EC3B09DC1397}"/>
              </a:ext>
            </a:extLst>
          </p:cNvPr>
          <p:cNvSpPr>
            <a:spLocks noGrp="1"/>
          </p:cNvSpPr>
          <p:nvPr/>
        </p:nvSpPr>
        <p:spPr>
          <a:xfrm>
            <a:off x="1978231" y="1190625"/>
            <a:ext cx="676894" cy="6858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0" name="vector-944">
            <a:extLst>
              <a:ext uri="{FF2B5EF4-FFF2-40B4-BE49-F238E27FC236}">
                <ns2:creationId id="{E05650E2-0797-43E9-B0CD-C86796D637FB}"/>
              </a:ext>
            </a:extLst>
          </p:cNvPr>
          <p:cNvSpPr>
            <a:spLocks noGrp="1"/>
          </p:cNvSpPr>
          <p:nvPr/>
        </p:nvSpPr>
        <p:spPr>
          <a:xfrm>
            <a:off x="1978231" y="1190625"/>
            <a:ext cx="676894" cy="6858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11" name="icon-map-945">
            <a:extLst>
              <a:ext uri="{FF2B5EF4-FFF2-40B4-BE49-F238E27FC236}">
                <ns2:creationId id="{7B967702-2E53-4940-8781-6922ACE241CC}"/>
              </a:ext>
            </a:extLst>
          </p:cNvPr>
          <p:cNvSpPr>
            <a:spLocks noGrp="1"/>
          </p:cNvSpPr>
          <p:nvPr/>
        </p:nvSpPr>
        <p:spPr>
          <a:xfrm>
            <a:off x="2248989" y="1355217"/>
            <a:ext cx="148917" cy="150876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12" name="text-946">
            <a:extLst>
              <a:ext uri="{FF2B5EF4-FFF2-40B4-BE49-F238E27FC236}">
                <ns2:creationId id="{7537188A-1D96-43B8-A83F-10C2CBFFD9AC}"/>
              </a:ext>
            </a:extLst>
          </p:cNvPr>
          <p:cNvSpPr>
            <a:spLocks noGrp="1"/>
          </p:cNvSpPr>
          <p:nvPr/>
        </p:nvSpPr>
        <p:spPr>
          <a:xfrm>
            <a:off x="1893619" y="1981200"/>
            <a:ext cx="2049483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原始计数</a:t>
            </a:r>
            <a:endParaRPr/>
          </a:p>
        </p:txBody>
      </p:sp>
      <p:sp>
        <p:nvSpPr>
          <p:cNvPr id="13" name="arrow-947">
            <a:extLst>
              <a:ext uri="{FF2B5EF4-FFF2-40B4-BE49-F238E27FC236}">
                <ns2:creationId id="{C671E254-1C49-43EF-9FF3-82BF35BDACAE}"/>
              </a:ext>
            </a:extLst>
          </p:cNvPr>
          <p:cNvSpPr>
            <a:spLocks noGrp="1"/>
          </p:cNvSpPr>
          <p:nvPr/>
        </p:nvSpPr>
        <p:spPr>
          <a:xfrm>
            <a:off x="4149931" y="1181100"/>
            <a:ext cx="4004953" cy="962025"/>
          </a:xfrm>
          <a:prstGeom prst="rightArrow">
            <a:avLst/>
          </a:prstGeom>
          <a:solidFill>
            <a:srgbClr val="F4F0FF"/>
          </a:solidFill>
          <a:ln w="0">
            <a:noFill/>
            <a:prstDash val="solid"/>
          </a:ln>
        </p:spPr>
      </p:sp>
      <p:sp>
        <p:nvSpPr>
          <p:cNvPr id="14" name="text-948">
            <a:extLst>
              <a:ext uri="{FF2B5EF4-FFF2-40B4-BE49-F238E27FC236}">
                <ns2:creationId id="{09C5818E-F59B-4D5F-893C-69E65F388FB4}"/>
              </a:ext>
            </a:extLst>
          </p:cNvPr>
          <p:cNvSpPr>
            <a:spLocks noGrp="1"/>
          </p:cNvSpPr>
          <p:nvPr/>
        </p:nvSpPr>
        <p:spPr>
          <a:xfrm>
            <a:off x="4394365" y="1323975"/>
            <a:ext cx="3243448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rPr>
              <a:t>逐项复核比例与公式</a:t>
            </a:r>
            <a:endParaRPr/>
          </a:p>
        </p:txBody>
      </p:sp>
      <p:sp>
        <p:nvSpPr>
          <p:cNvPr id="15" name="text-949">
            <a:extLst>
              <a:ext uri="{FF2B5EF4-FFF2-40B4-BE49-F238E27FC236}">
                <ns2:creationId id="{D4E65885-4BF8-4C9E-92DA-A4E7C68631A4}"/>
              </a:ext>
            </a:extLst>
          </p:cNvPr>
          <p:cNvSpPr>
            <a:spLocks noGrp="1"/>
          </p:cNvSpPr>
          <p:nvPr/>
        </p:nvSpPr>
        <p:spPr>
          <a:xfrm>
            <a:off x="4394365" y="1743075"/>
            <a:ext cx="3177639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保留计算步骤与单位</a:t>
            </a:r>
            <a:endParaRPr/>
          </a:p>
        </p:txBody>
      </p:sp>
      <p:sp>
        <p:nvSpPr>
          <p:cNvPr id="16" name="vector-950">
            <a:extLst>
              <a:ext uri="{FF2B5EF4-FFF2-40B4-BE49-F238E27FC236}">
                <ns2:creationId id="{254DBD64-B723-4E27-8933-275FB70D6A3C}"/>
              </a:ext>
            </a:extLst>
          </p:cNvPr>
          <p:cNvSpPr>
            <a:spLocks noGrp="1"/>
          </p:cNvSpPr>
          <p:nvPr/>
        </p:nvSpPr>
        <p:spPr>
          <a:xfrm>
            <a:off x="8982199" y="1104900"/>
            <a:ext cx="733301" cy="74295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7" name="vector-951">
            <a:extLst>
              <a:ext uri="{FF2B5EF4-FFF2-40B4-BE49-F238E27FC236}">
                <ns2:creationId id="{D2DCBE5A-9448-4E59-977A-6F49C9FC4637}"/>
              </a:ext>
            </a:extLst>
          </p:cNvPr>
          <p:cNvSpPr>
            <a:spLocks noGrp="1"/>
          </p:cNvSpPr>
          <p:nvPr/>
        </p:nvSpPr>
        <p:spPr>
          <a:xfrm>
            <a:off x="8982199" y="1104900"/>
            <a:ext cx="733301" cy="74295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18" name="icon-chart-952">
            <a:extLst>
              <a:ext uri="{FF2B5EF4-FFF2-40B4-BE49-F238E27FC236}">
                <ns2:creationId id="{A0724D74-407E-4148-A643-6CE8E44223CF}"/>
              </a:ext>
            </a:extLst>
          </p:cNvPr>
          <p:cNvSpPr>
            <a:spLocks noGrp="1"/>
          </p:cNvSpPr>
          <p:nvPr/>
        </p:nvSpPr>
        <p:spPr>
          <a:xfrm>
            <a:off x="9165525" y="1506093"/>
            <a:ext cx="95330" cy="245173"/>
          </a:xfrm>
          <a:prstGeom prst="rect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19" name="icon-chart-953">
            <a:extLst>
              <a:ext uri="{FF2B5EF4-FFF2-40B4-BE49-F238E27FC236}">
                <ns2:creationId id="{FEF4284F-1601-43CF-9BE8-42D45A540AD2}"/>
              </a:ext>
            </a:extLst>
          </p:cNvPr>
          <p:cNvSpPr>
            <a:spLocks noGrp="1"/>
          </p:cNvSpPr>
          <p:nvPr/>
        </p:nvSpPr>
        <p:spPr>
          <a:xfrm>
            <a:off x="9326851" y="1372362"/>
            <a:ext cx="95330" cy="378905"/>
          </a:xfrm>
          <a:prstGeom prst="rect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20" name="icon-chart-954">
            <a:extLst>
              <a:ext uri="{FF2B5EF4-FFF2-40B4-BE49-F238E27FC236}">
                <ns2:creationId id="{EAA8A69C-666B-46AB-A374-B51305504CFB}"/>
              </a:ext>
            </a:extLst>
          </p:cNvPr>
          <p:cNvSpPr>
            <a:spLocks noGrp="1"/>
          </p:cNvSpPr>
          <p:nvPr/>
        </p:nvSpPr>
        <p:spPr>
          <a:xfrm>
            <a:off x="9488177" y="1223772"/>
            <a:ext cx="95330" cy="527495"/>
          </a:xfrm>
          <a:prstGeom prst="rect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21" name="text-955">
            <a:extLst>
              <a:ext uri="{FF2B5EF4-FFF2-40B4-BE49-F238E27FC236}">
                <ns2:creationId id="{F46D1F4F-BCF8-4712-AF2E-D0047E45F061}"/>
              </a:ext>
            </a:extLst>
          </p:cNvPr>
          <p:cNvSpPr>
            <a:spLocks noGrp="1"/>
          </p:cNvSpPr>
          <p:nvPr/>
        </p:nvSpPr>
        <p:spPr>
          <a:xfrm>
            <a:off x="8474529" y="1962150"/>
            <a:ext cx="319644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指标结果</a:t>
            </a:r>
            <a:endParaRPr/>
          </a:p>
        </p:txBody>
      </p:sp>
      <p:sp>
        <p:nvSpPr>
          <p:cNvPr id="22" name="line-956">
            <a:extLst>
              <a:ext uri="{FF2B5EF4-FFF2-40B4-BE49-F238E27FC236}">
                <ns2:creationId id="{1DC55161-BEDE-4EB9-887B-2C8574E92BB7}"/>
              </a:ext>
            </a:extLst>
          </p:cNvPr>
          <p:cNvSpPr>
            <a:spLocks noGrp="1"/>
          </p:cNvSpPr>
          <p:nvPr/>
        </p:nvSpPr>
        <p:spPr>
          <a:xfrm>
            <a:off x="304800" y="2476500"/>
            <a:ext cx="11582400" cy="95"/>
          </a:xfrm>
          <a:prstGeom prst="line">
            <a:avLst/>
          </a:prstGeom>
          <a:noFill/>
          <a:ln w="14288">
            <a:solidFill>
              <a:srgbClr val="E1DCEF"/>
            </a:solidFill>
            <a:prstDash val="solid"/>
          </a:ln>
        </p:spPr>
      </p:sp>
      <p:sp>
        <p:nvSpPr>
          <p:cNvPr id="23" name="shape-957">
            <a:extLst>
              <a:ext uri="{FF2B5EF4-FFF2-40B4-BE49-F238E27FC236}">
                <ns2:creationId id="{334D07F8-6DCF-4CD1-8673-64E35F753C2C}"/>
              </a:ext>
            </a:extLst>
          </p:cNvPr>
          <p:cNvSpPr>
            <a:spLocks noGrp="1"/>
          </p:cNvSpPr>
          <p:nvPr/>
        </p:nvSpPr>
        <p:spPr>
          <a:xfrm>
            <a:off x="304800" y="2562225"/>
            <a:ext cx="1438399" cy="1476375"/>
          </a:xfrm>
          <a:prstGeom prst="rect">
            <a:avLst/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24" name="vector-958">
            <a:extLst>
              <a:ext uri="{FF2B5EF4-FFF2-40B4-BE49-F238E27FC236}">
                <ns2:creationId id="{FB76C65A-F92B-41BB-9FFA-47C2A0BAA9EA}"/>
              </a:ext>
            </a:extLst>
          </p:cNvPr>
          <p:cNvSpPr>
            <a:spLocks noGrp="1"/>
          </p:cNvSpPr>
          <p:nvPr/>
        </p:nvSpPr>
        <p:spPr>
          <a:xfrm>
            <a:off x="737260" y="2686050"/>
            <a:ext cx="460664" cy="4667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5" name="vector-959">
            <a:extLst>
              <a:ext uri="{FF2B5EF4-FFF2-40B4-BE49-F238E27FC236}">
                <ns2:creationId id="{5F048AC2-95B9-4672-B89C-D4344D478E98}"/>
              </a:ext>
            </a:extLst>
          </p:cNvPr>
          <p:cNvSpPr>
            <a:spLocks noGrp="1"/>
          </p:cNvSpPr>
          <p:nvPr/>
        </p:nvSpPr>
        <p:spPr>
          <a:xfrm>
            <a:off x="737260" y="2686050"/>
            <a:ext cx="460664" cy="4667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6" name="vector-960">
            <a:extLst>
              <a:ext uri="{FF2B5EF4-FFF2-40B4-BE49-F238E27FC236}">
                <ns2:creationId id="{85ED0A9A-BDB9-4C83-9EAD-BDF9FCC65CB8}"/>
              </a:ext>
            </a:extLst>
          </p:cNvPr>
          <p:cNvSpPr>
            <a:spLocks noGrp="1"/>
          </p:cNvSpPr>
          <p:nvPr/>
        </p:nvSpPr>
        <p:spPr>
          <a:xfrm>
            <a:off x="737260" y="2686050"/>
            <a:ext cx="460664" cy="4667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7" name="vector-961">
            <a:extLst>
              <a:ext uri="{FF2B5EF4-FFF2-40B4-BE49-F238E27FC236}">
                <ns2:creationId id="{C7D9F323-AF43-4176-A8FA-2544B6182C16}"/>
              </a:ext>
            </a:extLst>
          </p:cNvPr>
          <p:cNvSpPr>
            <a:spLocks noGrp="1"/>
          </p:cNvSpPr>
          <p:nvPr/>
        </p:nvSpPr>
        <p:spPr>
          <a:xfrm>
            <a:off x="737260" y="2686050"/>
            <a:ext cx="460664" cy="4667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8" name="vector-962">
            <a:extLst>
              <a:ext uri="{FF2B5EF4-FFF2-40B4-BE49-F238E27FC236}">
                <ns2:creationId id="{05965491-51F1-4ECA-BD07-44E244EF3415}"/>
              </a:ext>
            </a:extLst>
          </p:cNvPr>
          <p:cNvSpPr>
            <a:spLocks noGrp="1"/>
          </p:cNvSpPr>
          <p:nvPr/>
        </p:nvSpPr>
        <p:spPr>
          <a:xfrm>
            <a:off x="737260" y="2686050"/>
            <a:ext cx="460664" cy="4667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29" name="vector-963">
            <a:extLst>
              <a:ext uri="{FF2B5EF4-FFF2-40B4-BE49-F238E27FC236}">
                <ns2:creationId id="{52F89D1C-D76B-4D64-A5F3-61AF611CDF48}"/>
              </a:ext>
            </a:extLst>
          </p:cNvPr>
          <p:cNvSpPr>
            <a:spLocks noGrp="1"/>
          </p:cNvSpPr>
          <p:nvPr/>
        </p:nvSpPr>
        <p:spPr>
          <a:xfrm>
            <a:off x="737260" y="2686050"/>
            <a:ext cx="460664" cy="4667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30" name="vector-964">
            <a:extLst>
              <a:ext uri="{FF2B5EF4-FFF2-40B4-BE49-F238E27FC236}">
                <ns2:creationId id="{D9CF4BB0-DC92-4173-9673-2F9C18357E06}"/>
              </a:ext>
            </a:extLst>
          </p:cNvPr>
          <p:cNvSpPr>
            <a:spLocks noGrp="1"/>
          </p:cNvSpPr>
          <p:nvPr/>
        </p:nvSpPr>
        <p:spPr>
          <a:xfrm>
            <a:off x="737260" y="2686050"/>
            <a:ext cx="460664" cy="4667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31" name="icon-network-965">
            <a:extLst>
              <a:ext uri="{FF2B5EF4-FFF2-40B4-BE49-F238E27FC236}">
                <ns2:creationId id="{ABB5165E-DCFF-42BC-8A6F-BD9A02AF5B29}"/>
              </a:ext>
            </a:extLst>
          </p:cNvPr>
          <p:cNvSpPr>
            <a:spLocks noGrp="1"/>
          </p:cNvSpPr>
          <p:nvPr/>
        </p:nvSpPr>
        <p:spPr>
          <a:xfrm>
            <a:off x="764900" y="2826068"/>
            <a:ext cx="64493" cy="65342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32" name="icon-network-966">
            <a:extLst>
              <a:ext uri="{FF2B5EF4-FFF2-40B4-BE49-F238E27FC236}">
                <ns2:creationId id="{1010E9BB-7FF1-4F3D-9444-CC03592266E8}"/>
              </a:ext>
            </a:extLst>
          </p:cNvPr>
          <p:cNvSpPr>
            <a:spLocks noGrp="1"/>
          </p:cNvSpPr>
          <p:nvPr/>
        </p:nvSpPr>
        <p:spPr>
          <a:xfrm>
            <a:off x="912312" y="2709386"/>
            <a:ext cx="64493" cy="65342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33" name="icon-network-967">
            <a:extLst>
              <a:ext uri="{FF2B5EF4-FFF2-40B4-BE49-F238E27FC236}">
                <ns2:creationId id="{2D096CA0-2AD7-448A-819E-BA336AEAAED5}"/>
              </a:ext>
            </a:extLst>
          </p:cNvPr>
          <p:cNvSpPr>
            <a:spLocks noGrp="1"/>
          </p:cNvSpPr>
          <p:nvPr/>
        </p:nvSpPr>
        <p:spPr>
          <a:xfrm>
            <a:off x="1091970" y="2793397"/>
            <a:ext cx="64493" cy="65342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34" name="icon-network-968">
            <a:extLst>
              <a:ext uri="{FF2B5EF4-FFF2-40B4-BE49-F238E27FC236}">
                <ns2:creationId id="{3E60C336-7BED-4F84-A851-9D670ABF55CA}"/>
              </a:ext>
            </a:extLst>
          </p:cNvPr>
          <p:cNvSpPr>
            <a:spLocks noGrp="1"/>
          </p:cNvSpPr>
          <p:nvPr/>
        </p:nvSpPr>
        <p:spPr>
          <a:xfrm>
            <a:off x="1022872" y="3040761"/>
            <a:ext cx="64493" cy="65342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35" name="icon-network-969">
            <a:extLst>
              <a:ext uri="{FF2B5EF4-FFF2-40B4-BE49-F238E27FC236}">
                <ns2:creationId id="{327DFD07-BEDE-433E-9FAD-0220318A43F2}"/>
              </a:ext>
            </a:extLst>
          </p:cNvPr>
          <p:cNvSpPr>
            <a:spLocks noGrp="1"/>
          </p:cNvSpPr>
          <p:nvPr/>
        </p:nvSpPr>
        <p:spPr>
          <a:xfrm>
            <a:off x="815572" y="3036094"/>
            <a:ext cx="64493" cy="65342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36" name="text-970">
            <a:extLst>
              <a:ext uri="{FF2B5EF4-FFF2-40B4-BE49-F238E27FC236}">
                <ns2:creationId id="{1A716FAC-CB48-4409-9214-221F8197547F}"/>
              </a:ext>
            </a:extLst>
          </p:cNvPr>
          <p:cNvSpPr>
            <a:spLocks noGrp="1"/>
          </p:cNvSpPr>
          <p:nvPr/>
        </p:nvSpPr>
        <p:spPr>
          <a:xfrm>
            <a:off x="427017" y="3228975"/>
            <a:ext cx="1203366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比较层面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7" name="text-971">
            <a:extLst>
              <a:ext uri="{FF2B5EF4-FFF2-40B4-BE49-F238E27FC236}">
                <ns2:creationId id="{7724C9E5-1049-47EB-B3A5-AE267F97A416}"/>
              </a:ext>
            </a:extLst>
          </p:cNvPr>
          <p:cNvSpPr>
            <a:spLocks noGrp="1"/>
          </p:cNvSpPr>
          <p:nvPr/>
        </p:nvSpPr>
        <p:spPr>
          <a:xfrm>
            <a:off x="351806" y="3581400"/>
            <a:ext cx="1344386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回答</a:t>
            </a:r>
            <a:br/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“为何异”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8" name="vector-972">
            <a:extLst>
              <a:ext uri="{FF2B5EF4-FFF2-40B4-BE49-F238E27FC236}">
                <ns2:creationId id="{E42918A6-F4DC-40BC-BB49-8CDBF6F34868}"/>
              </a:ext>
            </a:extLst>
          </p:cNvPr>
          <p:cNvSpPr>
            <a:spLocks noGrp="1"/>
          </p:cNvSpPr>
          <p:nvPr/>
        </p:nvSpPr>
        <p:spPr>
          <a:xfrm>
            <a:off x="1978231" y="2800350"/>
            <a:ext cx="676894" cy="68580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39" name="vector-973">
            <a:extLst>
              <a:ext uri="{FF2B5EF4-FFF2-40B4-BE49-F238E27FC236}">
                <ns2:creationId id="{33AB31C0-74BC-426D-88F0-B5E0B014C03C}"/>
              </a:ext>
            </a:extLst>
          </p:cNvPr>
          <p:cNvSpPr>
            <a:spLocks noGrp="1"/>
          </p:cNvSpPr>
          <p:nvPr/>
        </p:nvSpPr>
        <p:spPr>
          <a:xfrm>
            <a:off x="1978231" y="2800350"/>
            <a:ext cx="676894" cy="68580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40" name="icon-chart-974">
            <a:extLst>
              <a:ext uri="{FF2B5EF4-FFF2-40B4-BE49-F238E27FC236}">
                <ns2:creationId id="{33A0C8B6-6ECA-45D8-B24E-AA02E9683BE6}"/>
              </a:ext>
            </a:extLst>
          </p:cNvPr>
          <p:cNvSpPr>
            <a:spLocks noGrp="1"/>
          </p:cNvSpPr>
          <p:nvPr/>
        </p:nvSpPr>
        <p:spPr>
          <a:xfrm>
            <a:off x="2147455" y="3170682"/>
            <a:ext cx="87996" cy="226314"/>
          </a:xfrm>
          <a:prstGeom prst="rect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41" name="icon-chart-975">
            <a:extLst>
              <a:ext uri="{FF2B5EF4-FFF2-40B4-BE49-F238E27FC236}">
                <ns2:creationId id="{A6E642A3-C57C-4FC2-AEB1-A94A79C298B5}"/>
              </a:ext>
            </a:extLst>
          </p:cNvPr>
          <p:cNvSpPr>
            <a:spLocks noGrp="1"/>
          </p:cNvSpPr>
          <p:nvPr/>
        </p:nvSpPr>
        <p:spPr>
          <a:xfrm>
            <a:off x="2296371" y="3047238"/>
            <a:ext cx="87996" cy="349758"/>
          </a:xfrm>
          <a:prstGeom prst="rect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42" name="icon-chart-976">
            <a:extLst>
              <a:ext uri="{FF2B5EF4-FFF2-40B4-BE49-F238E27FC236}">
                <ns2:creationId id="{697166EA-1E55-48F0-AEB8-ABA267EE1F25}"/>
              </a:ext>
            </a:extLst>
          </p:cNvPr>
          <p:cNvSpPr>
            <a:spLocks noGrp="1"/>
          </p:cNvSpPr>
          <p:nvPr/>
        </p:nvSpPr>
        <p:spPr>
          <a:xfrm>
            <a:off x="2445288" y="2910078"/>
            <a:ext cx="87996" cy="486918"/>
          </a:xfrm>
          <a:prstGeom prst="rect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43" name="text-977">
            <a:extLst>
              <a:ext uri="{FF2B5EF4-FFF2-40B4-BE49-F238E27FC236}">
                <ns2:creationId id="{46C9AA54-C8DD-4803-B463-1FDBB68091C6}"/>
              </a:ext>
            </a:extLst>
          </p:cNvPr>
          <p:cNvSpPr>
            <a:spLocks noGrp="1"/>
          </p:cNvSpPr>
          <p:nvPr/>
        </p:nvSpPr>
        <p:spPr>
          <a:xfrm>
            <a:off x="1893619" y="3590925"/>
            <a:ext cx="2049483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数值差异</a:t>
            </a:r>
            <a:endParaRPr/>
          </a:p>
        </p:txBody>
      </p:sp>
      <p:sp>
        <p:nvSpPr>
          <p:cNvPr id="44" name="arrow-978">
            <a:extLst>
              <a:ext uri="{FF2B5EF4-FFF2-40B4-BE49-F238E27FC236}">
                <ns2:creationId id="{EA216D0F-7421-4855-BA63-6B58F65C262E}"/>
              </a:ext>
            </a:extLst>
          </p:cNvPr>
          <p:cNvSpPr>
            <a:spLocks noGrp="1"/>
          </p:cNvSpPr>
          <p:nvPr/>
        </p:nvSpPr>
        <p:spPr>
          <a:xfrm>
            <a:off x="4149931" y="2790825"/>
            <a:ext cx="4004953" cy="962025"/>
          </a:xfrm>
          <a:prstGeom prst="rightArrow">
            <a:avLst/>
          </a:prstGeom>
          <a:solidFill>
            <a:srgbClr val="F4F0FF"/>
          </a:solidFill>
          <a:ln w="0">
            <a:noFill/>
            <a:prstDash val="solid"/>
          </a:ln>
        </p:spPr>
      </p:sp>
      <p:sp>
        <p:nvSpPr>
          <p:cNvPr id="45" name="text-979">
            <a:extLst>
              <a:ext uri="{FF2B5EF4-FFF2-40B4-BE49-F238E27FC236}">
                <ns2:creationId id="{566EAB58-6A40-406F-957F-BB90A4BA091A}"/>
              </a:ext>
            </a:extLst>
          </p:cNvPr>
          <p:cNvSpPr>
            <a:spLocks noGrp="1"/>
          </p:cNvSpPr>
          <p:nvPr/>
        </p:nvSpPr>
        <p:spPr>
          <a:xfrm>
            <a:off x="4394365" y="2933700"/>
            <a:ext cx="3243448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rPr>
              <a:t>核对采样规模与重复</a:t>
            </a:r>
            <a:endParaRPr/>
          </a:p>
        </p:txBody>
      </p:sp>
      <p:sp>
        <p:nvSpPr>
          <p:cNvPr id="46" name="text-980">
            <a:extLst>
              <a:ext uri="{FF2B5EF4-FFF2-40B4-BE49-F238E27FC236}">
                <ns2:creationId id="{B894DF09-EA82-4189-A1ED-CEBDD4B03CC9}"/>
              </a:ext>
            </a:extLst>
          </p:cNvPr>
          <p:cNvSpPr>
            <a:spLocks noGrp="1"/>
          </p:cNvSpPr>
          <p:nvPr/>
        </p:nvSpPr>
        <p:spPr>
          <a:xfrm>
            <a:off x="4394365" y="3352800"/>
            <a:ext cx="3177639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区分多度结构与采样影响</a:t>
            </a:r>
            <a:endParaRPr/>
          </a:p>
        </p:txBody>
      </p:sp>
      <p:sp>
        <p:nvSpPr>
          <p:cNvPr id="47" name="vector-981">
            <a:extLst>
              <a:ext uri="{FF2B5EF4-FFF2-40B4-BE49-F238E27FC236}">
                <ns2:creationId id="{84F173EC-1701-451B-A3DF-E2C6FFDE02E0}"/>
              </a:ext>
            </a:extLst>
          </p:cNvPr>
          <p:cNvSpPr>
            <a:spLocks noGrp="1"/>
          </p:cNvSpPr>
          <p:nvPr/>
        </p:nvSpPr>
        <p:spPr>
          <a:xfrm>
            <a:off x="8982199" y="2714625"/>
            <a:ext cx="733301" cy="74295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48" name="vector-982">
            <a:extLst>
              <a:ext uri="{FF2B5EF4-FFF2-40B4-BE49-F238E27FC236}">
                <ns2:creationId id="{F83D9E24-8984-44C8-AFCF-784E58C98D01}"/>
              </a:ext>
            </a:extLst>
          </p:cNvPr>
          <p:cNvSpPr>
            <a:spLocks noGrp="1"/>
          </p:cNvSpPr>
          <p:nvPr/>
        </p:nvSpPr>
        <p:spPr>
          <a:xfrm>
            <a:off x="8982199" y="2714625"/>
            <a:ext cx="733301" cy="74295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49" name="vector-983">
            <a:extLst>
              <a:ext uri="{FF2B5EF4-FFF2-40B4-BE49-F238E27FC236}">
                <ns2:creationId id="{C6CDBDD0-CA7E-467D-87B8-376F9288B04E}"/>
              </a:ext>
            </a:extLst>
          </p:cNvPr>
          <p:cNvSpPr>
            <a:spLocks noGrp="1"/>
          </p:cNvSpPr>
          <p:nvPr/>
        </p:nvSpPr>
        <p:spPr>
          <a:xfrm>
            <a:off x="8982199" y="2714625"/>
            <a:ext cx="733301" cy="74295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50" name="vector-984">
            <a:extLst>
              <a:ext uri="{FF2B5EF4-FFF2-40B4-BE49-F238E27FC236}">
                <ns2:creationId id="{2676887E-B5CB-4B8B-B415-4B97AD4B8433}"/>
              </a:ext>
            </a:extLst>
          </p:cNvPr>
          <p:cNvSpPr>
            <a:spLocks noGrp="1"/>
          </p:cNvSpPr>
          <p:nvPr/>
        </p:nvSpPr>
        <p:spPr>
          <a:xfrm>
            <a:off x="8982199" y="2714625"/>
            <a:ext cx="733301" cy="74295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51" name="vector-985">
            <a:extLst>
              <a:ext uri="{FF2B5EF4-FFF2-40B4-BE49-F238E27FC236}">
                <ns2:creationId id="{D99E21C0-4502-49FD-AD7C-934EDF4CB4A2}"/>
              </a:ext>
            </a:extLst>
          </p:cNvPr>
          <p:cNvSpPr>
            <a:spLocks noGrp="1"/>
          </p:cNvSpPr>
          <p:nvPr/>
        </p:nvSpPr>
        <p:spPr>
          <a:xfrm>
            <a:off x="8982199" y="2714625"/>
            <a:ext cx="733301" cy="74295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52" name="vector-986">
            <a:extLst>
              <a:ext uri="{FF2B5EF4-FFF2-40B4-BE49-F238E27FC236}">
                <ns2:creationId id="{8CC346E8-A82B-4B43-AD32-DBB43D3E795F}"/>
              </a:ext>
            </a:extLst>
          </p:cNvPr>
          <p:cNvSpPr>
            <a:spLocks noGrp="1"/>
          </p:cNvSpPr>
          <p:nvPr/>
        </p:nvSpPr>
        <p:spPr>
          <a:xfrm>
            <a:off x="8982199" y="2714625"/>
            <a:ext cx="733301" cy="74295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53" name="vector-987">
            <a:extLst>
              <a:ext uri="{FF2B5EF4-FFF2-40B4-BE49-F238E27FC236}">
                <ns2:creationId id="{94EC1D67-7E50-4AF2-BC0D-3EF811082683}"/>
              </a:ext>
            </a:extLst>
          </p:cNvPr>
          <p:cNvSpPr>
            <a:spLocks noGrp="1"/>
          </p:cNvSpPr>
          <p:nvPr/>
        </p:nvSpPr>
        <p:spPr>
          <a:xfrm>
            <a:off x="8982199" y="2714625"/>
            <a:ext cx="733301" cy="74295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54" name="icon-network-988">
            <a:extLst>
              <a:ext uri="{FF2B5EF4-FFF2-40B4-BE49-F238E27FC236}">
                <ns2:creationId id="{11C6EA6C-4720-40EC-831C-9BD4B215202D}"/>
              </a:ext>
            </a:extLst>
          </p:cNvPr>
          <p:cNvSpPr>
            <a:spLocks noGrp="1"/>
          </p:cNvSpPr>
          <p:nvPr/>
        </p:nvSpPr>
        <p:spPr>
          <a:xfrm>
            <a:off x="9026197" y="2937510"/>
            <a:ext cx="102662" cy="104013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55" name="icon-network-989">
            <a:extLst>
              <a:ext uri="{FF2B5EF4-FFF2-40B4-BE49-F238E27FC236}">
                <ns2:creationId id="{451C298D-CA9E-4E8D-991F-39912373CD67}"/>
              </a:ext>
            </a:extLst>
          </p:cNvPr>
          <p:cNvSpPr>
            <a:spLocks noGrp="1"/>
          </p:cNvSpPr>
          <p:nvPr/>
        </p:nvSpPr>
        <p:spPr>
          <a:xfrm>
            <a:off x="9260853" y="2751773"/>
            <a:ext cx="102662" cy="104013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56" name="icon-network-990">
            <a:extLst>
              <a:ext uri="{FF2B5EF4-FFF2-40B4-BE49-F238E27FC236}">
                <ns2:creationId id="{15C6EA8F-9707-4FCA-8443-42D896805140}"/>
              </a:ext>
            </a:extLst>
          </p:cNvPr>
          <p:cNvSpPr>
            <a:spLocks noGrp="1"/>
          </p:cNvSpPr>
          <p:nvPr/>
        </p:nvSpPr>
        <p:spPr>
          <a:xfrm>
            <a:off x="9546841" y="2885504"/>
            <a:ext cx="102662" cy="104013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57" name="icon-network-991">
            <a:extLst>
              <a:ext uri="{FF2B5EF4-FFF2-40B4-BE49-F238E27FC236}">
                <ns2:creationId id="{31D43CC5-45B7-42D1-B5D0-E66A53080A76}"/>
              </a:ext>
            </a:extLst>
          </p:cNvPr>
          <p:cNvSpPr>
            <a:spLocks noGrp="1"/>
          </p:cNvSpPr>
          <p:nvPr/>
        </p:nvSpPr>
        <p:spPr>
          <a:xfrm>
            <a:off x="9436846" y="3279267"/>
            <a:ext cx="102662" cy="104013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58" name="icon-network-992">
            <a:extLst>
              <a:ext uri="{FF2B5EF4-FFF2-40B4-BE49-F238E27FC236}">
                <ns2:creationId id="{756633ED-6050-4C9E-842A-51585E3E3DA1}"/>
              </a:ext>
            </a:extLst>
          </p:cNvPr>
          <p:cNvSpPr>
            <a:spLocks noGrp="1"/>
          </p:cNvSpPr>
          <p:nvPr/>
        </p:nvSpPr>
        <p:spPr>
          <a:xfrm>
            <a:off x="9106860" y="3271838"/>
            <a:ext cx="102662" cy="104013"/>
          </a:xfrm>
          <a:prstGeom prst="ellipse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59" name="text-993">
            <a:extLst>
              <a:ext uri="{FF2B5EF4-FFF2-40B4-BE49-F238E27FC236}">
                <ns2:creationId id="{F0193E16-4F3E-455B-8288-7766928E84C6}"/>
              </a:ext>
            </a:extLst>
          </p:cNvPr>
          <p:cNvSpPr>
            <a:spLocks noGrp="1"/>
          </p:cNvSpPr>
          <p:nvPr/>
        </p:nvSpPr>
        <p:spPr>
          <a:xfrm>
            <a:off x="8474529" y="3571875"/>
            <a:ext cx="319644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条件比较</a:t>
            </a:r>
            <a:endParaRPr/>
          </a:p>
        </p:txBody>
      </p:sp>
      <p:sp>
        <p:nvSpPr>
          <p:cNvPr id="60" name="line-994">
            <a:extLst>
              <a:ext uri="{FF2B5EF4-FFF2-40B4-BE49-F238E27FC236}">
                <ns2:creationId id="{044CB4D3-9188-4074-889F-AFE532E642D4}"/>
              </a:ext>
            </a:extLst>
          </p:cNvPr>
          <p:cNvSpPr>
            <a:spLocks noGrp="1"/>
          </p:cNvSpPr>
          <p:nvPr/>
        </p:nvSpPr>
        <p:spPr>
          <a:xfrm>
            <a:off x="304800" y="4086225"/>
            <a:ext cx="11582400" cy="95"/>
          </a:xfrm>
          <a:prstGeom prst="line">
            <a:avLst/>
          </a:prstGeom>
          <a:noFill/>
          <a:ln w="14288">
            <a:solidFill>
              <a:srgbClr val="E1DCEF"/>
            </a:solidFill>
            <a:prstDash val="solid"/>
          </a:ln>
        </p:spPr>
      </p:sp>
      <p:sp>
        <p:nvSpPr>
          <p:cNvPr id="61" name="shape-995">
            <a:extLst>
              <a:ext uri="{FF2B5EF4-FFF2-40B4-BE49-F238E27FC236}">
                <ns2:creationId id="{3C794576-C2E6-4E56-82D1-57F5A4587D82}"/>
              </a:ext>
            </a:extLst>
          </p:cNvPr>
          <p:cNvSpPr>
            <a:spLocks noGrp="1"/>
          </p:cNvSpPr>
          <p:nvPr/>
        </p:nvSpPr>
        <p:spPr>
          <a:xfrm>
            <a:off x="304800" y="4171950"/>
            <a:ext cx="1438399" cy="1476375"/>
          </a:xfrm>
          <a:prstGeom prst="rect">
            <a:avLst/>
          </a:prstGeom>
          <a:solidFill>
            <a:srgbClr val="4D319F"/>
          </a:solidFill>
          <a:ln w="14288">
            <a:solidFill>
              <a:srgbClr val="4D319F"/>
            </a:solidFill>
            <a:prstDash val="solid"/>
          </a:ln>
        </p:spPr>
      </p:sp>
      <p:sp>
        <p:nvSpPr>
          <p:cNvPr id="62" name="vector-996">
            <a:extLst>
              <a:ext uri="{FF2B5EF4-FFF2-40B4-BE49-F238E27FC236}">
                <ns2:creationId id="{A8B7082B-98A7-47E0-8637-0C98FECB5A25}"/>
              </a:ext>
            </a:extLst>
          </p:cNvPr>
          <p:cNvSpPr>
            <a:spLocks noGrp="1"/>
          </p:cNvSpPr>
          <p:nvPr/>
        </p:nvSpPr>
        <p:spPr>
          <a:xfrm>
            <a:off x="737260" y="4295775"/>
            <a:ext cx="460664" cy="4667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3" name="icon-leaf-997">
            <a:extLst>
              <a:ext uri="{FF2B5EF4-FFF2-40B4-BE49-F238E27FC236}">
                <ns2:creationId id="{9D76C90F-7B21-4E5C-9974-00153B53D072}"/>
              </a:ext>
            </a:extLst>
          </p:cNvPr>
          <p:cNvSpPr>
            <a:spLocks noGrp="1"/>
          </p:cNvSpPr>
          <p:nvPr/>
        </p:nvSpPr>
        <p:spPr>
          <a:xfrm>
            <a:off x="843213" y="4333113"/>
            <a:ext cx="124379" cy="210026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64" name="icon-leaf-998">
            <a:extLst>
              <a:ext uri="{FF2B5EF4-FFF2-40B4-BE49-F238E27FC236}">
                <ns2:creationId id="{AA9F3DA6-1490-4DF3-9DF8-5A8743F49A56}"/>
              </a:ext>
            </a:extLst>
          </p:cNvPr>
          <p:cNvSpPr>
            <a:spLocks noGrp="1"/>
          </p:cNvSpPr>
          <p:nvPr/>
        </p:nvSpPr>
        <p:spPr>
          <a:xfrm>
            <a:off x="972198" y="4435793"/>
            <a:ext cx="138200" cy="210026"/>
          </a:xfrm>
          <a:prstGeom prst="ellipse">
            <a:avLst/>
          </a:prstGeom>
          <a:solidFill>
            <a:srgbClr val="FFFFFF"/>
          </a:solidFill>
          <a:ln w="20002">
            <a:solidFill>
              <a:srgbClr val="FFFFFF"/>
            </a:solidFill>
            <a:prstDash val="solid"/>
          </a:ln>
        </p:spPr>
      </p:sp>
      <p:sp>
        <p:nvSpPr>
          <p:cNvPr id="65" name="vector-999">
            <a:extLst>
              <a:ext uri="{FF2B5EF4-FFF2-40B4-BE49-F238E27FC236}">
                <ns2:creationId id="{1A1E415E-793F-4F6A-BB3C-E8CC907C1607}"/>
              </a:ext>
            </a:extLst>
          </p:cNvPr>
          <p:cNvSpPr>
            <a:spLocks noGrp="1"/>
          </p:cNvSpPr>
          <p:nvPr/>
        </p:nvSpPr>
        <p:spPr>
          <a:xfrm>
            <a:off x="737260" y="4295775"/>
            <a:ext cx="460664" cy="466725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6" name="vector-1000">
            <a:extLst>
              <a:ext uri="{FF2B5EF4-FFF2-40B4-BE49-F238E27FC236}">
                <ns2:creationId id="{AF6B1BA4-9B0D-40FC-BF59-8D5B29C325A8}"/>
              </a:ext>
            </a:extLst>
          </p:cNvPr>
          <p:cNvSpPr>
            <a:spLocks noGrp="1"/>
          </p:cNvSpPr>
          <p:nvPr/>
        </p:nvSpPr>
        <p:spPr>
          <a:xfrm>
            <a:off x="737260" y="4295775"/>
            <a:ext cx="460664" cy="466725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>
            <a:solidFill>
              <a:srgbClr val="FFFFFF"/>
            </a:solidFill>
            <a:prstDash val="solid"/>
          </a:ln>
        </p:spPr>
      </p:sp>
      <p:sp>
        <p:nvSpPr>
          <p:cNvPr id="67" name="text-1001">
            <a:extLst>
              <a:ext uri="{FF2B5EF4-FFF2-40B4-BE49-F238E27FC236}">
                <ns2:creationId id="{9CB890D3-9023-4262-BD27-F3884F5E49C0}"/>
              </a:ext>
            </a:extLst>
          </p:cNvPr>
          <p:cNvSpPr>
            <a:spLocks noGrp="1"/>
          </p:cNvSpPr>
          <p:nvPr/>
        </p:nvSpPr>
        <p:spPr>
          <a:xfrm>
            <a:off x="427017" y="4838700"/>
            <a:ext cx="1203366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解释层面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8" name="text-1002">
            <a:extLst>
              <a:ext uri="{FF2B5EF4-FFF2-40B4-BE49-F238E27FC236}">
                <ns2:creationId id="{7693D262-E892-48D1-B172-B6679E65B926}"/>
              </a:ext>
            </a:extLst>
          </p:cNvPr>
          <p:cNvSpPr>
            <a:spLocks noGrp="1"/>
          </p:cNvSpPr>
          <p:nvPr/>
        </p:nvSpPr>
        <p:spPr>
          <a:xfrm>
            <a:off x="351806" y="5191125"/>
            <a:ext cx="1344386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回答</a:t>
            </a:r>
            <a:br/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“何处用”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9" name="vector-1003">
            <a:extLst>
              <a:ext uri="{FF2B5EF4-FFF2-40B4-BE49-F238E27FC236}">
                <ns2:creationId id="{D935BE1C-23D6-4623-965E-C5F6660D4E5B}"/>
              </a:ext>
            </a:extLst>
          </p:cNvPr>
          <p:cNvSpPr>
            <a:spLocks noGrp="1"/>
          </p:cNvSpPr>
          <p:nvPr/>
        </p:nvSpPr>
        <p:spPr>
          <a:xfrm>
            <a:off x="1978231" y="4410075"/>
            <a:ext cx="676894" cy="6858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>
            <a:solidFill>
              <a:srgbClr val="4D319F"/>
            </a:solidFill>
            <a:prstDash val="solid"/>
          </a:ln>
        </p:spPr>
      </p:sp>
      <p:sp>
        <p:nvSpPr>
          <p:cNvPr id="70" name="icon-tree-1004">
            <a:extLst>
              <a:ext uri="{FF2B5EF4-FFF2-40B4-BE49-F238E27FC236}">
                <ns2:creationId id="{4AB36950-8910-48BA-910C-9E30C1336500}"/>
              </a:ext>
            </a:extLst>
          </p:cNvPr>
          <p:cNvSpPr>
            <a:spLocks noGrp="1"/>
          </p:cNvSpPr>
          <p:nvPr/>
        </p:nvSpPr>
        <p:spPr>
          <a:xfrm>
            <a:off x="2086534" y="4444365"/>
            <a:ext cx="467057" cy="425196"/>
          </a:xfrm>
          <a:prstGeom prst="cloud">
            <a:avLst/>
          </a:prstGeom>
          <a:solidFill>
            <a:srgbClr val="4D319F"/>
          </a:solidFill>
          <a:ln w="20002">
            <a:solidFill>
              <a:srgbClr val="4D319F"/>
            </a:solidFill>
            <a:prstDash val="solid"/>
          </a:ln>
        </p:spPr>
      </p:sp>
      <p:sp>
        <p:nvSpPr>
          <p:cNvPr id="71" name="text-1005">
            <a:extLst>
              <a:ext uri="{FF2B5EF4-FFF2-40B4-BE49-F238E27FC236}">
                <ns2:creationId id="{C31D571D-3426-4FF0-9C68-B59326968D31}"/>
              </a:ext>
            </a:extLst>
          </p:cNvPr>
          <p:cNvSpPr>
            <a:spLocks noGrp="1"/>
          </p:cNvSpPr>
          <p:nvPr/>
        </p:nvSpPr>
        <p:spPr>
          <a:xfrm>
            <a:off x="1893619" y="5200650"/>
            <a:ext cx="2049483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局部结果</a:t>
            </a:r>
            <a:endParaRPr/>
          </a:p>
        </p:txBody>
      </p:sp>
      <p:sp>
        <p:nvSpPr>
          <p:cNvPr id="72" name="arrow-1006">
            <a:extLst>
              <a:ext uri="{FF2B5EF4-FFF2-40B4-BE49-F238E27FC236}">
                <ns2:creationId id="{018701CF-26D7-42DB-ADF3-C9FE2FEB719D}"/>
              </a:ext>
            </a:extLst>
          </p:cNvPr>
          <p:cNvSpPr>
            <a:spLocks noGrp="1"/>
          </p:cNvSpPr>
          <p:nvPr/>
        </p:nvSpPr>
        <p:spPr>
          <a:xfrm>
            <a:off x="4149931" y="4400550"/>
            <a:ext cx="4004953" cy="962025"/>
          </a:xfrm>
          <a:prstGeom prst="rightArrow">
            <a:avLst/>
          </a:prstGeom>
          <a:solidFill>
            <a:srgbClr val="F4F0FF"/>
          </a:solidFill>
          <a:ln w="0">
            <a:noFill/>
            <a:prstDash val="solid"/>
          </a:ln>
        </p:spPr>
      </p:sp>
      <p:sp>
        <p:nvSpPr>
          <p:cNvPr id="73" name="text-1007">
            <a:extLst>
              <a:ext uri="{FF2B5EF4-FFF2-40B4-BE49-F238E27FC236}">
                <ns2:creationId id="{59931B5F-46D3-45B7-A154-166A967DE2C8}"/>
              </a:ext>
            </a:extLst>
          </p:cNvPr>
          <p:cNvSpPr>
            <a:spLocks noGrp="1"/>
          </p:cNvSpPr>
          <p:nvPr/>
        </p:nvSpPr>
        <p:spPr>
          <a:xfrm>
            <a:off x="4394365" y="4543425"/>
            <a:ext cx="3243448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A87D05"/>
                </a:solidFill>
                <a:latin typeface="Noto Sans CJK SC"/>
                <a:ea typeface="Noto Sans CJK SC"/>
                <a:cs typeface="Noto Sans CJK SC"/>
              </a:rPr>
              <a:t>说明样点范围与假设</a:t>
            </a:r>
            <a:endParaRPr/>
          </a:p>
        </p:txBody>
      </p:sp>
      <p:sp>
        <p:nvSpPr>
          <p:cNvPr id="74" name="text-1008">
            <a:extLst>
              <a:ext uri="{FF2B5EF4-FFF2-40B4-BE49-F238E27FC236}">
                <ns2:creationId id="{487BB9CD-BC46-4620-AA78-36EB2068094C}"/>
              </a:ext>
            </a:extLst>
          </p:cNvPr>
          <p:cNvSpPr>
            <a:spLocks noGrp="1"/>
          </p:cNvSpPr>
          <p:nvPr/>
        </p:nvSpPr>
        <p:spPr>
          <a:xfrm>
            <a:off x="4394365" y="4962525"/>
            <a:ext cx="3177639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避免从单次调查直接外推</a:t>
            </a:r>
            <a:endParaRPr/>
          </a:p>
        </p:txBody>
      </p:sp>
      <p:sp>
        <p:nvSpPr>
          <p:cNvPr id="75" name="vector-1009">
            <a:extLst>
              <a:ext uri="{FF2B5EF4-FFF2-40B4-BE49-F238E27FC236}">
                <ns2:creationId id="{9D25DE64-FA93-4DF6-AD7B-18664879C0FF}"/>
              </a:ext>
            </a:extLst>
          </p:cNvPr>
          <p:cNvSpPr>
            <a:spLocks noGrp="1"/>
          </p:cNvSpPr>
          <p:nvPr/>
        </p:nvSpPr>
        <p:spPr>
          <a:xfrm>
            <a:off x="8982199" y="4591812"/>
            <a:ext cx="733301" cy="3714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4D319F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76" name="vector-1010">
            <a:extLst>
              <a:ext uri="{FF2B5EF4-FFF2-40B4-BE49-F238E27FC236}">
                <ns2:creationId id="{46F1668B-D85D-47FB-B0E3-913D61CFB5ED}"/>
              </a:ext>
            </a:extLst>
          </p:cNvPr>
          <p:cNvSpPr>
            <a:spLocks noGrp="1"/>
          </p:cNvSpPr>
          <p:nvPr/>
        </p:nvSpPr>
        <p:spPr>
          <a:xfrm>
            <a:off x="8982199" y="4458081"/>
            <a:ext cx="733301" cy="3714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4D319F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77" name="vector-1011">
            <a:extLst>
              <a:ext uri="{FF2B5EF4-FFF2-40B4-BE49-F238E27FC236}">
                <ns2:creationId id="{A726804A-551C-492A-8E39-722BE4841249}"/>
              </a:ext>
            </a:extLst>
          </p:cNvPr>
          <p:cNvSpPr>
            <a:spLocks noGrp="1"/>
          </p:cNvSpPr>
          <p:nvPr/>
        </p:nvSpPr>
        <p:spPr>
          <a:xfrm>
            <a:off x="8982199" y="4324350"/>
            <a:ext cx="733301" cy="3714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4D319F"/>
          </a:solidFill>
          <a:ln w="12382">
            <a:solidFill>
              <a:srgbClr val="FFFFFF"/>
            </a:solidFill>
            <a:prstDash val="solid"/>
          </a:ln>
        </p:spPr>
      </p:sp>
      <p:sp>
        <p:nvSpPr>
          <p:cNvPr id="78" name="text-1012">
            <a:extLst>
              <a:ext uri="{FF2B5EF4-FFF2-40B4-BE49-F238E27FC236}">
                <ns2:creationId id="{5FE64DC6-2EBF-4304-88CA-1C1A57B375BF}"/>
              </a:ext>
            </a:extLst>
          </p:cNvPr>
          <p:cNvSpPr>
            <a:spLocks noGrp="1"/>
          </p:cNvSpPr>
          <p:nvPr/>
        </p:nvSpPr>
        <p:spPr>
          <a:xfrm>
            <a:off x="8474529" y="5181600"/>
            <a:ext cx="319644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适用边界</a:t>
            </a:r>
            <a:endParaRPr/>
          </a:p>
        </p:txBody>
      </p:sp>
      <p:sp>
        <p:nvSpPr>
          <p:cNvPr id="79" name="line-1013">
            <a:extLst>
              <a:ext uri="{FF2B5EF4-FFF2-40B4-BE49-F238E27FC236}">
                <ns2:creationId id="{9AA3E0ED-3CE2-4F84-BD6B-A3A6473FC0B2}"/>
              </a:ext>
            </a:extLst>
          </p:cNvPr>
          <p:cNvSpPr>
            <a:spLocks noGrp="1"/>
          </p:cNvSpPr>
          <p:nvPr/>
        </p:nvSpPr>
        <p:spPr>
          <a:xfrm>
            <a:off x="304800" y="5695950"/>
            <a:ext cx="11582400" cy="95"/>
          </a:xfrm>
          <a:prstGeom prst="line">
            <a:avLst/>
          </a:prstGeom>
          <a:noFill/>
          <a:ln w="14288">
            <a:solidFill>
              <a:srgbClr val="E1DCEF"/>
            </a:solidFill>
            <a:prstDash val="solid"/>
          </a:ln>
        </p:spPr>
      </p:sp>
      <p:sp>
        <p:nvSpPr>
          <p:cNvPr id="80" name="shape-1014">
            <a:extLst>
              <a:ext uri="{FF2B5EF4-FFF2-40B4-BE49-F238E27FC236}">
                <ns2:creationId id="{85D4BD6D-F916-4964-B254-71C1F505F448}"/>
              </a:ext>
            </a:extLst>
          </p:cNvPr>
          <p:cNvSpPr>
            <a:spLocks noGrp="1"/>
          </p:cNvSpPr>
          <p:nvPr/>
        </p:nvSpPr>
        <p:spPr>
          <a:xfrm>
            <a:off x="455221" y="5943600"/>
            <a:ext cx="291440" cy="295275"/>
          </a:xfrm>
          <a:prstGeom prst="ellipse">
            <a:avLst/>
          </a:prstGeom>
          <a:solidFill>
            <a:srgbClr val="4D319F"/>
          </a:solidFill>
          <a:ln w="0">
            <a:noFill/>
            <a:prstDash val="solid"/>
          </a:ln>
        </p:spPr>
      </p:sp>
      <p:sp>
        <p:nvSpPr>
          <p:cNvPr id="81" name="text-1015">
            <a:extLst>
              <a:ext uri="{FF2B5EF4-FFF2-40B4-BE49-F238E27FC236}">
                <ns2:creationId id="{6F26EC58-6A4E-44C7-B394-2E2343706272}"/>
              </a:ext>
            </a:extLst>
          </p:cNvPr>
          <p:cNvSpPr>
            <a:spLocks noGrp="1"/>
          </p:cNvSpPr>
          <p:nvPr/>
        </p:nvSpPr>
        <p:spPr>
          <a:xfrm>
            <a:off x="455221" y="5943600"/>
            <a:ext cx="29144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82" name="text-1016">
            <a:extLst>
              <a:ext uri="{FF2B5EF4-FFF2-40B4-BE49-F238E27FC236}">
                <ns2:creationId id="{FCBED44E-57F0-40D1-AC03-E7381F75B39F}"/>
              </a:ext>
            </a:extLst>
          </p:cNvPr>
          <p:cNvSpPr>
            <a:spLocks noGrp="1"/>
          </p:cNvSpPr>
          <p:nvPr/>
        </p:nvSpPr>
        <p:spPr>
          <a:xfrm>
            <a:off x="868878" y="5934075"/>
            <a:ext cx="296140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核对计算</a:t>
            </a:r>
            <a:endParaRPr/>
          </a:p>
        </p:txBody>
      </p:sp>
      <p:sp>
        <p:nvSpPr>
          <p:cNvPr id="83" name="shape-1017">
            <a:extLst>
              <a:ext uri="{FF2B5EF4-FFF2-40B4-BE49-F238E27FC236}">
                <ns2:creationId id="{0CC10D96-A3F0-4D5E-95C8-E9DE4460C665}"/>
              </a:ext>
            </a:extLst>
          </p:cNvPr>
          <p:cNvSpPr>
            <a:spLocks noGrp="1"/>
          </p:cNvSpPr>
          <p:nvPr/>
        </p:nvSpPr>
        <p:spPr>
          <a:xfrm>
            <a:off x="4328556" y="5943600"/>
            <a:ext cx="291440" cy="295275"/>
          </a:xfrm>
          <a:prstGeom prst="ellipse">
            <a:avLst/>
          </a:prstGeom>
          <a:solidFill>
            <a:srgbClr val="4D319F"/>
          </a:solidFill>
          <a:ln w="0">
            <a:noFill/>
            <a:prstDash val="solid"/>
          </a:ln>
        </p:spPr>
      </p:sp>
      <p:sp>
        <p:nvSpPr>
          <p:cNvPr id="84" name="text-1018">
            <a:extLst>
              <a:ext uri="{FF2B5EF4-FFF2-40B4-BE49-F238E27FC236}">
                <ns2:creationId id="{7CF7B846-827C-472C-BE1E-5DCBA9F9C001}"/>
              </a:ext>
            </a:extLst>
          </p:cNvPr>
          <p:cNvSpPr>
            <a:spLocks noGrp="1"/>
          </p:cNvSpPr>
          <p:nvPr/>
        </p:nvSpPr>
        <p:spPr>
          <a:xfrm>
            <a:off x="4328556" y="5943600"/>
            <a:ext cx="29144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85" name="text-1019">
            <a:extLst>
              <a:ext uri="{FF2B5EF4-FFF2-40B4-BE49-F238E27FC236}">
                <ns2:creationId id="{1C9D1CAB-299B-46A0-8E34-458DA2834C5F}"/>
              </a:ext>
            </a:extLst>
          </p:cNvPr>
          <p:cNvSpPr>
            <a:spLocks noGrp="1"/>
          </p:cNvSpPr>
          <p:nvPr/>
        </p:nvSpPr>
        <p:spPr>
          <a:xfrm>
            <a:off x="4742213" y="5934075"/>
            <a:ext cx="296140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说明条件</a:t>
            </a:r>
            <a:endParaRPr/>
          </a:p>
        </p:txBody>
      </p:sp>
      <p:sp>
        <p:nvSpPr>
          <p:cNvPr id="86" name="shape-1020">
            <a:extLst>
              <a:ext uri="{FF2B5EF4-FFF2-40B4-BE49-F238E27FC236}">
                <ns2:creationId id="{BCA859F3-8E5D-4DFA-A4C2-C3004C898A19}"/>
              </a:ext>
            </a:extLst>
          </p:cNvPr>
          <p:cNvSpPr>
            <a:spLocks noGrp="1"/>
          </p:cNvSpPr>
          <p:nvPr/>
        </p:nvSpPr>
        <p:spPr>
          <a:xfrm>
            <a:off x="8201891" y="5943600"/>
            <a:ext cx="291440" cy="295275"/>
          </a:xfrm>
          <a:prstGeom prst="ellipse">
            <a:avLst/>
          </a:prstGeom>
          <a:solidFill>
            <a:srgbClr val="4D319F"/>
          </a:solidFill>
          <a:ln w="0">
            <a:noFill/>
            <a:prstDash val="solid"/>
          </a:ln>
        </p:spPr>
      </p:sp>
      <p:sp>
        <p:nvSpPr>
          <p:cNvPr id="87" name="text-1021">
            <a:extLst>
              <a:ext uri="{FF2B5EF4-FFF2-40B4-BE49-F238E27FC236}">
                <ns2:creationId id="{267C523B-7DDD-45E6-BAA3-280A117A6360}"/>
              </a:ext>
            </a:extLst>
          </p:cNvPr>
          <p:cNvSpPr>
            <a:spLocks noGrp="1"/>
          </p:cNvSpPr>
          <p:nvPr/>
        </p:nvSpPr>
        <p:spPr>
          <a:xfrm>
            <a:off x="8201891" y="5943600"/>
            <a:ext cx="29144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88" name="text-1022">
            <a:extLst>
              <a:ext uri="{FF2B5EF4-FFF2-40B4-BE49-F238E27FC236}">
                <ns2:creationId id="{D91D0CAE-9A97-4579-B81C-A3AA214696FA}"/>
              </a:ext>
            </a:extLst>
          </p:cNvPr>
          <p:cNvSpPr>
            <a:spLocks noGrp="1"/>
          </p:cNvSpPr>
          <p:nvPr/>
        </p:nvSpPr>
        <p:spPr>
          <a:xfrm>
            <a:off x="8615548" y="5934075"/>
            <a:ext cx="296140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反思局限</a:t>
            </a:r>
            <a:endParaRPr/>
          </a:p>
        </p:txBody>
      </p:sp>
      <p:sp>
        <p:nvSpPr>
          <p:cNvPr id="89" name="text-1023">
            <a:extLst>
              <a:ext uri="{FF2B5EF4-FFF2-40B4-BE49-F238E27FC236}">
                <ns2:creationId id="{7C136F2A-1BCC-47A4-8344-6EB5FC31C731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0" name="text-1024">
            <a:extLst>
              <a:ext uri="{FF2B5EF4-FFF2-40B4-BE49-F238E27FC236}">
                <ns2:creationId id="{E8C62B39-A03E-4BE5-8C89-344570767C58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7960D0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/>
          </a:p>
        </p:txBody>
      </p:sp>
    </p:spTree>
    <p:extLst>
      <p:ext uri="{BB962C8B-B14F-4D97-AF65-F5344CB8AC3E}">
        <ns3:creationId val="1577920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4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editable-research-ppt contributors</dc:creator>
  <ns0:lastModifiedBy>editable-research-ppt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