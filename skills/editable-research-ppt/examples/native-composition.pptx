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全部内容为合成排版测试资料。图来自随包测试PDF，不能作为真实生态研究结果引用。</a:t>
            </a:r>
            <a:endParaRPr/>
          </a:p>
          <a:p>
            <a:r>
              <a:rPr/>
              <a:t>EVIDENCE_MANIFEST: {"materials": {"papers": [{"id": "demo-study", "path": "figures/synthetic-study.pdf", "figure_status": "relevant"}]}, "figures": [{"kind": "paper_crop", "path": "figures/figure-1.png", "caption": "图 1  合成测试资料", "source": "来源：随包 synthetic-study.pdf（示意）", "provenance": {"paper_id": "demo-study", "figure": "Fig 1", "page": 1, "crop_bbox": [0, 0, 864, 432], "pdf_sha256": "625db2361c9caf1bdcce114b8d9b1788a039408b20d61d6bb0d4be8cff0ae1ad", "png_sha256": "215df2377325f02f475b95f937e15755a201d52ace54af6ed1e582d3c2d525e4", "render_method": "pdf_clip", "dpi": 180,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.xml" Id="R42f6f6e0deef48f7" /><Relationship Id="evidenceImage1" Type="http://schemas.openxmlformats.org/officeDocument/2006/relationships/image" Target="/ppt/media/evidence_1.png" /></Relationships>
</file>

<file path=ppt/slides/slide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保留完整证据，解释紧邻研究问题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1359A0"/>
          </a:solidFill>
        </p:spPr>
      </p:sp>
      <p:pic>
        <p:nvPicPr>
          <p:cNvPr id="14" name="evidence-complete-original" descr="{&quot;kind&quot;: &quot;paper_crop&quot;, &quot;provenance&quot;: {&quot;paper_id&quot;: &quot;demo-study&quot;, &quot;figure&quot;: &quot;Fig 1&quot;, &quot;page&quot;: 1, &quot;crop_bbox&quot;: [0, 0, 864, 432], &quot;pdf_sha256&quot;: &quot;625db2361c9caf1bdcce114b8d9b1788a039408b20d61d6bb0d4be8cff0ae1ad&quot;, &quot;png_sha256&quot;: &quot;215df2377325f02f475b95f937e15755a201d52ace54af6ed1e582d3c2d525e4&quot;, &quot;render_method&quot;: &quot;pdf_clip&quot;, &quot;dpi&quot;: 180, &quot;verified_complete&quot;: true}, &quot;sha256&quot;: &quot;215df2377325f02f475b95f937e15755a201d52ace54af6ed1e582d3c2d525e4&quot;}"/>
          <p:cNvPicPr>
            <a:picLocks noChangeAspect="1"/>
          </p:cNvPicPr>
          <p:nvPr/>
        </p:nvPicPr>
        <p:blipFill>
          <a:blip r:embed="evidenceImage1"/>
          <a:stretch>
            <a:fillRect/>
          </a:stretch>
        </p:blipFill>
        <p:spPr>
          <a:xfrm>
            <a:off x="304800" y="1219200"/>
            <a:ext cx="8382000" cy="4191000"/>
          </a:xfrm>
          <a:prstGeom prst="rect">
            <a:avLst/>
          </a:prstGeom>
        </p:spPr>
      </p:pic>
      <p:sp>
        <p:nvSpPr>
          <p:cNvPr id="15" name="caption-15"/>
          <p:cNvSpPr txBox="1"/>
          <p:nvPr/>
        </p:nvSpPr>
        <p:spPr>
          <a:xfrm>
            <a:off x="304800" y="5562600"/>
            <a:ext cx="83820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图 1  合成测试资料</a:t>
            </a:r>
            <a:endParaRPr lang="zh-CN" sz="1500"/>
          </a:p>
        </p:txBody>
      </p:sp>
      <p:sp>
        <p:nvSpPr>
          <p:cNvPr id="16" name="source-16"/>
          <p:cNvSpPr txBox="1"/>
          <p:nvPr/>
        </p:nvSpPr>
        <p:spPr>
          <a:xfrm>
            <a:off x="304800" y="5924550"/>
            <a:ext cx="8382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17" name="question-title-17"/>
          <p:cNvSpPr txBox="1"/>
          <p:nvPr/>
        </p:nvSpPr>
        <p:spPr>
          <a:xfrm>
            <a:off x="9067800" y="1352550"/>
            <a:ext cx="28194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950"/>
          </a:p>
        </p:txBody>
      </p:sp>
      <p:sp>
        <p:nvSpPr>
          <p:cNvPr id="18" name="question-body-18"/>
          <p:cNvSpPr txBox="1"/>
          <p:nvPr/>
        </p:nvSpPr>
        <p:spPr>
          <a:xfrm>
            <a:off x="9067800" y="1866900"/>
            <a:ext cx="2819400" cy="800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生境差异是否伴随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监测记录的变化？</a:t>
            </a:r>
            <a:endParaRPr lang="zh-CN" sz="1725"/>
          </a:p>
        </p:txBody>
      </p:sp>
      <p:sp>
        <p:nvSpPr>
          <p:cNvPr id="19" name="interpretation-title-19"/>
          <p:cNvSpPr txBox="1"/>
          <p:nvPr/>
        </p:nvSpPr>
        <p:spPr>
          <a:xfrm>
            <a:off x="9067800" y="3143250"/>
            <a:ext cx="28194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讲解顺序</a:t>
            </a:r>
            <a:endParaRPr lang="zh-CN" sz="1950"/>
          </a:p>
        </p:txBody>
      </p:sp>
      <p:sp>
        <p:nvSpPr>
          <p:cNvPr id="20" name="interpretation-body-20"/>
          <p:cNvSpPr txBox="1"/>
          <p:nvPr/>
        </p:nvSpPr>
        <p:spPr>
          <a:xfrm>
            <a:off x="9067800" y="3676650"/>
            <a:ext cx="2819400" cy="1200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先读坐标与图例，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再比较组间差异，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最后核对设计条件。</a:t>
            </a:r>
            <a:endParaRPr lang="zh-CN" sz="1725"/>
          </a:p>
        </p:txBody>
      </p:sp>
      <p:sp>
        <p:nvSpPr>
          <p:cNvPr id="21" name="synthetic-status-21"/>
          <p:cNvSpPr txBox="1"/>
          <p:nvPr/>
        </p:nvSpPr>
        <p:spPr>
          <a:xfrm>
            <a:off x="304800" y="6477000"/>
            <a:ext cx="11582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合成测试资料 · 非真实研究结果</a:t>
            </a:r>
            <a:endParaRPr lang="zh-CN" sz="1050"/>
          </a:p>
        </p:txBody>
      </p:sp>
    </p:spTree>
    <p:extLst>
      <p:ext uri="{BB962C8B-B14F-4D97-AF65-F5344CB8AC3E}">
        <ns3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