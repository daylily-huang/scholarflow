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  <p:sldId id="260" r:id="researchSlide5"/>
    <p:sldId id="261" r:id="researchSlide6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Relationship Id="researchSlide5" Type="http://schemas.openxmlformats.org/officeDocument/2006/relationships/slide" Target="/ppt/slides/slide5.xml" /><Relationship Id="researchSlide6" Type="http://schemas.openxmlformats.org/officeDocument/2006/relationships/slide" Target="/ppt/slides/slide6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6.xlsx" /></Relationships>
</file>

<file path=ppt/charts/_rels/chart7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7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lineChart>
        <c:grouping val="standard"/>
        <c:varyColors val="0"/>
        <c:ser>
          <c:idx val="0"/>
          <c:order val="0"/>
          <c:tx>
            <c:v>物种甲</c:v>
          </c:tx>
          <c:spPr>
            <a:solidFill>
              <a:srgbClr val="28463A"/>
            </a:solidFill>
            <a:ln w="19050">
              <a:solidFill>
                <a:srgbClr val="28463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28463A"/>
              </a:solidFill>
              <a:ln w="8890">
                <a:solidFill>
                  <a:srgbClr val="28463A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物种乙</c:v>
          </c:tx>
          <c:spPr>
            <a:solidFill>
              <a:srgbClr val="A8562F"/>
            </a:solidFill>
            <a:ln w="19050">
              <a:solidFill>
                <a:srgbClr val="A8562F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8562F"/>
              </a:solidFill>
              <a:ln w="8890">
                <a:solidFill>
                  <a:srgbClr val="A8562F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28463A"/>
              </a:solidFill>
              <a:ln w="8890">
                <a:solidFill>
                  <a:srgbClr val="28463A"/>
                </a:solidFill>
              </a:ln>
            </c:spPr>
          </c:marker>
          <c:trendline>
            <c:spPr>
              <a:ln w="19050">
                <a:solidFill>
                  <a:srgbClr val="28463A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8"/>
          <c:w val="0.81"/>
          <c:h val="0.58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28463A"/>
              </a:solidFill>
              <a:ln w="8890">
                <a:solidFill>
                  <a:srgbClr val="28463A"/>
                </a:solidFill>
              </a:ln>
            </c:spPr>
          </c:marker>
          <c:trendline>
            <c:spPr>
              <a:ln w="19050">
                <a:solidFill>
                  <a:srgbClr val="28463A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10</c:v>
                </c:pt>
                <c:pt idx="1">
                  <c:v>16.7</c:v>
                </c:pt>
                <c:pt idx="2">
                  <c:v>10.6</c:v>
                </c:pt>
                <c:pt idx="3">
                  <c:v>15.2</c:v>
                </c:pt>
                <c:pt idx="4">
                  <c:v>23.7</c:v>
                </c:pt>
                <c:pt idx="5">
                  <c:v>18.3</c:v>
                </c:pt>
                <c:pt idx="6">
                  <c:v>20.5</c:v>
                </c:pt>
                <c:pt idx="7">
                  <c:v>30.4</c:v>
                </c:pt>
                <c:pt idx="8">
                  <c:v>26.2</c:v>
                </c:pt>
                <c:pt idx="9">
                  <c:v>26</c:v>
                </c:pt>
                <c:pt idx="10">
                  <c:v>36.6</c:v>
                </c:pt>
                <c:pt idx="11">
                  <c:v>34.2</c:v>
                </c:pt>
                <c:pt idx="12">
                  <c:v>31.9</c:v>
                </c:pt>
                <c:pt idx="13">
                  <c:v>42.4</c:v>
                </c:pt>
                <c:pt idx="14">
                  <c:v>42.2</c:v>
                </c:pt>
                <c:pt idx="15">
                  <c:v>38.1</c:v>
                </c:pt>
                <c:pt idx="16">
                  <c:v>48</c:v>
                </c:pt>
                <c:pt idx="17">
                  <c:v>50</c:v>
                </c:pt>
                <c:pt idx="18">
                  <c:v>44.6</c:v>
                </c:pt>
                <c:pt idx="19">
                  <c:v>53.3</c:v>
                </c:pt>
                <c:pt idx="20">
                  <c:v>57.7</c:v>
                </c:pt>
                <c:pt idx="21">
                  <c:v>51.6</c:v>
                </c:pt>
                <c:pt idx="22">
                  <c:v>58.5</c:v>
                </c:pt>
                <c:pt idx="23">
                  <c:v>65.1</c:v>
                </c:pt>
                <c:pt idx="24">
                  <c:v>59</c:v>
                </c:pt>
                <c:pt idx="25">
                  <c:v>63.7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28463A"/>
              </a:solidFill>
              <a:ln w="8890">
                <a:solidFill>
                  <a:srgbClr val="28463A"/>
                </a:solidFill>
              </a:ln>
            </c:spPr>
          </c:marker>
          <c:trendline>
            <c:spPr>
              <a:ln w="19050">
                <a:solidFill>
                  <a:srgbClr val="28463A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28463A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8A9B81"/>
            </a:solidFill>
            <a:ln w="11430">
              <a:solidFill>
                <a:srgbClr val="28463A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8A9B81"/>
            </a:solidFill>
            <a:ln w="11430">
              <a:solidFill>
                <a:srgbClr val="28463A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28463A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AF0E8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28463A"/>
            </a:solidFill>
            <a:ln w="19050">
              <a:solidFill>
                <a:srgbClr val="28463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28463A"/>
              </a:solidFill>
              <a:ln w="8890">
                <a:solidFill>
                  <a:srgbClr val="28463A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A8562F"/>
            </a:solidFill>
            <a:ln w="19050">
              <a:solidFill>
                <a:srgbClr val="A8562F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8562F"/>
              </a:solidFill>
              <a:ln w="8890">
                <a:solidFill>
                  <a:srgbClr val="A8562F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28463A"/>
              </a:solidFill>
              <a:ln w="8890">
                <a:solidFill>
                  <a:srgbClr val="28463A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28463A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fc6e8ac78c5545a3" /><Relationship Type="http://schemas.openxmlformats.org/officeDocument/2006/relationships/notesMaster" Target="/ppt/notesMasters/notesMaster1.xml" Id="Rf0bb6a3157794807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9a7bfe174d0e4ccf" /><Relationship Type="http://schemas.openxmlformats.org/officeDocument/2006/relationships/notesMaster" Target="/ppt/notesMasters/notesMaster1.xml" Id="R0c5b9a79d98d42ed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1567c83f4b6a4b74" /><Relationship Type="http://schemas.openxmlformats.org/officeDocument/2006/relationships/notesMaster" Target="/ppt/notesMasters/notesMaster1.xml" Id="R0926ce8f21de4b11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b8ecb1a0f4c347b8" /><Relationship Type="http://schemas.openxmlformats.org/officeDocument/2006/relationships/notesMaster" Target="/ppt/notesMasters/notesMaster1.xml" Id="R1f9ddf8ce2e948fd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4cf529f6e1c7487c" /><Relationship Type="http://schemas.openxmlformats.org/officeDocument/2006/relationships/notesMaster" Target="/ppt/notesMasters/notesMaster1.xml" Id="Rf4725e7255104779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6e48b80e4b834772" /><Relationship Type="http://schemas.openxmlformats.org/officeDocument/2006/relationships/notesMaster" Target="/ppt/notesMasters/notesMaster1.xml" Id="R6ea7d8a4598a4ea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L5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L4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chart: 本样板人工构造的合成数据，仅测试版式与编辑功能，不代表真实研究。</a:t>
            </a:r>
            <a:endParaRPr/>
          </a:p>
          <a:p>
            <a:r>
              <a:rPr/>
              <a:t>Layout: L1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L14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532680c6b5d4552" /><Relationship Type="http://schemas.openxmlformats.org/officeDocument/2006/relationships/image" Target="/ppt/media/image2.png" Id="Rda1941b6a5cf4a48" /><Relationship Type="http://schemas.openxmlformats.org/officeDocument/2006/relationships/notesSlide" Target="/ppt/notesSlides/notesSlide1.xml" Id="R68f0df05906a4f2e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1.xml" Id="Rd2fd00bda74e4d93" /><Relationship Type="http://schemas.openxmlformats.org/officeDocument/2006/relationships/chart" Target="/ppt/charts/chart2.xml" Id="Re728cd7a426649f7" /><Relationship Type="http://schemas.openxmlformats.org/officeDocument/2006/relationships/notesSlide" Target="/ppt/notesSlides/notesSlide2.xml" Id="R4c85476b41b04e9a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3495a616070428b" /><Relationship Type="http://schemas.openxmlformats.org/officeDocument/2006/relationships/notesSlide" Target="/ppt/notesSlides/notesSlide3.xml" Id="Rece6f4e963464ce2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0f69ec925464b98" /><Relationship Type="http://schemas.openxmlformats.org/officeDocument/2006/relationships/chart" Target="/ppt/charts/chart3.xml" Id="Rd3976b09d88d407c" /><Relationship Type="http://schemas.openxmlformats.org/officeDocument/2006/relationships/notesSlide" Target="/ppt/notesSlides/notesSlide4.xml" Id="R731d6414eb1540d5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4.xml" Id="R0f90f39fb5cf47f3" /><Relationship Type="http://schemas.openxmlformats.org/officeDocument/2006/relationships/chart" Target="/ppt/charts/chart5.xml" Id="R5ffc3bee95974730" /><Relationship Type="http://schemas.openxmlformats.org/officeDocument/2006/relationships/chart" Target="/ppt/charts/chart6.xml" Id="R5911ad34a6c7462d" /><Relationship Type="http://schemas.openxmlformats.org/officeDocument/2006/relationships/chart" Target="/ppt/charts/chart7.xml" Id="Rffaaf39a0267400e" /><Relationship Type="http://schemas.openxmlformats.org/officeDocument/2006/relationships/notesSlide" Target="/ppt/notesSlides/notesSlide5.xml" Id="R0674bcd17bcf4ba2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image" Target="/ppt/media/image2.png" Id="R3b9dd86b0bd84db3" /><Relationship Type="http://schemas.openxmlformats.org/officeDocument/2006/relationships/notesSlide" Target="/ppt/notesSlides/notesSlide6.xml" Id="R42f6f6e0deef48f7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2" name="">
            <a:extLst>
              <a:ext uri="{FF2B5EF4-FFF2-40B4-BE49-F238E27FC236}">
                <ns2:creationId id="{8DA6F845-D4D6-4E02-B90C-45310657E8DA}"/>
              </a:ext>
            </a:extLst>
          </p:cNvPr>
          <p:cNvPicPr>
            <a:picLocks noChangeAspect="1"/>
          </p:cNvPicPr>
          <p:nvPr/>
        </p:nvPicPr>
        <p:blipFill>
          <a:blip r:embed="Rda1941b6a5cf4a48">
            <a:duotone>
              <a:srgbClr val="28463A"/>
              <a:srgbClr val="FFFFFF"/>
            </a:duotone>
          </a:blip>
          <a:stretch/>
        </p:blipFill>
        <p:spPr>
          <a:xfrm>
            <a:off x="5248275" y="152400"/>
            <a:ext cx="6324600" cy="6324600"/>
          </a:xfrm>
          <a:prstGeom prst="rect">
            <a:avLst/>
          </a:prstGeom>
        </p:spPr>
      </p:pic>
      <p:sp>
        <p:nvSpPr>
          <p:cNvPr id="2" name="text-383">
            <a:extLst>
              <a:ext uri="{FF2B5EF4-FFF2-40B4-BE49-F238E27FC236}">
                <ns2:creationId id="{36886DCD-424F-48C8-AB3E-6BA024ABB001}"/>
              </a:ext>
            </a:extLst>
          </p:cNvPr>
          <p:cNvSpPr>
            <a:spLocks noGrp="1"/>
          </p:cNvSpPr>
          <p:nvPr/>
        </p:nvSpPr>
        <p:spPr>
          <a:xfrm>
            <a:off x="361950" y="7239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rPr>
              <a:t>实验进展型  ·  RESEARCH PRESENTATION</a:t>
            </a:r>
            <a:endParaRPr/>
          </a:p>
        </p:txBody>
      </p:sp>
      <p:sp>
        <p:nvSpPr>
          <p:cNvPr id="3" name="text-384">
            <a:extLst>
              <a:ext uri="{FF2B5EF4-FFF2-40B4-BE49-F238E27FC236}">
                <ns2:creationId id="{46703192-9F02-487F-8251-98702E313A08}"/>
              </a:ext>
            </a:extLst>
          </p:cNvPr>
          <p:cNvSpPr>
            <a:spLocks noGrp="1"/>
          </p:cNvSpPr>
          <p:nvPr/>
        </p:nvSpPr>
        <p:spPr>
          <a:xfrm>
            <a:off x="361950" y="1847850"/>
            <a:ext cx="6096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rPr>
              <a:t>森林动物监测</a:t>
            </a:r>
            <a:endParaRPr/>
          </a:p>
          <a:p>
            <a: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rPr>
              <a:t>阶段进展与复测</a:t>
            </a:r>
            <a:endParaRPr/>
          </a:p>
        </p:txBody>
      </p:sp>
      <p:sp>
        <p:nvSpPr>
          <p:cNvPr id="4" name="text-385">
            <a:extLst>
              <a:ext uri="{FF2B5EF4-FFF2-40B4-BE49-F238E27FC236}">
                <ns2:creationId id="{B1A073E2-6EA8-4C28-8C1A-9A7F2E05E1F6}"/>
              </a:ext>
            </a:extLst>
          </p:cNvPr>
          <p:cNvSpPr>
            <a:spLocks noGrp="1"/>
          </p:cNvSpPr>
          <p:nvPr/>
        </p:nvSpPr>
        <p:spPr>
          <a:xfrm>
            <a:off x="361950" y="3895725"/>
            <a:ext cx="4667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rPr>
              <a:t>实验进展汇报</a:t>
            </a:r>
            <a:endParaRPr/>
          </a:p>
          <a:p>
            <a: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rPr>
              <a:t>完成状态、问题与下一步</a:t>
            </a:r>
            <a:endParaRPr/>
          </a:p>
        </p:txBody>
      </p:sp>
      <p:sp>
        <p:nvSpPr>
          <p:cNvPr id="5" name="shape-386">
            <a:extLst>
              <a:ext uri="{FF2B5EF4-FFF2-40B4-BE49-F238E27FC236}">
                <ns2:creationId id="{B6B75BB5-B835-4820-A496-EB26F7110E45}"/>
              </a:ext>
            </a:extLst>
          </p:cNvPr>
          <p:cNvSpPr>
            <a:spLocks noGrp="1"/>
          </p:cNvSpPr>
          <p:nvPr/>
        </p:nvSpPr>
        <p:spPr>
          <a:xfrm>
            <a:off x="381000" y="4857750"/>
            <a:ext cx="857250" cy="47625"/>
          </a:xfrm>
          <a:prstGeom prst="rect">
            <a:avLst/>
          </a:prstGeom>
          <a:solidFill>
            <a:srgbClr val="A8562F"/>
          </a:solidFill>
          <a:ln w="0">
            <a:noFill/>
            <a:prstDash val="solid"/>
          </a:ln>
        </p:spPr>
      </p:sp>
      <p:sp>
        <p:nvSpPr>
          <p:cNvPr id="6" name="icon-person-387">
            <a:extLst>
              <a:ext uri="{FF2B5EF4-FFF2-40B4-BE49-F238E27FC236}">
                <ns2:creationId id="{725CCA1C-B5EE-48CE-8DAA-13C5DD9E4FBD}"/>
              </a:ext>
            </a:extLst>
          </p:cNvPr>
          <p:cNvSpPr>
            <a:spLocks noGrp="1"/>
          </p:cNvSpPr>
          <p:nvPr/>
        </p:nvSpPr>
        <p:spPr>
          <a:xfrm>
            <a:off x="481013" y="5941695"/>
            <a:ext cx="85725" cy="85725"/>
          </a:xfrm>
          <a:prstGeom prst="ellipse">
            <a:avLst/>
          </a:prstGeom>
          <a:noFill/>
          <a:ln w="12383">
            <a:solidFill>
              <a:srgbClr val="28463A"/>
            </a:solidFill>
            <a:prstDash val="solid"/>
          </a:ln>
        </p:spPr>
      </p:sp>
      <p:sp>
        <p:nvSpPr>
          <p:cNvPr id="7" name="icon-person-388">
            <a:extLst>
              <a:ext uri="{FF2B5EF4-FFF2-40B4-BE49-F238E27FC236}">
                <ns2:creationId id="{90924B7B-7651-4EAC-B8AB-AA6F8ED80462}"/>
              </a:ext>
            </a:extLst>
          </p:cNvPr>
          <p:cNvSpPr>
            <a:spLocks noGrp="1"/>
          </p:cNvSpPr>
          <p:nvPr/>
        </p:nvSpPr>
        <p:spPr>
          <a:xfrm>
            <a:off x="429578" y="6047423"/>
            <a:ext cx="185738" cy="131445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28463A"/>
            </a:solidFill>
            <a:prstDash val="solid"/>
          </a:ln>
        </p:spPr>
      </p:sp>
      <p:sp>
        <p:nvSpPr>
          <p:cNvPr id="8" name="text-389">
            <a:extLst>
              <a:ext uri="{FF2B5EF4-FFF2-40B4-BE49-F238E27FC236}">
                <ns2:creationId id="{F5745B21-1BFC-4850-B419-72A1ECD3F823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  <a:endParaRPr/>
          </a:p>
        </p:txBody>
      </p:sp>
      <p:sp>
        <p:nvSpPr>
          <p:cNvPr id="9" name="icon-calendar-390">
            <a:extLst>
              <a:ext uri="{FF2B5EF4-FFF2-40B4-BE49-F238E27FC236}">
                <ns2:creationId id="{D964BD77-04AF-4054-B7DC-7BB71CBA8C69}"/>
              </a:ext>
            </a:extLst>
          </p:cNvPr>
          <p:cNvSpPr>
            <a:spLocks noGrp="1"/>
          </p:cNvSpPr>
          <p:nvPr/>
        </p:nvSpPr>
        <p:spPr>
          <a:xfrm>
            <a:off x="3228023" y="5978843"/>
            <a:ext cx="211455" cy="200025"/>
          </a:xfrm>
          <a:prstGeom prst="roundRect">
            <a:avLst>
              <a:gd name="adj" fmla="val 38095"/>
            </a:avLst>
          </a:prstGeom>
          <a:noFill/>
          <a:ln w="12383">
            <a:solidFill>
              <a:srgbClr val="28463A"/>
            </a:solidFill>
            <a:prstDash val="solid"/>
          </a:ln>
        </p:spPr>
      </p:sp>
      <p:sp>
        <p:nvSpPr>
          <p:cNvPr id="10" name="vector-391">
            <a:extLst>
              <a:ext uri="{FF2B5EF4-FFF2-40B4-BE49-F238E27FC236}">
                <ns2:creationId id="{7FF60FB8-546C-4E38-84B6-CA7520A3D8DD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11" name="vector-392">
            <a:extLst>
              <a:ext uri="{FF2B5EF4-FFF2-40B4-BE49-F238E27FC236}">
                <ns2:creationId id="{48B1F6A1-2696-441E-88C6-5C0A51B7343F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12" name="vector-393">
            <a:extLst>
              <a:ext uri="{FF2B5EF4-FFF2-40B4-BE49-F238E27FC236}">
                <ns2:creationId id="{DA78A625-385D-414A-B3FF-72F489CB41BB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13" name="icon-calendar-394">
            <a:extLst>
              <a:ext uri="{FF2B5EF4-FFF2-40B4-BE49-F238E27FC236}">
                <ns2:creationId id="{57236D38-4BDD-4781-ACBC-CECD7F78C52F}"/>
              </a:ext>
            </a:extLst>
          </p:cNvPr>
          <p:cNvSpPr>
            <a:spLocks noGrp="1"/>
          </p:cNvSpPr>
          <p:nvPr/>
        </p:nvSpPr>
        <p:spPr>
          <a:xfrm>
            <a:off x="3262313" y="6064568"/>
            <a:ext cx="25718" cy="25718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14" name="icon-calendar-395">
            <a:extLst>
              <a:ext uri="{FF2B5EF4-FFF2-40B4-BE49-F238E27FC236}">
                <ns2:creationId id="{59C59927-890F-4066-89D6-FBF593DC552C}"/>
              </a:ext>
            </a:extLst>
          </p:cNvPr>
          <p:cNvSpPr>
            <a:spLocks noGrp="1"/>
          </p:cNvSpPr>
          <p:nvPr/>
        </p:nvSpPr>
        <p:spPr>
          <a:xfrm>
            <a:off x="3262313" y="6124575"/>
            <a:ext cx="25718" cy="25718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15" name="icon-calendar-396">
            <a:extLst>
              <a:ext uri="{FF2B5EF4-FFF2-40B4-BE49-F238E27FC236}">
                <ns2:creationId id="{3519177D-DE64-46ED-BEEA-739BE507D477}"/>
              </a:ext>
            </a:extLst>
          </p:cNvPr>
          <p:cNvSpPr>
            <a:spLocks noGrp="1"/>
          </p:cNvSpPr>
          <p:nvPr/>
        </p:nvSpPr>
        <p:spPr>
          <a:xfrm>
            <a:off x="3322320" y="6064568"/>
            <a:ext cx="25718" cy="25718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16" name="icon-calendar-397">
            <a:extLst>
              <a:ext uri="{FF2B5EF4-FFF2-40B4-BE49-F238E27FC236}">
                <ns2:creationId id="{16E3E249-B204-4C6B-A343-DBB1CEE83925}"/>
              </a:ext>
            </a:extLst>
          </p:cNvPr>
          <p:cNvSpPr>
            <a:spLocks noGrp="1"/>
          </p:cNvSpPr>
          <p:nvPr/>
        </p:nvSpPr>
        <p:spPr>
          <a:xfrm>
            <a:off x="3322320" y="6124575"/>
            <a:ext cx="25718" cy="25718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17" name="icon-calendar-398">
            <a:extLst>
              <a:ext uri="{FF2B5EF4-FFF2-40B4-BE49-F238E27FC236}">
                <ns2:creationId id="{6753517F-545F-41F6-AA71-78781D3BD8A9}"/>
              </a:ext>
            </a:extLst>
          </p:cNvPr>
          <p:cNvSpPr>
            <a:spLocks noGrp="1"/>
          </p:cNvSpPr>
          <p:nvPr/>
        </p:nvSpPr>
        <p:spPr>
          <a:xfrm>
            <a:off x="3382328" y="6064568"/>
            <a:ext cx="25718" cy="25718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18" name="icon-calendar-399">
            <a:extLst>
              <a:ext uri="{FF2B5EF4-FFF2-40B4-BE49-F238E27FC236}">
                <ns2:creationId id="{6C8FC9C8-DFCF-48FA-B19C-DBE9347436AA}"/>
              </a:ext>
            </a:extLst>
          </p:cNvPr>
          <p:cNvSpPr>
            <a:spLocks noGrp="1"/>
          </p:cNvSpPr>
          <p:nvPr/>
        </p:nvSpPr>
        <p:spPr>
          <a:xfrm>
            <a:off x="3382328" y="6124575"/>
            <a:ext cx="25718" cy="25718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19" name="text-400">
            <a:extLst>
              <a:ext uri="{FF2B5EF4-FFF2-40B4-BE49-F238E27FC236}">
                <ns2:creationId id="{7E266DF8-0C16-4FE6-B551-3BCB4D30960A}"/>
              </a:ext>
            </a:extLst>
          </p:cNvPr>
          <p:cNvSpPr>
            <a:spLocks noGrp="1"/>
          </p:cNvSpPr>
          <p:nvPr/>
        </p:nvSpPr>
        <p:spPr>
          <a:xfrm>
            <a:off x="3590925" y="5905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日期：待填写</a:t>
            </a:r>
            <a:endParaRPr/>
          </a:p>
        </p:txBody>
      </p:sp>
      <p:sp>
        <p:nvSpPr>
          <p:cNvPr id="20" name="text-401">
            <a:extLst>
              <a:ext uri="{FF2B5EF4-FFF2-40B4-BE49-F238E27FC236}">
                <ns2:creationId id="{A5627B82-FA86-4135-A281-4C186998D0CE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21" name="text-402">
            <a:extLst>
              <a:ext uri="{FF2B5EF4-FFF2-40B4-BE49-F238E27FC236}">
                <ns2:creationId id="{D0F33FDF-BE8C-436B-9F72-7AAB8C21D0FB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</p:spTree>
    <p:extLst>
      <p:ext uri="{BB962C8B-B14F-4D97-AF65-F5344CB8AC3E}">
        <ns4:creationId val="997978090"/>
      </p:ext>
    </p:extLst>
  </p:cSld>
</p:sld>
</file>

<file path=ppt/slides/slide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技术路线｜森林动物监测与生境分析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28463A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228600" y="914400"/>
            <a:ext cx="342900" cy="1428750"/>
          </a:xfrm>
          <a:prstGeom prst="roundRect">
            <a:avLst>
              <a:gd name="adj" fmla="val 22222"/>
            </a:avLst>
          </a:prstGeom>
          <a:solidFill>
            <a:srgbClr val="28463A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295275" y="1104900"/>
            <a:ext cx="2095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228600" y="2571750"/>
            <a:ext cx="342900" cy="1190625"/>
          </a:xfrm>
          <a:prstGeom prst="roundRect">
            <a:avLst>
              <a:gd name="adj" fmla="val 22222"/>
            </a:avLst>
          </a:prstGeom>
          <a:solidFill>
            <a:srgbClr val="28463A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295275" y="2762250"/>
            <a:ext cx="2095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228600" y="3962400"/>
            <a:ext cx="342900" cy="2152650"/>
          </a:xfrm>
          <a:prstGeom prst="roundRect">
            <a:avLst>
              <a:gd name="adj" fmla="val 22222"/>
            </a:avLst>
          </a:prstGeom>
          <a:solidFill>
            <a:srgbClr val="28463A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295275" y="4152900"/>
            <a:ext cx="2095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3648075" cy="1428750"/>
          </a:xfrm>
          <a:prstGeom prst="roundRect">
            <a:avLst>
              <a:gd name="adj" fmla="val 5333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10" name="icon-camera-149">
            <a:extLst>
              <a:ext uri="{FF2B5EF4-FFF2-40B4-BE49-F238E27FC236}">
                <ns2:creationId id="{06E617BC-B606-4C9D-AFAF-CE7A0653007A}"/>
              </a:ext>
            </a:extLst>
          </p:cNvPr>
          <p:cNvSpPr>
            <a:spLocks noGrp="1"/>
          </p:cNvSpPr>
          <p:nvPr/>
        </p:nvSpPr>
        <p:spPr>
          <a:xfrm>
            <a:off x="899446" y="1145572"/>
            <a:ext cx="401384" cy="284702"/>
          </a:xfrm>
          <a:prstGeom prst="roundRect">
            <a:avLst>
              <a:gd name="adj" fmla="val 26765"/>
            </a:avLst>
          </a:prstGeom>
          <a:noFill/>
          <a:ln w="14585">
            <a:solidFill>
              <a:srgbClr val="28463A"/>
            </a:solidFill>
            <a:prstDash val="solid"/>
          </a:ln>
        </p:spPr>
      </p:sp>
      <p:sp>
        <p:nvSpPr>
          <p:cNvPr id="11" name="icon-camera-150">
            <a:extLst>
              <a:ext uri="{FF2B5EF4-FFF2-40B4-BE49-F238E27FC236}">
                <ns2:creationId id="{DC0A11E2-0ACC-4CE9-88CA-3761D06EF21B}"/>
              </a:ext>
            </a:extLst>
          </p:cNvPr>
          <p:cNvSpPr>
            <a:spLocks noGrp="1"/>
          </p:cNvSpPr>
          <p:nvPr/>
        </p:nvSpPr>
        <p:spPr>
          <a:xfrm>
            <a:off x="1020794" y="1084898"/>
            <a:ext cx="154019" cy="79343"/>
          </a:xfrm>
          <a:prstGeom prst="roundRect">
            <a:avLst>
              <a:gd name="adj" fmla="val 50000"/>
            </a:avLst>
          </a:prstGeom>
          <a:noFill/>
          <a:ln w="14585">
            <a:solidFill>
              <a:srgbClr val="28463A"/>
            </a:solidFill>
            <a:prstDash val="solid"/>
          </a:ln>
        </p:spPr>
      </p:sp>
      <p:sp>
        <p:nvSpPr>
          <p:cNvPr id="12" name="icon-camera-151">
            <a:extLst>
              <a:ext uri="{FF2B5EF4-FFF2-40B4-BE49-F238E27FC236}">
                <ns2:creationId id="{67586027-23AB-4F7C-92C0-8CA204AE1EF5}"/>
              </a:ext>
            </a:extLst>
          </p:cNvPr>
          <p:cNvSpPr>
            <a:spLocks noGrp="1"/>
          </p:cNvSpPr>
          <p:nvPr/>
        </p:nvSpPr>
        <p:spPr>
          <a:xfrm>
            <a:off x="1016127" y="1206246"/>
            <a:ext cx="168021" cy="168021"/>
          </a:xfrm>
          <a:prstGeom prst="ellipse">
            <a:avLst/>
          </a:prstGeom>
          <a:noFill/>
          <a:ln w="14585">
            <a:solidFill>
              <a:srgbClr val="28463A"/>
            </a:solidFill>
            <a:prstDash val="solid"/>
          </a:ln>
        </p:spPr>
      </p:sp>
      <p:sp>
        <p:nvSpPr>
          <p:cNvPr id="13" name="icon-camera-152">
            <a:extLst>
              <a:ext uri="{FF2B5EF4-FFF2-40B4-BE49-F238E27FC236}">
                <ns2:creationId id="{EC21702B-4A13-4493-A82A-CF5117B157BA}"/>
              </a:ext>
            </a:extLst>
          </p:cNvPr>
          <p:cNvSpPr>
            <a:spLocks noGrp="1"/>
          </p:cNvSpPr>
          <p:nvPr/>
        </p:nvSpPr>
        <p:spPr>
          <a:xfrm>
            <a:off x="1212152" y="1182910"/>
            <a:ext cx="37338" cy="37338"/>
          </a:xfrm>
          <a:prstGeom prst="ellipse">
            <a:avLst/>
          </a:prstGeom>
          <a:solidFill>
            <a:srgbClr val="28463A"/>
          </a:solidFill>
          <a:ln w="14585">
            <a:solidFill>
              <a:srgbClr val="28463A"/>
            </a:solidFill>
            <a:prstDash val="solid"/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514475" y="1038225"/>
            <a:ext cx="2647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相机记录</a:t>
            </a:r>
            <a:endParaRPr/>
          </a:p>
        </p:txBody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514475" y="1428750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时间 · 样点</a:t>
            </a:r>
            <a:endParaRPr/>
          </a:p>
        </p:txBody>
      </p:sp>
      <p:sp>
        <p:nvSpPr>
          <p:cNvPr id="16" name="icon-camera-155">
            <a:extLst>
              <a:ext uri="{FF2B5EF4-FFF2-40B4-BE49-F238E27FC236}">
                <ns2:creationId id="{43FA40C6-FD70-4C73-9CC5-AB67065E1A07}"/>
              </a:ext>
            </a:extLst>
          </p:cNvPr>
          <p:cNvSpPr>
            <a:spLocks noGrp="1"/>
          </p:cNvSpPr>
          <p:nvPr/>
        </p:nvSpPr>
        <p:spPr>
          <a:xfrm>
            <a:off x="1120521" y="1856994"/>
            <a:ext cx="425958" cy="302133"/>
          </a:xfrm>
          <a:prstGeom prst="roundRect">
            <a:avLst>
              <a:gd name="adj" fmla="val 25221"/>
            </a:avLst>
          </a:prstGeom>
          <a:noFill/>
          <a:ln w="15478">
            <a:solidFill>
              <a:srgbClr val="28463A"/>
            </a:solidFill>
            <a:prstDash val="solid"/>
          </a:ln>
        </p:spPr>
      </p:sp>
      <p:sp>
        <p:nvSpPr>
          <p:cNvPr id="17" name="icon-camera-156">
            <a:extLst>
              <a:ext uri="{FF2B5EF4-FFF2-40B4-BE49-F238E27FC236}">
                <ns2:creationId id="{D2FBFC10-52F4-47B2-8E7D-7E68310C93D8}"/>
              </a:ext>
            </a:extLst>
          </p:cNvPr>
          <p:cNvSpPr>
            <a:spLocks noGrp="1"/>
          </p:cNvSpPr>
          <p:nvPr/>
        </p:nvSpPr>
        <p:spPr>
          <a:xfrm>
            <a:off x="1249299" y="1792605"/>
            <a:ext cx="163449" cy="84201"/>
          </a:xfrm>
          <a:prstGeom prst="roundRect">
            <a:avLst>
              <a:gd name="adj" fmla="val 50000"/>
            </a:avLst>
          </a:prstGeom>
          <a:noFill/>
          <a:ln w="15478">
            <a:solidFill>
              <a:srgbClr val="28463A"/>
            </a:solidFill>
            <a:prstDash val="solid"/>
          </a:ln>
        </p:spPr>
      </p:sp>
      <p:sp>
        <p:nvSpPr>
          <p:cNvPr id="18" name="icon-camera-157">
            <a:extLst>
              <a:ext uri="{FF2B5EF4-FFF2-40B4-BE49-F238E27FC236}">
                <ns2:creationId id="{7CDE9919-1981-4408-A792-0BAD0B4EAEE4}"/>
              </a:ext>
            </a:extLst>
          </p:cNvPr>
          <p:cNvSpPr>
            <a:spLocks noGrp="1"/>
          </p:cNvSpPr>
          <p:nvPr/>
        </p:nvSpPr>
        <p:spPr>
          <a:xfrm>
            <a:off x="1244346" y="1921383"/>
            <a:ext cx="178308" cy="178308"/>
          </a:xfrm>
          <a:prstGeom prst="ellipse">
            <a:avLst/>
          </a:prstGeom>
          <a:noFill/>
          <a:ln w="15478">
            <a:solidFill>
              <a:srgbClr val="28463A"/>
            </a:solidFill>
            <a:prstDash val="solid"/>
          </a:ln>
        </p:spPr>
      </p:sp>
      <p:sp>
        <p:nvSpPr>
          <p:cNvPr id="19" name="icon-camera-158">
            <a:extLst>
              <a:ext uri="{FF2B5EF4-FFF2-40B4-BE49-F238E27FC236}">
                <ns2:creationId id="{CB654160-40AF-477E-8D93-FF0C0AB3A229}"/>
              </a:ext>
            </a:extLst>
          </p:cNvPr>
          <p:cNvSpPr>
            <a:spLocks noGrp="1"/>
          </p:cNvSpPr>
          <p:nvPr/>
        </p:nvSpPr>
        <p:spPr>
          <a:xfrm>
            <a:off x="1452372" y="1896618"/>
            <a:ext cx="39624" cy="39624"/>
          </a:xfrm>
          <a:prstGeom prst="ellipse">
            <a:avLst/>
          </a:prstGeom>
          <a:solidFill>
            <a:srgbClr val="28463A"/>
          </a:solidFill>
          <a:ln w="15478">
            <a:solidFill>
              <a:srgbClr val="28463A"/>
            </a:solidFill>
            <a:prstDash val="solid"/>
          </a:ln>
        </p:spPr>
      </p:sp>
      <p:sp>
        <p:nvSpPr>
          <p:cNvPr id="20" name="vector-159">
            <a:extLst>
              <a:ext uri="{FF2B5EF4-FFF2-40B4-BE49-F238E27FC236}">
                <ns2:creationId id="{A15E7DCE-89E8-4F10-9410-FB46566838EE}"/>
              </a:ext>
            </a:extLst>
          </p:cNvPr>
          <p:cNvSpPr>
            <a:spLocks noGrp="1"/>
          </p:cNvSpPr>
          <p:nvPr/>
        </p:nvSpPr>
        <p:spPr>
          <a:xfrm>
            <a:off x="2114550" y="174307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28463A"/>
            </a:solidFill>
            <a:prstDash val="solid"/>
          </a:ln>
        </p:spPr>
      </p:sp>
      <p:sp>
        <p:nvSpPr>
          <p:cNvPr id="21" name="icon-leaf-160">
            <a:extLst>
              <a:ext uri="{FF2B5EF4-FFF2-40B4-BE49-F238E27FC236}">
                <ns2:creationId id="{75BD501B-F9AE-41A1-B6E6-DE508E3EAD3C}"/>
              </a:ext>
            </a:extLst>
          </p:cNvPr>
          <p:cNvSpPr>
            <a:spLocks noGrp="1"/>
          </p:cNvSpPr>
          <p:nvPr/>
        </p:nvSpPr>
        <p:spPr>
          <a:xfrm>
            <a:off x="2228469" y="178269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28463A"/>
            </a:solidFill>
            <a:prstDash val="solid"/>
          </a:ln>
        </p:spPr>
      </p:sp>
      <p:sp>
        <p:nvSpPr>
          <p:cNvPr id="22" name="icon-leaf-161">
            <a:extLst>
              <a:ext uri="{FF2B5EF4-FFF2-40B4-BE49-F238E27FC236}">
                <ns2:creationId id="{076C9BD3-CEBC-43D7-A1BB-A16178BDB426}"/>
              </a:ext>
            </a:extLst>
          </p:cNvPr>
          <p:cNvSpPr>
            <a:spLocks noGrp="1"/>
          </p:cNvSpPr>
          <p:nvPr/>
        </p:nvSpPr>
        <p:spPr>
          <a:xfrm>
            <a:off x="2367153" y="189166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28463A"/>
            </a:solidFill>
            <a:prstDash val="solid"/>
          </a:ln>
        </p:spPr>
      </p:sp>
      <p:sp>
        <p:nvSpPr>
          <p:cNvPr id="23" name="vector-162">
            <a:extLst>
              <a:ext uri="{FF2B5EF4-FFF2-40B4-BE49-F238E27FC236}">
                <ns2:creationId id="{A71B14A5-D0CF-4C9F-A344-1BF2BBCA3318}"/>
              </a:ext>
            </a:extLst>
          </p:cNvPr>
          <p:cNvSpPr>
            <a:spLocks noGrp="1"/>
          </p:cNvSpPr>
          <p:nvPr/>
        </p:nvSpPr>
        <p:spPr>
          <a:xfrm>
            <a:off x="2114550" y="174307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28463A"/>
            </a:solidFill>
            <a:prstDash val="solid"/>
          </a:ln>
        </p:spPr>
      </p:sp>
      <p:sp>
        <p:nvSpPr>
          <p:cNvPr id="24" name="vector-163">
            <a:extLst>
              <a:ext uri="{FF2B5EF4-FFF2-40B4-BE49-F238E27FC236}">
                <ns2:creationId id="{BC8F4623-1340-480F-B480-F416CA3EF704}"/>
              </a:ext>
            </a:extLst>
          </p:cNvPr>
          <p:cNvSpPr>
            <a:spLocks noGrp="1"/>
          </p:cNvSpPr>
          <p:nvPr/>
        </p:nvSpPr>
        <p:spPr>
          <a:xfrm>
            <a:off x="2114550" y="174307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28463A"/>
            </a:solidFill>
            <a:prstDash val="solid"/>
          </a:ln>
        </p:spPr>
      </p:sp>
      <p:sp>
        <p:nvSpPr>
          <p:cNvPr id="25" name="vector-164">
            <a:extLst>
              <a:ext uri="{FF2B5EF4-FFF2-40B4-BE49-F238E27FC236}">
                <ns2:creationId id="{C034160B-B611-446C-B45A-14978E50CC90}"/>
              </a:ext>
            </a:extLst>
          </p:cNvPr>
          <p:cNvSpPr>
            <a:spLocks noGrp="1"/>
          </p:cNvSpPr>
          <p:nvPr/>
        </p:nvSpPr>
        <p:spPr>
          <a:xfrm>
            <a:off x="3152775" y="1743075"/>
            <a:ext cx="495300" cy="4953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AF0E8"/>
          </a:solidFill>
          <a:ln w="19050">
            <a:solidFill>
              <a:srgbClr val="28463A"/>
            </a:solidFill>
            <a:prstDash val="solid"/>
          </a:ln>
        </p:spPr>
      </p:sp>
      <p:sp>
        <p:nvSpPr>
          <p:cNvPr id="26" name="vector-165">
            <a:extLst>
              <a:ext uri="{FF2B5EF4-FFF2-40B4-BE49-F238E27FC236}">
                <ns2:creationId id="{2269A7AF-F20B-41EF-BBD9-EBEACFEB0EDA}"/>
              </a:ext>
            </a:extLst>
          </p:cNvPr>
          <p:cNvSpPr>
            <a:spLocks noGrp="1"/>
          </p:cNvSpPr>
          <p:nvPr/>
        </p:nvSpPr>
        <p:spPr>
          <a:xfrm>
            <a:off x="3152775" y="1743075"/>
            <a:ext cx="495300" cy="4953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6510">
            <a:solidFill>
              <a:srgbClr val="28463A"/>
            </a:solidFill>
            <a:prstDash val="solid"/>
          </a:ln>
        </p:spPr>
      </p:sp>
      <p:sp>
        <p:nvSpPr>
          <p:cNvPr id="27" name="vector-166">
            <a:extLst>
              <a:ext uri="{FF2B5EF4-FFF2-40B4-BE49-F238E27FC236}">
                <ns2:creationId id="{E9E55323-5EF5-4A50-8765-E2263B83EA3B}"/>
              </a:ext>
            </a:extLst>
          </p:cNvPr>
          <p:cNvSpPr>
            <a:spLocks noGrp="1"/>
          </p:cNvSpPr>
          <p:nvPr/>
        </p:nvSpPr>
        <p:spPr>
          <a:xfrm>
            <a:off x="3152775" y="1743075"/>
            <a:ext cx="495300" cy="4953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6510">
            <a:solidFill>
              <a:srgbClr val="28463A"/>
            </a:solidFill>
            <a:prstDash val="solid"/>
          </a:ln>
        </p:spPr>
      </p:sp>
      <p:sp>
        <p:nvSpPr>
          <p:cNvPr id="28" name="icon-map-167">
            <a:extLst>
              <a:ext uri="{FF2B5EF4-FFF2-40B4-BE49-F238E27FC236}">
                <ns2:creationId id="{A9C098B8-581C-405D-A6DA-A018E81177A4}"/>
              </a:ext>
            </a:extLst>
          </p:cNvPr>
          <p:cNvSpPr>
            <a:spLocks noGrp="1"/>
          </p:cNvSpPr>
          <p:nvPr/>
        </p:nvSpPr>
        <p:spPr>
          <a:xfrm>
            <a:off x="3350895" y="1861947"/>
            <a:ext cx="108966" cy="108966"/>
          </a:xfrm>
          <a:prstGeom prst="ellipse">
            <a:avLst/>
          </a:prstGeom>
          <a:solidFill>
            <a:srgbClr val="28463A"/>
          </a:solidFill>
          <a:ln w="15478">
            <a:solidFill>
              <a:srgbClr val="28463A"/>
            </a:solidFill>
            <a:prstDash val="solid"/>
          </a:ln>
        </p:spPr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05325" y="914400"/>
            <a:ext cx="3648075" cy="1428750"/>
          </a:xfrm>
          <a:prstGeom prst="roundRect">
            <a:avLst>
              <a:gd name="adj" fmla="val 5333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30" name="vector-169">
            <a:extLst>
              <a:ext uri="{FF2B5EF4-FFF2-40B4-BE49-F238E27FC236}">
                <ns2:creationId id="{BF54A6B5-DA57-4D13-8E26-AC224EB2D0FC}"/>
              </a:ext>
            </a:extLst>
          </p:cNvPr>
          <p:cNvSpPr>
            <a:spLocks noGrp="1"/>
          </p:cNvSpPr>
          <p:nvPr/>
        </p:nvSpPr>
        <p:spPr>
          <a:xfrm>
            <a:off x="4648200" y="1038225"/>
            <a:ext cx="466725" cy="4667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5558">
            <a:solidFill>
              <a:srgbClr val="28463A"/>
            </a:solidFill>
            <a:prstDash val="solid"/>
          </a:ln>
        </p:spPr>
      </p:sp>
      <p:sp>
        <p:nvSpPr>
          <p:cNvPr id="31" name="icon-tree-170">
            <a:extLst>
              <a:ext uri="{FF2B5EF4-FFF2-40B4-BE49-F238E27FC236}">
                <ns2:creationId id="{23B423B1-5440-4B5A-8842-A33092A4CF1B}"/>
              </a:ext>
            </a:extLst>
          </p:cNvPr>
          <p:cNvSpPr>
            <a:spLocks noGrp="1"/>
          </p:cNvSpPr>
          <p:nvPr/>
        </p:nvSpPr>
        <p:spPr>
          <a:xfrm>
            <a:off x="4722876" y="1061561"/>
            <a:ext cx="322040" cy="289370"/>
          </a:xfrm>
          <a:prstGeom prst="cloud">
            <a:avLst/>
          </a:prstGeom>
          <a:solidFill>
            <a:srgbClr val="748BA4"/>
          </a:solidFill>
          <a:ln w="14585">
            <a:solidFill>
              <a:srgbClr val="28463A"/>
            </a:solidFill>
            <a:prstDash val="solid"/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295900" y="1038225"/>
            <a:ext cx="2647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植被调查</a:t>
            </a:r>
            <a:endParaRPr/>
          </a:p>
        </p:txBody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5295900" y="1428750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高度 · 结构</a:t>
            </a:r>
            <a:endParaRPr/>
          </a:p>
        </p:txBody>
      </p:sp>
      <p:pic>
        <p:nvPicPr>
          <p:cNvPr id="34" name="">
            <a:extLst>
              <a:ext uri="{FF2B5EF4-FFF2-40B4-BE49-F238E27FC236}">
                <ns2:creationId id="{C7823C26-C23D-4A6B-B62F-7325F074EAEF}"/>
              </a:ext>
            </a:extLst>
          </p:cNvPr>
          <p:cNvPicPr>
            <a:picLocks noChangeAspect="1"/>
          </p:cNvPicPr>
          <p:nvPr/>
        </p:nvPicPr>
        <p:blipFill>
          <a:blip r:embed="R4b4819146d1b40d0">
            <a:duotone>
              <a:srgbClr val="28463A"/>
              <a:srgbClr val="FFFFFF"/>
            </a:duotone>
          </a:blip>
          <a:stretch/>
        </p:blipFill>
        <p:spPr>
          <a:xfrm>
            <a:off x="5741194" y="1657350"/>
            <a:ext cx="957263" cy="638175"/>
          </a:xfrm>
          <a:prstGeom prst="rect">
            <a:avLst/>
          </a:prstGeom>
        </p:spPr>
      </p:pic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86750" y="914400"/>
            <a:ext cx="3648075" cy="1428750"/>
          </a:xfrm>
          <a:prstGeom prst="roundRect">
            <a:avLst>
              <a:gd name="adj" fmla="val 5333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36" name="vector-174">
            <a:extLst>
              <a:ext uri="{FF2B5EF4-FFF2-40B4-BE49-F238E27FC236}">
                <ns2:creationId id="{A2A707A0-27BE-4311-80E5-E6ED447EC480}"/>
              </a:ext>
            </a:extLst>
          </p:cNvPr>
          <p:cNvSpPr>
            <a:spLocks noGrp="1"/>
          </p:cNvSpPr>
          <p:nvPr/>
        </p:nvSpPr>
        <p:spPr>
          <a:xfrm>
            <a:off x="8429625" y="1038225"/>
            <a:ext cx="466725" cy="4667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AF0E8"/>
          </a:solidFill>
          <a:ln w="19050">
            <a:solidFill>
              <a:srgbClr val="28463A"/>
            </a:solidFill>
            <a:prstDash val="solid"/>
          </a:ln>
        </p:spPr>
      </p:sp>
      <p:sp>
        <p:nvSpPr>
          <p:cNvPr id="37" name="vector-175">
            <a:extLst>
              <a:ext uri="{FF2B5EF4-FFF2-40B4-BE49-F238E27FC236}">
                <ns2:creationId id="{387DF0DF-1FC6-4E7C-B843-9E5B62494D0C}"/>
              </a:ext>
            </a:extLst>
          </p:cNvPr>
          <p:cNvSpPr>
            <a:spLocks noGrp="1"/>
          </p:cNvSpPr>
          <p:nvPr/>
        </p:nvSpPr>
        <p:spPr>
          <a:xfrm>
            <a:off x="8429625" y="1038225"/>
            <a:ext cx="466725" cy="4667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5558">
            <a:solidFill>
              <a:srgbClr val="28463A"/>
            </a:solidFill>
            <a:prstDash val="solid"/>
          </a:ln>
        </p:spPr>
      </p:sp>
      <p:sp>
        <p:nvSpPr>
          <p:cNvPr id="38" name="vector-176">
            <a:extLst>
              <a:ext uri="{FF2B5EF4-FFF2-40B4-BE49-F238E27FC236}">
                <ns2:creationId id="{609AB834-B4D9-4CF3-BA3D-1B8BF1AAB487}"/>
              </a:ext>
            </a:extLst>
          </p:cNvPr>
          <p:cNvSpPr>
            <a:spLocks noGrp="1"/>
          </p:cNvSpPr>
          <p:nvPr/>
        </p:nvSpPr>
        <p:spPr>
          <a:xfrm>
            <a:off x="8429625" y="1038225"/>
            <a:ext cx="466725" cy="4667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5558">
            <a:solidFill>
              <a:srgbClr val="28463A"/>
            </a:solidFill>
            <a:prstDash val="solid"/>
          </a:ln>
        </p:spPr>
      </p:sp>
      <p:sp>
        <p:nvSpPr>
          <p:cNvPr id="39" name="icon-map-177">
            <a:extLst>
              <a:ext uri="{FF2B5EF4-FFF2-40B4-BE49-F238E27FC236}">
                <ns2:creationId id="{0AFCB6CA-ABD4-42A8-9309-EA81C6697EA2}"/>
              </a:ext>
            </a:extLst>
          </p:cNvPr>
          <p:cNvSpPr>
            <a:spLocks noGrp="1"/>
          </p:cNvSpPr>
          <p:nvPr/>
        </p:nvSpPr>
        <p:spPr>
          <a:xfrm>
            <a:off x="8616315" y="1150239"/>
            <a:ext cx="102680" cy="102680"/>
          </a:xfrm>
          <a:prstGeom prst="ellipse">
            <a:avLst/>
          </a:prstGeom>
          <a:solidFill>
            <a:srgbClr val="28463A"/>
          </a:solidFill>
          <a:ln w="14585">
            <a:solidFill>
              <a:srgbClr val="28463A"/>
            </a:solidFill>
            <a:prstDash val="solid"/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9077325" y="1038225"/>
            <a:ext cx="2647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/>
          </a:p>
        </p:txBody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9077325" y="1428750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地形 · 道路 · 生境</a:t>
            </a:r>
            <a:endParaRPr/>
          </a:p>
        </p:txBody>
      </p:sp>
      <p:sp>
        <p:nvSpPr>
          <p:cNvPr id="42" name="vector-180">
            <a:extLst>
              <a:ext uri="{FF2B5EF4-FFF2-40B4-BE49-F238E27FC236}">
                <ns2:creationId id="{B2638E91-392D-4EDC-BBDD-59CDC9DA2E00}"/>
              </a:ext>
            </a:extLst>
          </p:cNvPr>
          <p:cNvSpPr>
            <a:spLocks noGrp="1"/>
          </p:cNvSpPr>
          <p:nvPr/>
        </p:nvSpPr>
        <p:spPr>
          <a:xfrm>
            <a:off x="9763125" y="1874901"/>
            <a:ext cx="657225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28463A"/>
            </a:solidFill>
            <a:prstDash val="solid"/>
          </a:ln>
        </p:spPr>
      </p:sp>
      <p:sp>
        <p:nvSpPr>
          <p:cNvPr id="43" name="vector-181">
            <a:extLst>
              <a:ext uri="{FF2B5EF4-FFF2-40B4-BE49-F238E27FC236}">
                <ns2:creationId id="{37A14CA7-9CF9-41EE-806A-3596C0D6D5B5}"/>
              </a:ext>
            </a:extLst>
          </p:cNvPr>
          <p:cNvSpPr>
            <a:spLocks noGrp="1"/>
          </p:cNvSpPr>
          <p:nvPr/>
        </p:nvSpPr>
        <p:spPr>
          <a:xfrm>
            <a:off x="9763125" y="1756600"/>
            <a:ext cx="657225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28463A"/>
            </a:solidFill>
            <a:prstDash val="solid"/>
          </a:ln>
        </p:spPr>
      </p:sp>
      <p:sp>
        <p:nvSpPr>
          <p:cNvPr id="44" name="vector-182">
            <a:extLst>
              <a:ext uri="{FF2B5EF4-FFF2-40B4-BE49-F238E27FC236}">
                <ns2:creationId id="{D1F0AA1B-B5B2-4847-9268-508C7D3FE3CA}"/>
              </a:ext>
            </a:extLst>
          </p:cNvPr>
          <p:cNvSpPr>
            <a:spLocks noGrp="1"/>
          </p:cNvSpPr>
          <p:nvPr/>
        </p:nvSpPr>
        <p:spPr>
          <a:xfrm>
            <a:off x="9763125" y="1638300"/>
            <a:ext cx="657225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28463A"/>
            </a:solidFill>
            <a:prstDash val="solid"/>
          </a:ln>
        </p:spPr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AF0E8"/>
          </a:solidFill>
          <a:ln w="9525">
            <a:solidFill>
              <a:srgbClr val="8A9B81"/>
            </a:solidFill>
            <a:prstDash val="solid"/>
          </a:ln>
        </p:spPr>
      </p:sp>
      <p:sp>
        <p:nvSpPr>
          <p:cNvPr id="46" name="icon-database-184">
            <a:extLst>
              <a:ext uri="{FF2B5EF4-FFF2-40B4-BE49-F238E27FC236}">
                <ns2:creationId id="{B3C5A90F-D102-4E36-A08B-745B9FE745B3}"/>
              </a:ext>
            </a:extLst>
          </p:cNvPr>
          <p:cNvSpPr>
            <a:spLocks noGrp="1"/>
          </p:cNvSpPr>
          <p:nvPr/>
        </p:nvSpPr>
        <p:spPr>
          <a:xfrm>
            <a:off x="925830" y="2843689"/>
            <a:ext cx="291465" cy="270034"/>
          </a:xfrm>
          <a:prstGeom prst="can">
            <a:avLst/>
          </a:prstGeom>
          <a:noFill/>
          <a:ln w="13395">
            <a:solidFill>
              <a:srgbClr val="28463A"/>
            </a:solidFill>
            <a:prstDash val="solid"/>
          </a:ln>
        </p:spPr>
      </p:sp>
      <p:sp>
        <p:nvSpPr>
          <p:cNvPr id="47" name="vector-185">
            <a:extLst>
              <a:ext uri="{FF2B5EF4-FFF2-40B4-BE49-F238E27FC236}">
                <ns2:creationId id="{28768779-0BDF-4FF1-B025-77E00D196D3E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428625" cy="428625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4288">
            <a:solidFill>
              <a:srgbClr val="28463A"/>
            </a:solidFill>
            <a:prstDash val="solid"/>
          </a:ln>
        </p:spPr>
      </p:sp>
      <p:sp>
        <p:nvSpPr>
          <p:cNvPr id="48" name="vector-186">
            <a:extLst>
              <a:ext uri="{FF2B5EF4-FFF2-40B4-BE49-F238E27FC236}">
                <ns2:creationId id="{C21713C9-F070-4E12-9DD2-513502169E58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428625" cy="428625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4288">
            <a:solidFill>
              <a:srgbClr val="28463A"/>
            </a:solidFill>
            <a:prstDash val="solid"/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3906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数据核对</a:t>
            </a:r>
            <a:endParaRPr/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623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AF0E8"/>
          </a:solidFill>
          <a:ln w="9525">
            <a:solidFill>
              <a:srgbClr val="8A9B81"/>
            </a:solidFill>
            <a:prstDash val="solid"/>
          </a:ln>
        </p:spPr>
      </p:sp>
      <p:sp>
        <p:nvSpPr>
          <p:cNvPr id="51" name="icon-calendar-189">
            <a:extLst>
              <a:ext uri="{FF2B5EF4-FFF2-40B4-BE49-F238E27FC236}">
                <ns2:creationId id="{79ED856C-8695-42B1-902F-0FA1D5652AB8}"/>
              </a:ext>
            </a:extLst>
          </p:cNvPr>
          <p:cNvSpPr>
            <a:spLocks noGrp="1"/>
          </p:cNvSpPr>
          <p:nvPr/>
        </p:nvSpPr>
        <p:spPr>
          <a:xfrm>
            <a:off x="3732371" y="2843689"/>
            <a:ext cx="317183" cy="300038"/>
          </a:xfrm>
          <a:prstGeom prst="roundRect">
            <a:avLst>
              <a:gd name="adj" fmla="val 25397"/>
            </a:avLst>
          </a:prstGeom>
          <a:noFill/>
          <a:ln w="13395">
            <a:solidFill>
              <a:srgbClr val="28463A"/>
            </a:solidFill>
            <a:prstDash val="solid"/>
          </a:ln>
        </p:spPr>
      </p:sp>
      <p:sp>
        <p:nvSpPr>
          <p:cNvPr id="52" name="vector-190">
            <a:extLst>
              <a:ext uri="{FF2B5EF4-FFF2-40B4-BE49-F238E27FC236}">
                <ns2:creationId id="{D4FA6CBC-79CA-4992-9536-CD64CC4F5467}"/>
              </a:ext>
            </a:extLst>
          </p:cNvPr>
          <p:cNvSpPr>
            <a:spLocks noGrp="1"/>
          </p:cNvSpPr>
          <p:nvPr/>
        </p:nvSpPr>
        <p:spPr>
          <a:xfrm>
            <a:off x="3676650" y="2762250"/>
            <a:ext cx="428625" cy="42862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14288">
            <a:solidFill>
              <a:srgbClr val="28463A"/>
            </a:solidFill>
            <a:prstDash val="solid"/>
          </a:ln>
        </p:spPr>
      </p:sp>
      <p:sp>
        <p:nvSpPr>
          <p:cNvPr id="53" name="vector-191">
            <a:extLst>
              <a:ext uri="{FF2B5EF4-FFF2-40B4-BE49-F238E27FC236}">
                <ns2:creationId id="{B19E6ADE-9747-44D9-9650-E62B3960737E}"/>
              </a:ext>
            </a:extLst>
          </p:cNvPr>
          <p:cNvSpPr>
            <a:spLocks noGrp="1"/>
          </p:cNvSpPr>
          <p:nvPr/>
        </p:nvSpPr>
        <p:spPr>
          <a:xfrm>
            <a:off x="3676650" y="2762250"/>
            <a:ext cx="428625" cy="42862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14288">
            <a:solidFill>
              <a:srgbClr val="28463A"/>
            </a:solidFill>
            <a:prstDash val="solid"/>
          </a:ln>
        </p:spPr>
      </p:sp>
      <p:sp>
        <p:nvSpPr>
          <p:cNvPr id="54" name="vector-192">
            <a:extLst>
              <a:ext uri="{FF2B5EF4-FFF2-40B4-BE49-F238E27FC236}">
                <ns2:creationId id="{0CD031E4-E3CB-460E-A526-8D482673B4B5}"/>
              </a:ext>
            </a:extLst>
          </p:cNvPr>
          <p:cNvSpPr>
            <a:spLocks noGrp="1"/>
          </p:cNvSpPr>
          <p:nvPr/>
        </p:nvSpPr>
        <p:spPr>
          <a:xfrm>
            <a:off x="3676650" y="2762250"/>
            <a:ext cx="428625" cy="42862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14288">
            <a:solidFill>
              <a:srgbClr val="28463A"/>
            </a:solidFill>
            <a:prstDash val="solid"/>
          </a:ln>
        </p:spPr>
      </p:sp>
      <p:sp>
        <p:nvSpPr>
          <p:cNvPr id="55" name="icon-calendar-193">
            <a:extLst>
              <a:ext uri="{FF2B5EF4-FFF2-40B4-BE49-F238E27FC236}">
                <ns2:creationId id="{97377C2D-8D3E-42D4-A08E-76ACF9E2576E}"/>
              </a:ext>
            </a:extLst>
          </p:cNvPr>
          <p:cNvSpPr>
            <a:spLocks noGrp="1"/>
          </p:cNvSpPr>
          <p:nvPr/>
        </p:nvSpPr>
        <p:spPr>
          <a:xfrm>
            <a:off x="3783806" y="2972276"/>
            <a:ext cx="38576" cy="38576"/>
          </a:xfrm>
          <a:prstGeom prst="rect">
            <a:avLst/>
          </a:prstGeom>
          <a:solidFill>
            <a:srgbClr val="28463A"/>
          </a:solidFill>
          <a:ln w="13395">
            <a:solidFill>
              <a:srgbClr val="28463A"/>
            </a:solidFill>
            <a:prstDash val="solid"/>
          </a:ln>
        </p:spPr>
      </p:sp>
      <p:sp>
        <p:nvSpPr>
          <p:cNvPr id="56" name="icon-calendar-194">
            <a:extLst>
              <a:ext uri="{FF2B5EF4-FFF2-40B4-BE49-F238E27FC236}">
                <ns2:creationId id="{CE36A950-2254-4411-8AB1-87F80540B08E}"/>
              </a:ext>
            </a:extLst>
          </p:cNvPr>
          <p:cNvSpPr>
            <a:spLocks noGrp="1"/>
          </p:cNvSpPr>
          <p:nvPr/>
        </p:nvSpPr>
        <p:spPr>
          <a:xfrm>
            <a:off x="3783806" y="3062288"/>
            <a:ext cx="38576" cy="38576"/>
          </a:xfrm>
          <a:prstGeom prst="rect">
            <a:avLst/>
          </a:prstGeom>
          <a:solidFill>
            <a:srgbClr val="28463A"/>
          </a:solidFill>
          <a:ln w="13395">
            <a:solidFill>
              <a:srgbClr val="28463A"/>
            </a:solidFill>
            <a:prstDash val="solid"/>
          </a:ln>
        </p:spPr>
      </p:sp>
      <p:sp>
        <p:nvSpPr>
          <p:cNvPr id="57" name="icon-calendar-195">
            <a:extLst>
              <a:ext uri="{FF2B5EF4-FFF2-40B4-BE49-F238E27FC236}">
                <ns2:creationId id="{61C5090B-3FA6-4ADD-91C6-6A850768ED05}"/>
              </a:ext>
            </a:extLst>
          </p:cNvPr>
          <p:cNvSpPr>
            <a:spLocks noGrp="1"/>
          </p:cNvSpPr>
          <p:nvPr/>
        </p:nvSpPr>
        <p:spPr>
          <a:xfrm>
            <a:off x="3873818" y="2972276"/>
            <a:ext cx="38576" cy="38576"/>
          </a:xfrm>
          <a:prstGeom prst="rect">
            <a:avLst/>
          </a:prstGeom>
          <a:solidFill>
            <a:srgbClr val="28463A"/>
          </a:solidFill>
          <a:ln w="13395">
            <a:solidFill>
              <a:srgbClr val="28463A"/>
            </a:solidFill>
            <a:prstDash val="solid"/>
          </a:ln>
        </p:spPr>
      </p:sp>
      <p:sp>
        <p:nvSpPr>
          <p:cNvPr id="58" name="icon-calendar-196">
            <a:extLst>
              <a:ext uri="{FF2B5EF4-FFF2-40B4-BE49-F238E27FC236}">
                <ns2:creationId id="{66C23FCB-84E4-4E15-8AFB-33983645D286}"/>
              </a:ext>
            </a:extLst>
          </p:cNvPr>
          <p:cNvSpPr>
            <a:spLocks noGrp="1"/>
          </p:cNvSpPr>
          <p:nvPr/>
        </p:nvSpPr>
        <p:spPr>
          <a:xfrm>
            <a:off x="3873818" y="3062288"/>
            <a:ext cx="38576" cy="38576"/>
          </a:xfrm>
          <a:prstGeom prst="rect">
            <a:avLst/>
          </a:prstGeom>
          <a:solidFill>
            <a:srgbClr val="28463A"/>
          </a:solidFill>
          <a:ln w="13395">
            <a:solidFill>
              <a:srgbClr val="28463A"/>
            </a:solidFill>
            <a:prstDash val="solid"/>
          </a:ln>
        </p:spPr>
      </p:sp>
      <p:sp>
        <p:nvSpPr>
          <p:cNvPr id="59" name="icon-calendar-197">
            <a:extLst>
              <a:ext uri="{FF2B5EF4-FFF2-40B4-BE49-F238E27FC236}">
                <ns2:creationId id="{B1A7F0DD-9FD8-4DDB-92BA-97E189D4171B}"/>
              </a:ext>
            </a:extLst>
          </p:cNvPr>
          <p:cNvSpPr>
            <a:spLocks noGrp="1"/>
          </p:cNvSpPr>
          <p:nvPr/>
        </p:nvSpPr>
        <p:spPr>
          <a:xfrm>
            <a:off x="3963829" y="2972276"/>
            <a:ext cx="38576" cy="38576"/>
          </a:xfrm>
          <a:prstGeom prst="rect">
            <a:avLst/>
          </a:prstGeom>
          <a:solidFill>
            <a:srgbClr val="28463A"/>
          </a:solidFill>
          <a:ln w="13395">
            <a:solidFill>
              <a:srgbClr val="28463A"/>
            </a:solidFill>
            <a:prstDash val="solid"/>
          </a:ln>
        </p:spPr>
      </p:sp>
      <p:sp>
        <p:nvSpPr>
          <p:cNvPr id="60" name="icon-calendar-198">
            <a:extLst>
              <a:ext uri="{FF2B5EF4-FFF2-40B4-BE49-F238E27FC236}">
                <ns2:creationId id="{32AD25F0-1E0F-4C2F-86E0-C8BB4A7C015B}"/>
              </a:ext>
            </a:extLst>
          </p:cNvPr>
          <p:cNvSpPr>
            <a:spLocks noGrp="1"/>
          </p:cNvSpPr>
          <p:nvPr/>
        </p:nvSpPr>
        <p:spPr>
          <a:xfrm>
            <a:off x="3963829" y="3062288"/>
            <a:ext cx="38576" cy="38576"/>
          </a:xfrm>
          <a:prstGeom prst="rect">
            <a:avLst/>
          </a:prstGeom>
          <a:solidFill>
            <a:srgbClr val="28463A"/>
          </a:solidFill>
          <a:ln w="13395">
            <a:solidFill>
              <a:srgbClr val="28463A"/>
            </a:solidFill>
            <a:prstDash val="solid"/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100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统一时间窗</a:t>
            </a:r>
            <a:endParaRPr/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817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AF0E8"/>
          </a:solidFill>
          <a:ln w="9525">
            <a:solidFill>
              <a:srgbClr val="8A9B81"/>
            </a:solidFill>
            <a:prstDash val="solid"/>
          </a:ln>
        </p:spPr>
      </p:sp>
      <p:sp>
        <p:nvSpPr>
          <p:cNvPr id="63" name="vector-201">
            <a:extLst>
              <a:ext uri="{FF2B5EF4-FFF2-40B4-BE49-F238E27FC236}">
                <ns2:creationId id="{1086275B-A5A3-4DD2-9B65-5E3CE612859D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4288">
            <a:solidFill>
              <a:srgbClr val="28463A"/>
            </a:solidFill>
            <a:prstDash val="solid"/>
          </a:ln>
        </p:spPr>
      </p:sp>
      <p:sp>
        <p:nvSpPr>
          <p:cNvPr id="64" name="vector-202">
            <a:extLst>
              <a:ext uri="{FF2B5EF4-FFF2-40B4-BE49-F238E27FC236}">
                <ns2:creationId id="{6CAFA5A1-C0CF-47D0-A1DB-C23A9FEAB7C0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4288">
            <a:solidFill>
              <a:srgbClr val="28463A"/>
            </a:solidFill>
            <a:prstDash val="solid"/>
          </a:ln>
        </p:spPr>
      </p:sp>
      <p:sp>
        <p:nvSpPr>
          <p:cNvPr id="65" name="vector-203">
            <a:extLst>
              <a:ext uri="{FF2B5EF4-FFF2-40B4-BE49-F238E27FC236}">
                <ns2:creationId id="{6026837B-BF7B-4E8E-A185-E8A97D55F451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28463A"/>
            </a:solidFill>
            <a:prstDash val="solid"/>
          </a:ln>
        </p:spPr>
      </p:sp>
      <p:sp>
        <p:nvSpPr>
          <p:cNvPr id="66" name="vector-204">
            <a:extLst>
              <a:ext uri="{FF2B5EF4-FFF2-40B4-BE49-F238E27FC236}">
                <ns2:creationId id="{E5D7AC89-205F-45A1-A669-0CE98D8DE746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4288">
            <a:solidFill>
              <a:srgbClr val="28463A"/>
            </a:solidFill>
            <a:prstDash val="solid"/>
          </a:ln>
        </p:spPr>
      </p:sp>
      <p:sp>
        <p:nvSpPr>
          <p:cNvPr id="67" name="vector-205">
            <a:extLst>
              <a:ext uri="{FF2B5EF4-FFF2-40B4-BE49-F238E27FC236}">
                <ns2:creationId id="{E2BA1BE9-5F93-4B98-95A9-CF7475EECE27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4288">
            <a:solidFill>
              <a:srgbClr val="28463A"/>
            </a:solidFill>
            <a:prstDash val="solid"/>
          </a:ln>
        </p:spPr>
      </p:sp>
      <p:sp>
        <p:nvSpPr>
          <p:cNvPr id="68" name="vector-206">
            <a:extLst>
              <a:ext uri="{FF2B5EF4-FFF2-40B4-BE49-F238E27FC236}">
                <ns2:creationId id="{92203271-BE32-4543-B339-A8B209B8118B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28463A"/>
            </a:solidFill>
            <a:prstDash val="solid"/>
          </a:ln>
        </p:spPr>
      </p:sp>
      <p:sp>
        <p:nvSpPr>
          <p:cNvPr id="69" name="vector-207">
            <a:extLst>
              <a:ext uri="{FF2B5EF4-FFF2-40B4-BE49-F238E27FC236}">
                <ns2:creationId id="{0EBFD68F-507A-4FE7-B952-A9FEC727D95F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28463A"/>
            </a:solidFill>
            <a:prstDash val="solid"/>
          </a:ln>
        </p:spPr>
      </p:sp>
      <p:sp>
        <p:nvSpPr>
          <p:cNvPr id="70" name="icon-network-208">
            <a:extLst>
              <a:ext uri="{FF2B5EF4-FFF2-40B4-BE49-F238E27FC236}">
                <ns2:creationId id="{2E0E7E98-426C-4E61-A75C-D0EC2B4FE9B1}"/>
              </a:ext>
            </a:extLst>
          </p:cNvPr>
          <p:cNvSpPr>
            <a:spLocks noGrp="1"/>
          </p:cNvSpPr>
          <p:nvPr/>
        </p:nvSpPr>
        <p:spPr>
          <a:xfrm>
            <a:off x="6521768" y="2890838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28463A"/>
            </a:solidFill>
            <a:prstDash val="solid"/>
          </a:ln>
        </p:spPr>
      </p:sp>
      <p:sp>
        <p:nvSpPr>
          <p:cNvPr id="71" name="icon-network-209">
            <a:extLst>
              <a:ext uri="{FF2B5EF4-FFF2-40B4-BE49-F238E27FC236}">
                <ns2:creationId id="{9F6593BE-B5F3-4EA3-A72D-6855F43F64DF}"/>
              </a:ext>
            </a:extLst>
          </p:cNvPr>
          <p:cNvSpPr>
            <a:spLocks noGrp="1"/>
          </p:cNvSpPr>
          <p:nvPr/>
        </p:nvSpPr>
        <p:spPr>
          <a:xfrm>
            <a:off x="6658928" y="2783681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28463A"/>
            </a:solidFill>
            <a:prstDash val="solid"/>
          </a:ln>
        </p:spPr>
      </p:sp>
      <p:sp>
        <p:nvSpPr>
          <p:cNvPr id="72" name="icon-network-210">
            <a:extLst>
              <a:ext uri="{FF2B5EF4-FFF2-40B4-BE49-F238E27FC236}">
                <ns2:creationId id="{CCAACBE8-2513-4619-91AF-A6283758E21F}"/>
              </a:ext>
            </a:extLst>
          </p:cNvPr>
          <p:cNvSpPr>
            <a:spLocks noGrp="1"/>
          </p:cNvSpPr>
          <p:nvPr/>
        </p:nvSpPr>
        <p:spPr>
          <a:xfrm>
            <a:off x="6826091" y="2860834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28463A"/>
            </a:solidFill>
            <a:prstDash val="solid"/>
          </a:ln>
        </p:spPr>
      </p:sp>
      <p:sp>
        <p:nvSpPr>
          <p:cNvPr id="73" name="icon-network-211">
            <a:extLst>
              <a:ext uri="{FF2B5EF4-FFF2-40B4-BE49-F238E27FC236}">
                <ns2:creationId id="{127B162F-E53F-4E06-8648-4F628FAE6E52}"/>
              </a:ext>
            </a:extLst>
          </p:cNvPr>
          <p:cNvSpPr>
            <a:spLocks noGrp="1"/>
          </p:cNvSpPr>
          <p:nvPr/>
        </p:nvSpPr>
        <p:spPr>
          <a:xfrm>
            <a:off x="6761798" y="3088005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28463A"/>
            </a:solidFill>
            <a:prstDash val="solid"/>
          </a:ln>
        </p:spPr>
      </p:sp>
      <p:sp>
        <p:nvSpPr>
          <p:cNvPr id="74" name="icon-network-212">
            <a:extLst>
              <a:ext uri="{FF2B5EF4-FFF2-40B4-BE49-F238E27FC236}">
                <ns2:creationId id="{5FD47032-5DDC-4BD9-B239-06AEBFA7270C}"/>
              </a:ext>
            </a:extLst>
          </p:cNvPr>
          <p:cNvSpPr>
            <a:spLocks noGrp="1"/>
          </p:cNvSpPr>
          <p:nvPr/>
        </p:nvSpPr>
        <p:spPr>
          <a:xfrm>
            <a:off x="6568916" y="3083719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28463A"/>
            </a:solidFill>
            <a:prstDash val="solid"/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294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候选模型</a:t>
            </a:r>
            <a:endParaRPr/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2011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AF0E8"/>
          </a:solidFill>
          <a:ln w="9525">
            <a:solidFill>
              <a:srgbClr val="8A9B81"/>
            </a:solidFill>
            <a:prstDash val="solid"/>
          </a:ln>
        </p:spPr>
      </p:sp>
      <p:sp>
        <p:nvSpPr>
          <p:cNvPr id="77" name="icon-check-215">
            <a:extLst>
              <a:ext uri="{FF2B5EF4-FFF2-40B4-BE49-F238E27FC236}">
                <ns2:creationId id="{A9C806C0-D3C4-4370-BE0C-039F362C2C4C}"/>
              </a:ext>
            </a:extLst>
          </p:cNvPr>
          <p:cNvSpPr>
            <a:spLocks noGrp="1"/>
          </p:cNvSpPr>
          <p:nvPr/>
        </p:nvSpPr>
        <p:spPr>
          <a:xfrm>
            <a:off x="9358313" y="2805113"/>
            <a:ext cx="342900" cy="342900"/>
          </a:xfrm>
          <a:prstGeom prst="ellipse">
            <a:avLst/>
          </a:prstGeom>
          <a:noFill/>
          <a:ln w="13395">
            <a:solidFill>
              <a:srgbClr val="28463A"/>
            </a:solidFill>
            <a:prstDash val="solid"/>
          </a:ln>
        </p:spPr>
      </p:sp>
      <p:sp>
        <p:nvSpPr>
          <p:cNvPr id="78" name="vector-216">
            <a:extLst>
              <a:ext uri="{FF2B5EF4-FFF2-40B4-BE49-F238E27FC236}">
                <ns2:creationId id="{23A688B3-03CE-4BE3-AB77-D2C0854E22D2}"/>
              </a:ext>
            </a:extLst>
          </p:cNvPr>
          <p:cNvSpPr>
            <a:spLocks noGrp="1"/>
          </p:cNvSpPr>
          <p:nvPr/>
        </p:nvSpPr>
        <p:spPr>
          <a:xfrm>
            <a:off x="9315450" y="2762250"/>
            <a:ext cx="428625" cy="4286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4288">
            <a:solidFill>
              <a:srgbClr val="28463A"/>
            </a:solidFill>
            <a:prstDash val="solid"/>
          </a:ln>
        </p:spPr>
      </p:sp>
      <p:sp>
        <p:nvSpPr>
          <p:cNvPr id="79" name="vector-217">
            <a:extLst>
              <a:ext uri="{FF2B5EF4-FFF2-40B4-BE49-F238E27FC236}">
                <ns2:creationId id="{2B5C3C5B-6B0C-4592-AD92-A4413671789A}"/>
              </a:ext>
            </a:extLst>
          </p:cNvPr>
          <p:cNvSpPr>
            <a:spLocks noGrp="1"/>
          </p:cNvSpPr>
          <p:nvPr/>
        </p:nvSpPr>
        <p:spPr>
          <a:xfrm>
            <a:off x="9315450" y="2762250"/>
            <a:ext cx="428625" cy="4286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4288">
            <a:solidFill>
              <a:srgbClr val="28463A"/>
            </a:solidFill>
            <a:prstDash val="solid"/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488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诊断与验证</a:t>
            </a:r>
            <a:endParaRPr/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14700" y="2981325"/>
            <a:ext cx="247650" cy="0"/>
          </a:xfrm>
          <a:prstGeom prst="straightConnector1">
            <a:avLst/>
          </a:prstGeom>
          <a:ln w="19050">
            <a:solidFill>
              <a:srgbClr val="28463A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4100" y="2981325"/>
            <a:ext cx="247650" cy="0"/>
          </a:xfrm>
          <a:prstGeom prst="straightConnector1">
            <a:avLst/>
          </a:prstGeom>
          <a:ln w="19050">
            <a:solidFill>
              <a:srgbClr val="28463A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53500" y="2981325"/>
            <a:ext cx="247650" cy="0"/>
          </a:xfrm>
          <a:prstGeom prst="straightConnector1">
            <a:avLst/>
          </a:prstGeom>
          <a:ln w="19050">
            <a:solidFill>
              <a:srgbClr val="28463A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29000" y="3457575"/>
            <a:ext cx="600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rPr>
              <a:t>异常回查：回到</a:t>
            </a:r>
            <a:r>
              <a:rPr sz="1650" b="1">
                <a:latin typeface="Noto Sans CJK SC"/>
                <a:ea typeface="Noto Sans CJK SC"/>
                <a:cs typeface="Noto Sans CJK SC"/>
                <a:solidFill>
                  <a:srgbClr val="A8562F"/>
                </a:solidFill>
              </a:rPr>
              <a:t>原始记录</a:t>
            </a:r>
            <a:r>
              <a:rPr sz="1650" b="1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rPr>
              <a:t>与采样过程</a:t>
            </a:r>
            <a:endParaRPr/>
          </a:p>
        </p:txBody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观测记录的季节变化</a:t>
            </a:r>
            <a:endParaRPr/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742950" y="4324350"/>
          <a:ext cx="5467350" cy="1781175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67300" y="4524375"/>
            <a:ext cx="209550" cy="95"/>
          </a:xfrm>
          <a:prstGeom prst="line">
            <a:avLst/>
          </a:prstGeom>
          <a:noFill/>
          <a:ln w="19050">
            <a:solidFill>
              <a:srgbClr val="28463A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43525" y="443865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物种甲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67300" y="4752975"/>
            <a:ext cx="209550" cy="95"/>
          </a:xfrm>
          <a:prstGeom prst="line">
            <a:avLst/>
          </a:prstGeom>
          <a:noFill/>
          <a:ln w="19050">
            <a:solidFill>
              <a:srgbClr val="A8562F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43525" y="466725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rPr>
              <a:t>物种乙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492502" y="5915025"/>
            <a:ext cx="2733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419850" y="39624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/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9850" y="4324350"/>
          <a:ext cx="5467350" cy="1781175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8169402" y="5915025"/>
            <a:ext cx="2733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分析原则：保留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8562F"/>
                </a:solidFill>
              </a:rPr>
              <a:t>原始记录</a:t>
            </a:r>
            <a:r>
              <a: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，区分观测差异与模型解释</a:t>
            </a:r>
            <a:endParaRPr/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</p:spTree>
    <p:extLst>
      <p:ext uri="{BB962C8B-B14F-4D97-AF65-F5344CB8AC3E}">
        <ns5:creationId val="942761393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3" name="text-312">
            <a:extLst>
              <a:ext uri="{FF2B5EF4-FFF2-40B4-BE49-F238E27FC236}">
                <ns2:creationId id="{DB74890F-FA42-414A-897E-CCB303FA2F13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实验进展｜复测完成情况与问题追踪</a:t>
            </a:r>
            <a:endParaRPr/>
          </a:p>
        </p:txBody>
      </p:sp>
      <p:sp>
        <p:nvSpPr>
          <p:cNvPr id="2" name="line-313">
            <a:extLst>
              <a:ext uri="{FF2B5EF4-FFF2-40B4-BE49-F238E27FC236}">
                <ns2:creationId id="{AFAB16AE-3C42-42C8-91A9-84D743EA424C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28463A"/>
            </a:solidFill>
            <a:prstDash val="solid"/>
          </a:ln>
        </p:spPr>
      </p:sp>
      <p:sp>
        <p:nvSpPr>
          <p:cNvPr id="3" name="vector-314">
            <a:extLst>
              <a:ext uri="{FF2B5EF4-FFF2-40B4-BE49-F238E27FC236}">
                <ns2:creationId id="{FC205774-5933-4288-A78A-0752A8B13887}"/>
              </a:ext>
            </a:extLst>
          </p:cNvPr>
          <p:cNvSpPr>
            <a:spLocks noGrp="1"/>
          </p:cNvSpPr>
          <p:nvPr/>
        </p:nvSpPr>
        <p:spPr>
          <a:xfrm>
            <a:off x="457200" y="1076325"/>
            <a:ext cx="466725" cy="4667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AF0E8"/>
          </a:solidFill>
          <a:ln w="19050">
            <a:solidFill>
              <a:srgbClr val="28463A"/>
            </a:solidFill>
            <a:prstDash val="solid"/>
          </a:ln>
        </p:spPr>
      </p:sp>
      <p:sp>
        <p:nvSpPr>
          <p:cNvPr id="4" name="vector-315">
            <a:extLst>
              <a:ext uri="{FF2B5EF4-FFF2-40B4-BE49-F238E27FC236}">
                <ns2:creationId id="{F1CD73A7-35C2-46F4-B8DE-4AE1C58873B6}"/>
              </a:ext>
            </a:extLst>
          </p:cNvPr>
          <p:cNvSpPr>
            <a:spLocks noGrp="1"/>
          </p:cNvSpPr>
          <p:nvPr/>
        </p:nvSpPr>
        <p:spPr>
          <a:xfrm>
            <a:off x="457200" y="1076325"/>
            <a:ext cx="466725" cy="4667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5558">
            <a:solidFill>
              <a:srgbClr val="28463A"/>
            </a:solidFill>
            <a:prstDash val="solid"/>
          </a:ln>
        </p:spPr>
      </p:sp>
      <p:sp>
        <p:nvSpPr>
          <p:cNvPr id="5" name="vector-316">
            <a:extLst>
              <a:ext uri="{FF2B5EF4-FFF2-40B4-BE49-F238E27FC236}">
                <ns2:creationId id="{3BD1FE6B-D696-4B82-B5A8-827A4427A116}"/>
              </a:ext>
            </a:extLst>
          </p:cNvPr>
          <p:cNvSpPr>
            <a:spLocks noGrp="1"/>
          </p:cNvSpPr>
          <p:nvPr/>
        </p:nvSpPr>
        <p:spPr>
          <a:xfrm>
            <a:off x="457200" y="1076325"/>
            <a:ext cx="466725" cy="4667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5558">
            <a:solidFill>
              <a:srgbClr val="28463A"/>
            </a:solidFill>
            <a:prstDash val="solid"/>
          </a:ln>
        </p:spPr>
      </p:sp>
      <p:sp>
        <p:nvSpPr>
          <p:cNvPr id="6" name="icon-map-317">
            <a:extLst>
              <a:ext uri="{FF2B5EF4-FFF2-40B4-BE49-F238E27FC236}">
                <ns2:creationId id="{2F89FBC3-CAEF-48A9-8532-D9487FA6FA9C}"/>
              </a:ext>
            </a:extLst>
          </p:cNvPr>
          <p:cNvSpPr>
            <a:spLocks noGrp="1"/>
          </p:cNvSpPr>
          <p:nvPr/>
        </p:nvSpPr>
        <p:spPr>
          <a:xfrm>
            <a:off x="643890" y="1188339"/>
            <a:ext cx="102680" cy="102680"/>
          </a:xfrm>
          <a:prstGeom prst="ellipse">
            <a:avLst/>
          </a:prstGeom>
          <a:solidFill>
            <a:srgbClr val="28463A"/>
          </a:solidFill>
          <a:ln w="14585">
            <a:solidFill>
              <a:srgbClr val="28463A"/>
            </a:solidFill>
            <a:prstDash val="solid"/>
          </a:ln>
        </p:spPr>
      </p:sp>
      <p:sp>
        <p:nvSpPr>
          <p:cNvPr id="7" name="text-318">
            <a:extLst>
              <a:ext uri="{FF2B5EF4-FFF2-40B4-BE49-F238E27FC236}">
                <ns2:creationId id="{E8E5C932-982B-49A4-A5FA-BE990A1777E5}"/>
              </a:ext>
            </a:extLst>
          </p:cNvPr>
          <p:cNvSpPr>
            <a:spLocks noGrp="1"/>
          </p:cNvSpPr>
          <p:nvPr/>
        </p:nvSpPr>
        <p:spPr>
          <a:xfrm>
            <a:off x="1085850" y="10572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样地建档</a:t>
            </a:r>
            <a:endParaRPr/>
          </a:p>
        </p:txBody>
      </p:sp>
      <p:sp>
        <p:nvSpPr>
          <p:cNvPr id="8" name="text-319">
            <a:extLst>
              <a:ext uri="{FF2B5EF4-FFF2-40B4-BE49-F238E27FC236}">
                <ns2:creationId id="{4D118A3A-C8BF-41B1-96CE-C05AF2730C3E}"/>
              </a:ext>
            </a:extLst>
          </p:cNvPr>
          <p:cNvSpPr>
            <a:spLocks noGrp="1"/>
          </p:cNvSpPr>
          <p:nvPr/>
        </p:nvSpPr>
        <p:spPr>
          <a:xfrm>
            <a:off x="1085850" y="14287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编号与位置</a:t>
            </a:r>
            <a:endParaRPr/>
          </a:p>
        </p:txBody>
      </p:sp>
      <p:sp>
        <p:nvSpPr>
          <p:cNvPr id="9" name="arrow-320">
            <a:extLst>
              <a:ext uri="{FF2B5EF4-FFF2-40B4-BE49-F238E27FC236}">
                <ns2:creationId id="{D46EBAAB-3E7B-43F4-839F-CD502FD1AA2E}"/>
              </a:ext>
            </a:extLst>
          </p:cNvPr>
          <p:cNvSpPr>
            <a:spLocks noGrp="1"/>
          </p:cNvSpPr>
          <p:nvPr/>
        </p:nvSpPr>
        <p:spPr>
          <a:xfrm>
            <a:off x="1447800" y="1828800"/>
            <a:ext cx="2886075" cy="95250"/>
          </a:xfrm>
          <a:prstGeom prst="rightArrow">
            <a:avLst/>
          </a:prstGeom>
          <a:solidFill>
            <a:srgbClr val="8A9B81"/>
          </a:solidFill>
          <a:ln w="0">
            <a:noFill/>
            <a:prstDash val="solid"/>
          </a:ln>
        </p:spPr>
      </p:sp>
      <p:sp>
        <p:nvSpPr>
          <p:cNvPr id="10" name="icon-camera-321">
            <a:extLst>
              <a:ext uri="{FF2B5EF4-FFF2-40B4-BE49-F238E27FC236}">
                <ns2:creationId id="{264481AE-6F86-4DF0-A928-E9076FE082BE}"/>
              </a:ext>
            </a:extLst>
          </p:cNvPr>
          <p:cNvSpPr>
            <a:spLocks noGrp="1"/>
          </p:cNvSpPr>
          <p:nvPr/>
        </p:nvSpPr>
        <p:spPr>
          <a:xfrm>
            <a:off x="4395121" y="1183672"/>
            <a:ext cx="401384" cy="284702"/>
          </a:xfrm>
          <a:prstGeom prst="roundRect">
            <a:avLst>
              <a:gd name="adj" fmla="val 26765"/>
            </a:avLst>
          </a:prstGeom>
          <a:noFill/>
          <a:ln w="14585">
            <a:solidFill>
              <a:srgbClr val="28463A"/>
            </a:solidFill>
            <a:prstDash val="solid"/>
          </a:ln>
        </p:spPr>
      </p:sp>
      <p:sp>
        <p:nvSpPr>
          <p:cNvPr id="11" name="icon-camera-322">
            <a:extLst>
              <a:ext uri="{FF2B5EF4-FFF2-40B4-BE49-F238E27FC236}">
                <ns2:creationId id="{540F2A6B-52C2-43F5-908A-AB0F133809AD}"/>
              </a:ext>
            </a:extLst>
          </p:cNvPr>
          <p:cNvSpPr>
            <a:spLocks noGrp="1"/>
          </p:cNvSpPr>
          <p:nvPr/>
        </p:nvSpPr>
        <p:spPr>
          <a:xfrm>
            <a:off x="4516469" y="1122998"/>
            <a:ext cx="154019" cy="79343"/>
          </a:xfrm>
          <a:prstGeom prst="roundRect">
            <a:avLst>
              <a:gd name="adj" fmla="val 50000"/>
            </a:avLst>
          </a:prstGeom>
          <a:noFill/>
          <a:ln w="14585">
            <a:solidFill>
              <a:srgbClr val="28463A"/>
            </a:solidFill>
            <a:prstDash val="solid"/>
          </a:ln>
        </p:spPr>
      </p:sp>
      <p:sp>
        <p:nvSpPr>
          <p:cNvPr id="12" name="icon-camera-323">
            <a:extLst>
              <a:ext uri="{FF2B5EF4-FFF2-40B4-BE49-F238E27FC236}">
                <ns2:creationId id="{977FA58C-644A-4688-83A8-31C85CF52E58}"/>
              </a:ext>
            </a:extLst>
          </p:cNvPr>
          <p:cNvSpPr>
            <a:spLocks noGrp="1"/>
          </p:cNvSpPr>
          <p:nvPr/>
        </p:nvSpPr>
        <p:spPr>
          <a:xfrm>
            <a:off x="4511802" y="1244346"/>
            <a:ext cx="168021" cy="168021"/>
          </a:xfrm>
          <a:prstGeom prst="ellipse">
            <a:avLst/>
          </a:prstGeom>
          <a:noFill/>
          <a:ln w="14585">
            <a:solidFill>
              <a:srgbClr val="28463A"/>
            </a:solidFill>
            <a:prstDash val="solid"/>
          </a:ln>
        </p:spPr>
      </p:sp>
      <p:sp>
        <p:nvSpPr>
          <p:cNvPr id="13" name="icon-camera-324">
            <a:extLst>
              <a:ext uri="{FF2B5EF4-FFF2-40B4-BE49-F238E27FC236}">
                <ns2:creationId id="{82924726-A298-451E-9A2D-34C4BF01FCF6}"/>
              </a:ext>
            </a:extLst>
          </p:cNvPr>
          <p:cNvSpPr>
            <a:spLocks noGrp="1"/>
          </p:cNvSpPr>
          <p:nvPr/>
        </p:nvSpPr>
        <p:spPr>
          <a:xfrm>
            <a:off x="4707827" y="1221010"/>
            <a:ext cx="37338" cy="37338"/>
          </a:xfrm>
          <a:prstGeom prst="ellipse">
            <a:avLst/>
          </a:prstGeom>
          <a:solidFill>
            <a:srgbClr val="28463A"/>
          </a:solidFill>
          <a:ln w="14585">
            <a:solidFill>
              <a:srgbClr val="28463A"/>
            </a:solidFill>
            <a:prstDash val="solid"/>
          </a:ln>
        </p:spPr>
      </p:sp>
      <p:sp>
        <p:nvSpPr>
          <p:cNvPr id="14" name="text-325">
            <a:extLst>
              <a:ext uri="{FF2B5EF4-FFF2-40B4-BE49-F238E27FC236}">
                <ns2:creationId id="{AD1BC031-20F8-4103-95C5-560AA605D2EA}"/>
              </a:ext>
            </a:extLst>
          </p:cNvPr>
          <p:cNvSpPr>
            <a:spLocks noGrp="1"/>
          </p:cNvSpPr>
          <p:nvPr/>
        </p:nvSpPr>
        <p:spPr>
          <a:xfrm>
            <a:off x="4991100" y="10572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三轮复测</a:t>
            </a:r>
            <a:endParaRPr/>
          </a:p>
        </p:txBody>
      </p:sp>
      <p:sp>
        <p:nvSpPr>
          <p:cNvPr id="15" name="text-326">
            <a:extLst>
              <a:ext uri="{FF2B5EF4-FFF2-40B4-BE49-F238E27FC236}">
                <ns2:creationId id="{FA30E6F8-E7FA-4FA8-8817-95DAA6DFE2D6}"/>
              </a:ext>
            </a:extLst>
          </p:cNvPr>
          <p:cNvSpPr>
            <a:spLocks noGrp="1"/>
          </p:cNvSpPr>
          <p:nvPr/>
        </p:nvSpPr>
        <p:spPr>
          <a:xfrm>
            <a:off x="4991100" y="14287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同步观测</a:t>
            </a:r>
            <a:endParaRPr/>
          </a:p>
        </p:txBody>
      </p:sp>
      <p:sp>
        <p:nvSpPr>
          <p:cNvPr id="16" name="arrow-327">
            <a:extLst>
              <a:ext uri="{FF2B5EF4-FFF2-40B4-BE49-F238E27FC236}">
                <ns2:creationId id="{BD23A9D3-97CD-49F3-B660-0BD76BAFC663}"/>
              </a:ext>
            </a:extLst>
          </p:cNvPr>
          <p:cNvSpPr>
            <a:spLocks noGrp="1"/>
          </p:cNvSpPr>
          <p:nvPr/>
        </p:nvSpPr>
        <p:spPr>
          <a:xfrm>
            <a:off x="5353050" y="1828800"/>
            <a:ext cx="2886075" cy="95250"/>
          </a:xfrm>
          <a:prstGeom prst="rightArrow">
            <a:avLst/>
          </a:prstGeom>
          <a:solidFill>
            <a:srgbClr val="8A9B81"/>
          </a:solidFill>
          <a:ln w="0">
            <a:noFill/>
            <a:prstDash val="solid"/>
          </a:ln>
        </p:spPr>
      </p:sp>
      <p:sp>
        <p:nvSpPr>
          <p:cNvPr id="17" name="icon-clipboard-328">
            <a:extLst>
              <a:ext uri="{FF2B5EF4-FFF2-40B4-BE49-F238E27FC236}">
                <ns2:creationId id="{FCCA30F3-B4E6-4458-970A-AD7C9A16E2F8}"/>
              </a:ext>
            </a:extLst>
          </p:cNvPr>
          <p:cNvSpPr>
            <a:spLocks noGrp="1"/>
          </p:cNvSpPr>
          <p:nvPr/>
        </p:nvSpPr>
        <p:spPr>
          <a:xfrm>
            <a:off x="8351711" y="1132332"/>
            <a:ext cx="303371" cy="364046"/>
          </a:xfrm>
          <a:prstGeom prst="roundRect">
            <a:avLst>
              <a:gd name="adj" fmla="val 25118"/>
            </a:avLst>
          </a:prstGeom>
          <a:noFill/>
          <a:ln w="14585">
            <a:solidFill>
              <a:srgbClr val="28463A"/>
            </a:solidFill>
            <a:prstDash val="solid"/>
          </a:ln>
        </p:spPr>
      </p:sp>
      <p:sp>
        <p:nvSpPr>
          <p:cNvPr id="18" name="icon-clipboard-329">
            <a:extLst>
              <a:ext uri="{FF2B5EF4-FFF2-40B4-BE49-F238E27FC236}">
                <ns2:creationId id="{F537D37F-C6B0-463C-B3A0-4FEBEBCF9300}"/>
              </a:ext>
            </a:extLst>
          </p:cNvPr>
          <p:cNvSpPr>
            <a:spLocks noGrp="1"/>
          </p:cNvSpPr>
          <p:nvPr/>
        </p:nvSpPr>
        <p:spPr>
          <a:xfrm>
            <a:off x="8431054" y="1099661"/>
            <a:ext cx="140018" cy="7000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585">
            <a:solidFill>
              <a:srgbClr val="28463A"/>
            </a:solidFill>
            <a:prstDash val="solid"/>
          </a:ln>
        </p:spPr>
      </p:sp>
      <p:sp>
        <p:nvSpPr>
          <p:cNvPr id="19" name="vector-330">
            <a:extLst>
              <a:ext uri="{FF2B5EF4-FFF2-40B4-BE49-F238E27FC236}">
                <ns2:creationId id="{53CB485B-3379-487C-B48F-687447C1CA48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5558">
            <a:solidFill>
              <a:srgbClr val="28463A"/>
            </a:solidFill>
            <a:prstDash val="solid"/>
          </a:ln>
        </p:spPr>
      </p:sp>
      <p:sp>
        <p:nvSpPr>
          <p:cNvPr id="20" name="vector-331">
            <a:extLst>
              <a:ext uri="{FF2B5EF4-FFF2-40B4-BE49-F238E27FC236}">
                <ns2:creationId id="{FC7E3414-B6E1-48EB-A6D2-899EDA293C52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5558">
            <a:solidFill>
              <a:srgbClr val="28463A"/>
            </a:solidFill>
            <a:prstDash val="solid"/>
          </a:ln>
        </p:spPr>
      </p:sp>
      <p:sp>
        <p:nvSpPr>
          <p:cNvPr id="21" name="vector-332">
            <a:extLst>
              <a:ext uri="{FF2B5EF4-FFF2-40B4-BE49-F238E27FC236}">
                <ns2:creationId id="{D2E06D15-FA1E-4562-912D-D50999246C35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5558">
            <a:solidFill>
              <a:srgbClr val="28463A"/>
            </a:solidFill>
            <a:prstDash val="solid"/>
          </a:ln>
        </p:spPr>
      </p:sp>
      <p:sp>
        <p:nvSpPr>
          <p:cNvPr id="22" name="vector-333">
            <a:extLst>
              <a:ext uri="{FF2B5EF4-FFF2-40B4-BE49-F238E27FC236}">
                <ns2:creationId id="{8B670515-BDB1-4DE1-A5A1-979DE6290A06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5558">
            <a:solidFill>
              <a:srgbClr val="28463A"/>
            </a:solidFill>
            <a:prstDash val="solid"/>
          </a:ln>
        </p:spPr>
      </p:sp>
      <p:sp>
        <p:nvSpPr>
          <p:cNvPr id="23" name="vector-334">
            <a:extLst>
              <a:ext uri="{FF2B5EF4-FFF2-40B4-BE49-F238E27FC236}">
                <ns2:creationId id="{BA24AC2A-1BF1-4DED-B37D-5074D20B5EE6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5558">
            <a:solidFill>
              <a:srgbClr val="28463A"/>
            </a:solidFill>
            <a:prstDash val="solid"/>
          </a:ln>
        </p:spPr>
      </p:sp>
      <p:sp>
        <p:nvSpPr>
          <p:cNvPr id="24" name="vector-335">
            <a:extLst>
              <a:ext uri="{FF2B5EF4-FFF2-40B4-BE49-F238E27FC236}">
                <ns2:creationId id="{95A6C379-B9ED-4CDA-ABCA-0CBF71A11FFF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5558">
            <a:solidFill>
              <a:srgbClr val="28463A"/>
            </a:solidFill>
            <a:prstDash val="solid"/>
          </a:ln>
        </p:spPr>
      </p:sp>
      <p:sp>
        <p:nvSpPr>
          <p:cNvPr id="25" name="vector-336">
            <a:extLst>
              <a:ext uri="{FF2B5EF4-FFF2-40B4-BE49-F238E27FC236}">
                <ns2:creationId id="{06B56970-2630-4DAC-A808-10DD322B7746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5558">
            <a:solidFill>
              <a:srgbClr val="28463A"/>
            </a:solidFill>
            <a:prstDash val="solid"/>
          </a:ln>
        </p:spPr>
      </p:sp>
      <p:sp>
        <p:nvSpPr>
          <p:cNvPr id="26" name="vector-337">
            <a:extLst>
              <a:ext uri="{FF2B5EF4-FFF2-40B4-BE49-F238E27FC236}">
                <ns2:creationId id="{44786FAF-F8F5-4EC9-A54B-48D04602C6F8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5558">
            <a:solidFill>
              <a:srgbClr val="28463A"/>
            </a:solidFill>
            <a:prstDash val="solid"/>
          </a:ln>
        </p:spPr>
      </p:sp>
      <p:sp>
        <p:nvSpPr>
          <p:cNvPr id="27" name="vector-338">
            <a:extLst>
              <a:ext uri="{FF2B5EF4-FFF2-40B4-BE49-F238E27FC236}">
                <ns2:creationId id="{F5634CC1-FCAE-44F6-B8E5-27BF1B81E7AF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5558">
            <a:solidFill>
              <a:srgbClr val="28463A"/>
            </a:solidFill>
            <a:prstDash val="solid"/>
          </a:ln>
        </p:spPr>
      </p:sp>
      <p:sp>
        <p:nvSpPr>
          <p:cNvPr id="28" name="text-339">
            <a:extLst>
              <a:ext uri="{FF2B5EF4-FFF2-40B4-BE49-F238E27FC236}">
                <ns2:creationId id="{37A98DA2-A76D-4CC9-9604-4431A4A2BA97}"/>
              </a:ext>
            </a:extLst>
          </p:cNvPr>
          <p:cNvSpPr>
            <a:spLocks noGrp="1"/>
          </p:cNvSpPr>
          <p:nvPr/>
        </p:nvSpPr>
        <p:spPr>
          <a:xfrm>
            <a:off x="8896350" y="10572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记录核对</a:t>
            </a:r>
            <a:endParaRPr/>
          </a:p>
        </p:txBody>
      </p:sp>
      <p:sp>
        <p:nvSpPr>
          <p:cNvPr id="29" name="text-340">
            <a:extLst>
              <a:ext uri="{FF2B5EF4-FFF2-40B4-BE49-F238E27FC236}">
                <ns2:creationId id="{00AB248B-3768-4D42-86E1-354998AFFD2F}"/>
              </a:ext>
            </a:extLst>
          </p:cNvPr>
          <p:cNvSpPr>
            <a:spLocks noGrp="1"/>
          </p:cNvSpPr>
          <p:nvPr/>
        </p:nvSpPr>
        <p:spPr>
          <a:xfrm>
            <a:off x="8896350" y="14287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疑点回查</a:t>
            </a:r>
            <a:endParaRPr/>
          </a:p>
        </p:txBody>
      </p:sp>
      <p:sp>
        <p:nvSpPr>
          <p:cNvPr id="30" name="panel-341">
            <a:extLst>
              <a:ext uri="{FF2B5EF4-FFF2-40B4-BE49-F238E27FC236}">
                <ns2:creationId id="{6182B024-5923-4D09-9F91-7E985D66EFEF}"/>
              </a:ext>
            </a:extLst>
          </p:cNvPr>
          <p:cNvSpPr>
            <a:spLocks noGrp="1"/>
          </p:cNvSpPr>
          <p:nvPr/>
        </p:nvSpPr>
        <p:spPr>
          <a:xfrm>
            <a:off x="228600" y="2190750"/>
            <a:ext cx="7477125" cy="3876675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9525">
            <a:solidFill>
              <a:srgbClr val="DAE0DE"/>
            </a:solidFill>
            <a:prstDash val="solid"/>
          </a:ln>
        </p:spPr>
      </p:sp>
      <p:sp>
        <p:nvSpPr>
          <p:cNvPr id="31" name="shape-342">
            <a:extLst>
              <a:ext uri="{FF2B5EF4-FFF2-40B4-BE49-F238E27FC236}">
                <ns2:creationId id="{B556E456-E21A-4520-8EF1-17E07AD6812D}"/>
              </a:ext>
            </a:extLst>
          </p:cNvPr>
          <p:cNvSpPr>
            <a:spLocks noGrp="1"/>
          </p:cNvSpPr>
          <p:nvPr/>
        </p:nvSpPr>
        <p:spPr>
          <a:xfrm>
            <a:off x="238125" y="2200275"/>
            <a:ext cx="7458075" cy="400050"/>
          </a:xfrm>
          <a:prstGeom prst="roundRect">
            <a:avLst>
              <a:gd name="adj" fmla="val 19048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32" name="vector-343">
            <a:extLst>
              <a:ext uri="{FF2B5EF4-FFF2-40B4-BE49-F238E27FC236}">
                <ns2:creationId id="{6828DF2F-2D21-4FA4-BD85-241229D989A8}"/>
              </a:ext>
            </a:extLst>
          </p:cNvPr>
          <p:cNvSpPr>
            <a:spLocks noGrp="1"/>
          </p:cNvSpPr>
          <p:nvPr/>
        </p:nvSpPr>
        <p:spPr>
          <a:xfrm>
            <a:off x="342900" y="2266950"/>
            <a:ext cx="257175" cy="25717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33" name="icon-leaf-344">
            <a:extLst>
              <a:ext uri="{FF2B5EF4-FFF2-40B4-BE49-F238E27FC236}">
                <ns2:creationId id="{BFAF68C0-2845-4282-9D09-3EE30C46E314}"/>
              </a:ext>
            </a:extLst>
          </p:cNvPr>
          <p:cNvSpPr>
            <a:spLocks noGrp="1"/>
          </p:cNvSpPr>
          <p:nvPr/>
        </p:nvSpPr>
        <p:spPr>
          <a:xfrm>
            <a:off x="402050" y="2287524"/>
            <a:ext cx="69437" cy="115729"/>
          </a:xfrm>
          <a:prstGeom prst="ellipse">
            <a:avLst/>
          </a:prstGeom>
          <a:solidFill>
            <a:srgbClr val="68819C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34" name="icon-leaf-345">
            <a:extLst>
              <a:ext uri="{FF2B5EF4-FFF2-40B4-BE49-F238E27FC236}">
                <ns2:creationId id="{EB44C034-2AE5-4095-AB5D-040D4FBAC28D}"/>
              </a:ext>
            </a:extLst>
          </p:cNvPr>
          <p:cNvSpPr>
            <a:spLocks noGrp="1"/>
          </p:cNvSpPr>
          <p:nvPr/>
        </p:nvSpPr>
        <p:spPr>
          <a:xfrm>
            <a:off x="474059" y="2344103"/>
            <a:ext cx="77153" cy="115729"/>
          </a:xfrm>
          <a:prstGeom prst="ellipse">
            <a:avLst/>
          </a:prstGeom>
          <a:solidFill>
            <a:srgbClr val="9EAEBF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35" name="vector-346">
            <a:extLst>
              <a:ext uri="{FF2B5EF4-FFF2-40B4-BE49-F238E27FC236}">
                <ns2:creationId id="{4BDAB9CE-EA87-48FF-978F-C942F1068F75}"/>
              </a:ext>
            </a:extLst>
          </p:cNvPr>
          <p:cNvSpPr>
            <a:spLocks noGrp="1"/>
          </p:cNvSpPr>
          <p:nvPr/>
        </p:nvSpPr>
        <p:spPr>
          <a:xfrm>
            <a:off x="342900" y="2266950"/>
            <a:ext cx="257175" cy="25717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36" name="vector-347">
            <a:extLst>
              <a:ext uri="{FF2B5EF4-FFF2-40B4-BE49-F238E27FC236}">
                <ns2:creationId id="{8FCB1EA1-6CF3-4EE3-9A41-FE20FA7C22E3}"/>
              </a:ext>
            </a:extLst>
          </p:cNvPr>
          <p:cNvSpPr>
            <a:spLocks noGrp="1"/>
          </p:cNvSpPr>
          <p:nvPr/>
        </p:nvSpPr>
        <p:spPr>
          <a:xfrm>
            <a:off x="342900" y="2266950"/>
            <a:ext cx="257175" cy="25717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37" name="text-348">
            <a:extLst>
              <a:ext uri="{FF2B5EF4-FFF2-40B4-BE49-F238E27FC236}">
                <ns2:creationId id="{5FF7D94F-085D-44E0-9CD8-1B116B8BF64C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6905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样地 × 工作环节</a:t>
            </a:r>
          </a:p>
        </p:txBody>
      </p:sp>
      <p:graphicFrame>
        <p:nvGraphicFramePr>
          <p:cNvPr id="38" name="">
            <a:extLst>
              <a:ext uri="{FF2B5EF4-FFF2-40B4-BE49-F238E27FC236}">
                <ns2:creationId id="{D28CF8D8-13E3-4C8E-ACF2-BCBD0DBB0961}"/>
              </a:ext>
            </a:extLst>
          </p:cNvPr>
          <p:cNvGraphicFramePr/>
          <p:nvPr/>
        </p:nvGraphicFramePr>
        <p:xfrm>
          <a:off x="361950" y="2686050"/>
          <a:ext cx="7210425" cy="2781300"/>
        </p:xfrm>
        <a:graphic>
          <a:graphicData uri="http://schemas.openxmlformats.org/drawingml/2006/table">
            <a:tbl>
              <a:tblPr/>
              <a:tblGrid>
                <a:gridCol w="1201738"/>
                <a:gridCol w="1201738"/>
                <a:gridCol w="1201738"/>
                <a:gridCol w="1201738"/>
                <a:gridCol w="1201738"/>
                <a:gridCol w="1201738"/>
              </a:tblGrid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AE0DE"/>
                      </a:solidFill>
                      <a:prstDash val="solid"/>
                    </a:lnL>
                    <a:lnR w="5715">
                      <a:solidFill>
                        <a:srgbClr val="DAE0DE"/>
                      </a:solidFill>
                      <a:prstDash val="solid"/>
                    </a:lnR>
                    <a:lnT w="5715">
                      <a:solidFill>
                        <a:srgbClr val="DAE0DE"/>
                      </a:solidFill>
                      <a:prstDash val="solid"/>
                    </a:lnT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28463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建档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T w="5715">
                      <a:solidFill>
                        <a:srgbClr val="DAE0DE"/>
                      </a:solidFill>
                      <a:prstDash val="solid"/>
                    </a:lnT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28463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第1轮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T w="5715">
                      <a:solidFill>
                        <a:srgbClr val="DAE0DE"/>
                      </a:solidFill>
                      <a:prstDash val="solid"/>
                    </a:lnT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28463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第2轮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T w="5715">
                      <a:solidFill>
                        <a:srgbClr val="DAE0DE"/>
                      </a:solidFill>
                      <a:prstDash val="solid"/>
                    </a:lnT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28463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第3轮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T w="5715">
                      <a:solidFill>
                        <a:srgbClr val="DAE0DE"/>
                      </a:solidFill>
                      <a:prstDash val="solid"/>
                    </a:lnT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28463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核对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T w="5715">
                      <a:solidFill>
                        <a:srgbClr val="DAE0DE"/>
                      </a:solidFill>
                      <a:prstDash val="solid"/>
                    </a:lnT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28463A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样地A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AE0DE"/>
                      </a:solidFill>
                      <a:prstDash val="solid"/>
                    </a:lnL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463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463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463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463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463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样地B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AE0DE"/>
                      </a:solidFill>
                      <a:prstDash val="solid"/>
                    </a:lnL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463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463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463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A8562F"/>
                          </a:solidFill>
                        </a:rPr>
                        <a:t>△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A9B81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EAF0E8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样地C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AE0DE"/>
                      </a:solidFill>
                      <a:prstDash val="solid"/>
                    </a:lnL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463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463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463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A9B81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8A9B81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样地D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AE0DE"/>
                      </a:solidFill>
                      <a:prstDash val="solid"/>
                    </a:lnL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463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463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463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8463A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A8562F"/>
                          </a:solidFill>
                        </a:rPr>
                        <a:t>△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EAF0E8"/>
                    </a:solidFill>
                  </a:tcPr>
                </a:tc>
              </a:tr>
            </a:tbl>
          </a:graphicData>
        </a:graphic>
      </p:graphicFrame>
      <p:sp>
        <p:nvSpPr>
          <p:cNvPr id="39" name="text-349">
            <a:extLst>
              <a:ext uri="{FF2B5EF4-FFF2-40B4-BE49-F238E27FC236}">
                <ns2:creationId id="{5BCEDC70-14CA-4067-A9AC-2C0524306D59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657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● 完成     △ 待核对     ○ 待开展</a:t>
            </a:r>
          </a:p>
        </p:txBody>
      </p:sp>
      <p:sp>
        <p:nvSpPr>
          <p:cNvPr id="40" name="panel-350">
            <a:extLst>
              <a:ext uri="{FF2B5EF4-FFF2-40B4-BE49-F238E27FC236}">
                <ns2:creationId id="{D78B1662-5436-4AE9-90D5-0CEBD5B61840}"/>
              </a:ext>
            </a:extLst>
          </p:cNvPr>
          <p:cNvSpPr>
            <a:spLocks noGrp="1"/>
          </p:cNvSpPr>
          <p:nvPr/>
        </p:nvSpPr>
        <p:spPr>
          <a:xfrm>
            <a:off x="7896225" y="2190750"/>
            <a:ext cx="4067175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AE0DE"/>
            </a:solidFill>
            <a:prstDash val="solid"/>
          </a:ln>
        </p:spPr>
      </p:sp>
      <p:sp>
        <p:nvSpPr>
          <p:cNvPr id="41" name="shape-351">
            <a:extLst>
              <a:ext uri="{FF2B5EF4-FFF2-40B4-BE49-F238E27FC236}">
                <ns2:creationId id="{21341275-9869-4E29-BC8E-3E095876FA22}"/>
              </a:ext>
            </a:extLst>
          </p:cNvPr>
          <p:cNvSpPr>
            <a:spLocks noGrp="1"/>
          </p:cNvSpPr>
          <p:nvPr/>
        </p:nvSpPr>
        <p:spPr>
          <a:xfrm>
            <a:off x="7905750" y="2200275"/>
            <a:ext cx="4048125" cy="400050"/>
          </a:xfrm>
          <a:prstGeom prst="roundRect">
            <a:avLst>
              <a:gd name="adj" fmla="val 19048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42" name="icon-warning-352">
            <a:extLst>
              <a:ext uri="{FF2B5EF4-FFF2-40B4-BE49-F238E27FC236}">
                <ns2:creationId id="{5EC905F8-5924-4635-9C69-AF5ED6CF0BF6}"/>
              </a:ext>
            </a:extLst>
          </p:cNvPr>
          <p:cNvSpPr>
            <a:spLocks noGrp="1"/>
          </p:cNvSpPr>
          <p:nvPr/>
        </p:nvSpPr>
        <p:spPr>
          <a:xfrm>
            <a:off x="8023384" y="2284952"/>
            <a:ext cx="231458" cy="210884"/>
          </a:xfrm>
          <a:prstGeom prst="triangle">
            <a:avLst/>
          </a:prstGeom>
          <a:solidFill>
            <a:srgbClr val="A8562F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43" name="text-353">
            <a:extLst>
              <a:ext uri="{FF2B5EF4-FFF2-40B4-BE49-F238E27FC236}">
                <ns2:creationId id="{6DCC3C4D-8445-45A7-B3A6-6CC97A8280EB}"/>
              </a:ext>
            </a:extLst>
          </p:cNvPr>
          <p:cNvSpPr>
            <a:spLocks noGrp="1"/>
          </p:cNvSpPr>
          <p:nvPr/>
        </p:nvSpPr>
        <p:spPr>
          <a:xfrm>
            <a:off x="8095393" y="2338959"/>
            <a:ext cx="90011" cy="1208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!</a:t>
            </a:r>
          </a:p>
        </p:txBody>
      </p:sp>
      <p:sp>
        <p:nvSpPr>
          <p:cNvPr id="44" name="text-354">
            <a:extLst>
              <a:ext uri="{FF2B5EF4-FFF2-40B4-BE49-F238E27FC236}">
                <ns2:creationId id="{A48B03CC-2483-4B5D-8DB0-6E55D6D79EAD}"/>
              </a:ext>
            </a:extLst>
          </p:cNvPr>
          <p:cNvSpPr>
            <a:spLocks noGrp="1"/>
          </p:cNvSpPr>
          <p:nvPr/>
        </p:nvSpPr>
        <p:spPr>
          <a:xfrm>
            <a:off x="8353425" y="2257425"/>
            <a:ext cx="3495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待核对事项</a:t>
            </a:r>
          </a:p>
        </p:txBody>
      </p:sp>
      <p:sp>
        <p:nvSpPr>
          <p:cNvPr id="45" name="text-355">
            <a:extLst>
              <a:ext uri="{FF2B5EF4-FFF2-40B4-BE49-F238E27FC236}">
                <ns2:creationId id="{AB7132A7-F650-46C0-9754-98EAAB2DD5D0}"/>
              </a:ext>
            </a:extLst>
          </p:cNvPr>
          <p:cNvSpPr>
            <a:spLocks noGrp="1"/>
          </p:cNvSpPr>
          <p:nvPr/>
        </p:nvSpPr>
        <p:spPr>
          <a:xfrm>
            <a:off x="8086725" y="2676525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1  部分记录时间不一致</a:t>
            </a:r>
            <a:endParaRPr/>
          </a:p>
        </p:txBody>
      </p:sp>
      <p:sp>
        <p:nvSpPr>
          <p:cNvPr id="46" name="text-356">
            <a:extLst>
              <a:ext uri="{FF2B5EF4-FFF2-40B4-BE49-F238E27FC236}">
                <ns2:creationId id="{95F06569-D2A9-40BB-A226-D58A340A406A}"/>
              </a:ext>
            </a:extLst>
          </p:cNvPr>
          <p:cNvSpPr>
            <a:spLocks noGrp="1"/>
          </p:cNvSpPr>
          <p:nvPr/>
        </p:nvSpPr>
        <p:spPr>
          <a:xfrm>
            <a:off x="8086725" y="3019425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2  失访与死亡标记混用</a:t>
            </a:r>
            <a:endParaRPr/>
          </a:p>
        </p:txBody>
      </p:sp>
      <p:sp>
        <p:nvSpPr>
          <p:cNvPr id="47" name="panel-357">
            <a:extLst>
              <a:ext uri="{FF2B5EF4-FFF2-40B4-BE49-F238E27FC236}">
                <ns2:creationId id="{86BC235E-D582-4415-AEB6-BB5F688634DC}"/>
              </a:ext>
            </a:extLst>
          </p:cNvPr>
          <p:cNvSpPr>
            <a:spLocks noGrp="1"/>
          </p:cNvSpPr>
          <p:nvPr/>
        </p:nvSpPr>
        <p:spPr>
          <a:xfrm>
            <a:off x="7896225" y="3686175"/>
            <a:ext cx="4067175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AE0DE"/>
            </a:solidFill>
            <a:prstDash val="solid"/>
          </a:ln>
        </p:spPr>
      </p:sp>
      <p:sp>
        <p:nvSpPr>
          <p:cNvPr id="48" name="shape-358">
            <a:extLst>
              <a:ext uri="{FF2B5EF4-FFF2-40B4-BE49-F238E27FC236}">
                <ns2:creationId id="{9DCCAB6C-28AA-4825-8C19-E61C97BB8DE5}"/>
              </a:ext>
            </a:extLst>
          </p:cNvPr>
          <p:cNvSpPr>
            <a:spLocks noGrp="1"/>
          </p:cNvSpPr>
          <p:nvPr/>
        </p:nvSpPr>
        <p:spPr>
          <a:xfrm>
            <a:off x="7905750" y="3695700"/>
            <a:ext cx="4048125" cy="400050"/>
          </a:xfrm>
          <a:prstGeom prst="roundRect">
            <a:avLst>
              <a:gd name="adj" fmla="val 19048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49" name="icon-calendar-359">
            <a:extLst>
              <a:ext uri="{FF2B5EF4-FFF2-40B4-BE49-F238E27FC236}">
                <ns2:creationId id="{4675DC48-0722-4805-809D-3C7C3F80F10C}"/>
              </a:ext>
            </a:extLst>
          </p:cNvPr>
          <p:cNvSpPr>
            <a:spLocks noGrp="1"/>
          </p:cNvSpPr>
          <p:nvPr/>
        </p:nvSpPr>
        <p:spPr>
          <a:xfrm>
            <a:off x="8043958" y="3811238"/>
            <a:ext cx="190310" cy="180023"/>
          </a:xfrm>
          <a:prstGeom prst="roundRect">
            <a:avLst>
              <a:gd name="adj" fmla="val 42328"/>
            </a:avLst>
          </a:prstGeom>
          <a:noFill/>
          <a:ln w="12383">
            <a:solidFill>
              <a:srgbClr val="28463A"/>
            </a:solidFill>
            <a:prstDash val="solid"/>
          </a:ln>
        </p:spPr>
      </p:sp>
      <p:sp>
        <p:nvSpPr>
          <p:cNvPr id="50" name="vector-360">
            <a:extLst>
              <a:ext uri="{FF2B5EF4-FFF2-40B4-BE49-F238E27FC236}">
                <ns2:creationId id="{E4BBCE4D-5865-4DED-87E0-EC2C7E906384}"/>
              </a:ext>
            </a:extLst>
          </p:cNvPr>
          <p:cNvSpPr>
            <a:spLocks noGrp="1"/>
          </p:cNvSpPr>
          <p:nvPr/>
        </p:nvSpPr>
        <p:spPr>
          <a:xfrm>
            <a:off x="8010525" y="3762375"/>
            <a:ext cx="257175" cy="25717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51" name="vector-361">
            <a:extLst>
              <a:ext uri="{FF2B5EF4-FFF2-40B4-BE49-F238E27FC236}">
                <ns2:creationId id="{7E582E4A-0908-40D0-8A93-C0386E571E9C}"/>
              </a:ext>
            </a:extLst>
          </p:cNvPr>
          <p:cNvSpPr>
            <a:spLocks noGrp="1"/>
          </p:cNvSpPr>
          <p:nvPr/>
        </p:nvSpPr>
        <p:spPr>
          <a:xfrm>
            <a:off x="8010525" y="3762375"/>
            <a:ext cx="257175" cy="25717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52" name="vector-362">
            <a:extLst>
              <a:ext uri="{FF2B5EF4-FFF2-40B4-BE49-F238E27FC236}">
                <ns2:creationId id="{B22B1C51-A973-4119-B93D-FC64743307BB}"/>
              </a:ext>
            </a:extLst>
          </p:cNvPr>
          <p:cNvSpPr>
            <a:spLocks noGrp="1"/>
          </p:cNvSpPr>
          <p:nvPr/>
        </p:nvSpPr>
        <p:spPr>
          <a:xfrm>
            <a:off x="8010525" y="3762375"/>
            <a:ext cx="257175" cy="25717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53" name="icon-calendar-363">
            <a:extLst>
              <a:ext uri="{FF2B5EF4-FFF2-40B4-BE49-F238E27FC236}">
                <ns2:creationId id="{30BFEF92-F035-43E6-9D2A-90B7BBC3CDBA}"/>
              </a:ext>
            </a:extLst>
          </p:cNvPr>
          <p:cNvSpPr>
            <a:spLocks noGrp="1"/>
          </p:cNvSpPr>
          <p:nvPr/>
        </p:nvSpPr>
        <p:spPr>
          <a:xfrm>
            <a:off x="8074819" y="3888391"/>
            <a:ext cx="23146" cy="23146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54" name="icon-calendar-364">
            <a:extLst>
              <a:ext uri="{FF2B5EF4-FFF2-40B4-BE49-F238E27FC236}">
                <ns2:creationId id="{17C95D46-6394-47BE-9AEB-F0E2C87ED61E}"/>
              </a:ext>
            </a:extLst>
          </p:cNvPr>
          <p:cNvSpPr>
            <a:spLocks noGrp="1"/>
          </p:cNvSpPr>
          <p:nvPr/>
        </p:nvSpPr>
        <p:spPr>
          <a:xfrm>
            <a:off x="8074819" y="3942398"/>
            <a:ext cx="23146" cy="23146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55" name="icon-calendar-365">
            <a:extLst>
              <a:ext uri="{FF2B5EF4-FFF2-40B4-BE49-F238E27FC236}">
                <ns2:creationId id="{958091BF-6EEC-49A0-87E5-9DC2B5040C39}"/>
              </a:ext>
            </a:extLst>
          </p:cNvPr>
          <p:cNvSpPr>
            <a:spLocks noGrp="1"/>
          </p:cNvSpPr>
          <p:nvPr/>
        </p:nvSpPr>
        <p:spPr>
          <a:xfrm>
            <a:off x="8128826" y="3888391"/>
            <a:ext cx="23146" cy="23146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56" name="icon-calendar-366">
            <a:extLst>
              <a:ext uri="{FF2B5EF4-FFF2-40B4-BE49-F238E27FC236}">
                <ns2:creationId id="{FD15E3C5-6544-42DB-8BF8-B949AC425EA4}"/>
              </a:ext>
            </a:extLst>
          </p:cNvPr>
          <p:cNvSpPr>
            <a:spLocks noGrp="1"/>
          </p:cNvSpPr>
          <p:nvPr/>
        </p:nvSpPr>
        <p:spPr>
          <a:xfrm>
            <a:off x="8128826" y="3942398"/>
            <a:ext cx="23146" cy="23146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57" name="icon-calendar-367">
            <a:extLst>
              <a:ext uri="{FF2B5EF4-FFF2-40B4-BE49-F238E27FC236}">
                <ns2:creationId id="{B023625F-825C-43AE-9CC5-1096056BF58A}"/>
              </a:ext>
            </a:extLst>
          </p:cNvPr>
          <p:cNvSpPr>
            <a:spLocks noGrp="1"/>
          </p:cNvSpPr>
          <p:nvPr/>
        </p:nvSpPr>
        <p:spPr>
          <a:xfrm>
            <a:off x="8182832" y="3888391"/>
            <a:ext cx="23146" cy="23146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58" name="icon-calendar-368">
            <a:extLst>
              <a:ext uri="{FF2B5EF4-FFF2-40B4-BE49-F238E27FC236}">
                <ns2:creationId id="{71D2F947-F5CD-4612-90EA-FB1FE2706BE5}"/>
              </a:ext>
            </a:extLst>
          </p:cNvPr>
          <p:cNvSpPr>
            <a:spLocks noGrp="1"/>
          </p:cNvSpPr>
          <p:nvPr/>
        </p:nvSpPr>
        <p:spPr>
          <a:xfrm>
            <a:off x="8182832" y="3942398"/>
            <a:ext cx="23146" cy="23146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59" name="text-369">
            <a:extLst>
              <a:ext uri="{FF2B5EF4-FFF2-40B4-BE49-F238E27FC236}">
                <ns2:creationId id="{90DC611A-B021-4636-8233-2D2D5476F92A}"/>
              </a:ext>
            </a:extLst>
          </p:cNvPr>
          <p:cNvSpPr>
            <a:spLocks noGrp="1"/>
          </p:cNvSpPr>
          <p:nvPr/>
        </p:nvSpPr>
        <p:spPr>
          <a:xfrm>
            <a:off x="8353425" y="3752850"/>
            <a:ext cx="3495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下一步行动</a:t>
            </a:r>
          </a:p>
        </p:txBody>
      </p:sp>
      <p:sp>
        <p:nvSpPr>
          <p:cNvPr id="60" name="shape-370">
            <a:extLst>
              <a:ext uri="{FF2B5EF4-FFF2-40B4-BE49-F238E27FC236}">
                <ns2:creationId id="{4FB3C7EE-E394-4E0A-9DC8-FEC27B9F74D8}"/>
              </a:ext>
            </a:extLst>
          </p:cNvPr>
          <p:cNvSpPr>
            <a:spLocks noGrp="1"/>
          </p:cNvSpPr>
          <p:nvPr/>
        </p:nvSpPr>
        <p:spPr>
          <a:xfrm>
            <a:off x="8058150" y="4238625"/>
            <a:ext cx="276225" cy="276225"/>
          </a:xfrm>
          <a:prstGeom prst="ellipse">
            <a:avLst/>
          </a:prstGeom>
          <a:solidFill>
            <a:srgbClr val="28463A"/>
          </a:solidFill>
          <a:ln w="0">
            <a:noFill/>
            <a:prstDash val="solid"/>
          </a:ln>
        </p:spPr>
      </p:sp>
      <p:sp>
        <p:nvSpPr>
          <p:cNvPr id="61" name="text-371">
            <a:extLst>
              <a:ext uri="{FF2B5EF4-FFF2-40B4-BE49-F238E27FC236}">
                <ns2:creationId id="{8F39CBB5-2812-439E-9E16-196354C8147C}"/>
              </a:ext>
            </a:extLst>
          </p:cNvPr>
          <p:cNvSpPr>
            <a:spLocks noGrp="1"/>
          </p:cNvSpPr>
          <p:nvPr/>
        </p:nvSpPr>
        <p:spPr>
          <a:xfrm>
            <a:off x="8058150" y="4238625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2" name="text-372">
            <a:extLst>
              <a:ext uri="{FF2B5EF4-FFF2-40B4-BE49-F238E27FC236}">
                <ns2:creationId id="{C0AEA6AB-D165-4BE2-93F2-1DAA05C22161}"/>
              </a:ext>
            </a:extLst>
          </p:cNvPr>
          <p:cNvSpPr>
            <a:spLocks noGrp="1"/>
          </p:cNvSpPr>
          <p:nvPr/>
        </p:nvSpPr>
        <p:spPr>
          <a:xfrm>
            <a:off x="8477250" y="4210050"/>
            <a:ext cx="3286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回查原始记录与事件标记</a:t>
            </a:r>
            <a:endParaRPr/>
          </a:p>
        </p:txBody>
      </p:sp>
      <p:sp>
        <p:nvSpPr>
          <p:cNvPr id="63" name="shape-373">
            <a:extLst>
              <a:ext uri="{FF2B5EF4-FFF2-40B4-BE49-F238E27FC236}">
                <ns2:creationId id="{CFD662D2-615F-4486-A0E0-F13FFF019EED}"/>
              </a:ext>
            </a:extLst>
          </p:cNvPr>
          <p:cNvSpPr>
            <a:spLocks noGrp="1"/>
          </p:cNvSpPr>
          <p:nvPr/>
        </p:nvSpPr>
        <p:spPr>
          <a:xfrm>
            <a:off x="8058150" y="4800600"/>
            <a:ext cx="276225" cy="276225"/>
          </a:xfrm>
          <a:prstGeom prst="ellipse">
            <a:avLst/>
          </a:prstGeom>
          <a:solidFill>
            <a:srgbClr val="28463A"/>
          </a:solidFill>
          <a:ln w="0">
            <a:noFill/>
            <a:prstDash val="solid"/>
          </a:ln>
        </p:spPr>
      </p:sp>
      <p:sp>
        <p:nvSpPr>
          <p:cNvPr id="64" name="text-374">
            <a:extLst>
              <a:ext uri="{FF2B5EF4-FFF2-40B4-BE49-F238E27FC236}">
                <ns2:creationId id="{E5DEB7C9-CD44-419B-A012-164A5D3CBAA2}"/>
              </a:ext>
            </a:extLst>
          </p:cNvPr>
          <p:cNvSpPr>
            <a:spLocks noGrp="1"/>
          </p:cNvSpPr>
          <p:nvPr/>
        </p:nvSpPr>
        <p:spPr>
          <a:xfrm>
            <a:off x="8058150" y="48006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65" name="text-375">
            <a:extLst>
              <a:ext uri="{FF2B5EF4-FFF2-40B4-BE49-F238E27FC236}">
                <ns2:creationId id="{17B88C21-9C53-44EE-B6A7-923684183CEC}"/>
              </a:ext>
            </a:extLst>
          </p:cNvPr>
          <p:cNvSpPr>
            <a:spLocks noGrp="1"/>
          </p:cNvSpPr>
          <p:nvPr/>
        </p:nvSpPr>
        <p:spPr>
          <a:xfrm>
            <a:off x="8477250" y="4772025"/>
            <a:ext cx="3286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针对存疑样地补充现场复核</a:t>
            </a:r>
            <a:endParaRPr/>
          </a:p>
        </p:txBody>
      </p:sp>
      <p:sp>
        <p:nvSpPr>
          <p:cNvPr id="66" name="shape-376">
            <a:extLst>
              <a:ext uri="{FF2B5EF4-FFF2-40B4-BE49-F238E27FC236}">
                <ns2:creationId id="{5D766447-3BB4-4C73-B746-7A06259821A3}"/>
              </a:ext>
            </a:extLst>
          </p:cNvPr>
          <p:cNvSpPr>
            <a:spLocks noGrp="1"/>
          </p:cNvSpPr>
          <p:nvPr/>
        </p:nvSpPr>
        <p:spPr>
          <a:xfrm>
            <a:off x="8058150" y="5362575"/>
            <a:ext cx="276225" cy="276225"/>
          </a:xfrm>
          <a:prstGeom prst="ellipse">
            <a:avLst/>
          </a:prstGeom>
          <a:solidFill>
            <a:srgbClr val="28463A"/>
          </a:solidFill>
          <a:ln w="0">
            <a:noFill/>
            <a:prstDash val="solid"/>
          </a:ln>
        </p:spPr>
      </p:sp>
      <p:sp>
        <p:nvSpPr>
          <p:cNvPr id="67" name="text-377">
            <a:extLst>
              <a:ext uri="{FF2B5EF4-FFF2-40B4-BE49-F238E27FC236}">
                <ns2:creationId id="{7687D4EF-9E24-4C9C-A3CA-1E57409329B0}"/>
              </a:ext>
            </a:extLst>
          </p:cNvPr>
          <p:cNvSpPr>
            <a:spLocks noGrp="1"/>
          </p:cNvSpPr>
          <p:nvPr/>
        </p:nvSpPr>
        <p:spPr>
          <a:xfrm>
            <a:off x="8058150" y="5362575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68" name="text-378">
            <a:extLst>
              <a:ext uri="{FF2B5EF4-FFF2-40B4-BE49-F238E27FC236}">
                <ns2:creationId id="{7E4F358F-61F6-44F6-9FEA-4FC20759F931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3286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按核对结果更新分析输入</a:t>
            </a:r>
            <a:endParaRPr/>
          </a:p>
        </p:txBody>
      </p:sp>
      <p:sp>
        <p:nvSpPr>
          <p:cNvPr id="69" name="shape-379">
            <a:extLst>
              <a:ext uri="{FF2B5EF4-FFF2-40B4-BE49-F238E27FC236}">
                <ns2:creationId id="{92D443A4-76C5-4E89-8305-86C91D1AE95E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70" name="text-380">
            <a:extLst>
              <a:ext uri="{FF2B5EF4-FFF2-40B4-BE49-F238E27FC236}">
                <ns2:creationId id="{99CBED85-FC7E-4BD9-AE27-E694A12DC044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汇报重点：完成情况可核查，问题与下一步一一对应</a:t>
            </a:r>
            <a:endParaRPr/>
          </a:p>
        </p:txBody>
      </p:sp>
      <p:sp>
        <p:nvSpPr>
          <p:cNvPr id="71" name="text-381">
            <a:extLst>
              <a:ext uri="{FF2B5EF4-FFF2-40B4-BE49-F238E27FC236}">
                <ns2:creationId id="{CAA8E449-0DCD-49CB-BF4B-35E6EA811111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72" name="text-382">
            <a:extLst>
              <a:ext uri="{FF2B5EF4-FFF2-40B4-BE49-F238E27FC236}">
                <ns2:creationId id="{C75CE07C-53F3-4FCF-A77C-9DC86A82F4D5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</p:spTree>
    <p:extLst>
      <p:ext uri="{BB962C8B-B14F-4D97-AF65-F5344CB8AC3E}">
        <ns3:creationId val="287690732"/>
      </p:ext>
    </p:extLst>
  </p:cSld>
</p:sld>
</file>

<file path=ppt/slides/slide4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2" name="text-1">
            <a:extLst>
              <a:ext uri="{FF2B5EF4-FFF2-40B4-BE49-F238E27FC236}">
                <ns2:creationId id="{009F0CF5-DB8E-44A1-B702-A1E76773DCAA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研究框架｜监测与分析的反馈循环</a:t>
            </a:r>
            <a:endParaRPr/>
          </a:p>
        </p:txBody>
      </p:sp>
      <p:sp>
        <p:nvSpPr>
          <p:cNvPr id="2" name="line-2">
            <a:extLst>
              <a:ext uri="{FF2B5EF4-FFF2-40B4-BE49-F238E27FC236}">
                <ns2:creationId id="{D0558291-98A9-48CE-A150-8887031C1E9A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28463A"/>
            </a:solidFill>
            <a:prstDash val="solid"/>
          </a:ln>
        </p:spPr>
      </p:sp>
      <p:sp>
        <p:nvSpPr>
          <p:cNvPr id="3" name="panel-3">
            <a:extLst>
              <a:ext uri="{FF2B5EF4-FFF2-40B4-BE49-F238E27FC236}">
                <ns2:creationId id="{CF7E6846-0973-420B-BDFD-FD5DED5F40CE}"/>
              </a:ext>
            </a:extLst>
          </p:cNvPr>
          <p:cNvSpPr>
            <a:spLocks noGrp="1"/>
          </p:cNvSpPr>
          <p:nvPr/>
        </p:nvSpPr>
        <p:spPr>
          <a:xfrm>
            <a:off x="228600" y="971550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AE0DE"/>
            </a:solidFill>
            <a:prstDash val="solid"/>
          </a:ln>
        </p:spPr>
      </p:sp>
      <p:sp>
        <p:nvSpPr>
          <p:cNvPr id="4" name="shape-4">
            <a:extLst>
              <a:ext uri="{FF2B5EF4-FFF2-40B4-BE49-F238E27FC236}">
                <ns2:creationId id="{5BE4B42B-7715-4DA8-B5AB-D2B4BD5C7032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5" name="icon-camera-5">
            <a:extLst>
              <a:ext uri="{FF2B5EF4-FFF2-40B4-BE49-F238E27FC236}">
                <ns2:creationId id="{E40AF063-6431-4FEC-BC6B-4DB36C680517}"/>
              </a:ext>
            </a:extLst>
          </p:cNvPr>
          <p:cNvSpPr>
            <a:spLocks noGrp="1"/>
          </p:cNvSpPr>
          <p:nvPr/>
        </p:nvSpPr>
        <p:spPr>
          <a:xfrm>
            <a:off x="360902" y="1106900"/>
            <a:ext cx="221171" cy="156877"/>
          </a:xfrm>
          <a:prstGeom prst="roundRect">
            <a:avLst>
              <a:gd name="adj" fmla="val 48573"/>
            </a:avLst>
          </a:prstGeom>
          <a:noFill/>
          <a:ln w="12383">
            <a:solidFill>
              <a:srgbClr val="28463A"/>
            </a:solidFill>
            <a:prstDash val="solid"/>
          </a:ln>
        </p:spPr>
      </p:sp>
      <p:sp>
        <p:nvSpPr>
          <p:cNvPr id="6" name="icon-camera-6">
            <a:extLst>
              <a:ext uri="{FF2B5EF4-FFF2-40B4-BE49-F238E27FC236}">
                <ns2:creationId id="{B9579A72-2C7A-4551-A555-267725AC0AE5}"/>
              </a:ext>
            </a:extLst>
          </p:cNvPr>
          <p:cNvSpPr>
            <a:spLocks noGrp="1"/>
          </p:cNvSpPr>
          <p:nvPr/>
        </p:nvSpPr>
        <p:spPr>
          <a:xfrm>
            <a:off x="427768" y="1073468"/>
            <a:ext cx="84868" cy="43720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28463A"/>
            </a:solidFill>
            <a:prstDash val="solid"/>
          </a:ln>
        </p:spPr>
      </p:sp>
      <p:sp>
        <p:nvSpPr>
          <p:cNvPr id="7" name="icon-camera-7">
            <a:extLst>
              <a:ext uri="{FF2B5EF4-FFF2-40B4-BE49-F238E27FC236}">
                <ns2:creationId id="{A17AB117-BAF2-40BB-A7CE-00104A6F0D05}"/>
              </a:ext>
            </a:extLst>
          </p:cNvPr>
          <p:cNvSpPr>
            <a:spLocks noGrp="1"/>
          </p:cNvSpPr>
          <p:nvPr/>
        </p:nvSpPr>
        <p:spPr>
          <a:xfrm>
            <a:off x="425196" y="1140333"/>
            <a:ext cx="92583" cy="92583"/>
          </a:xfrm>
          <a:prstGeom prst="ellipse">
            <a:avLst/>
          </a:prstGeom>
          <a:noFill/>
          <a:ln w="12383">
            <a:solidFill>
              <a:srgbClr val="28463A"/>
            </a:solidFill>
            <a:prstDash val="solid"/>
          </a:ln>
        </p:spPr>
      </p:sp>
      <p:sp>
        <p:nvSpPr>
          <p:cNvPr id="8" name="icon-camera-8">
            <a:extLst>
              <a:ext uri="{FF2B5EF4-FFF2-40B4-BE49-F238E27FC236}">
                <ns2:creationId id="{A6BC5B62-FD5D-44C4-9321-75B5A9CC7D36}"/>
              </a:ext>
            </a:extLst>
          </p:cNvPr>
          <p:cNvSpPr>
            <a:spLocks noGrp="1"/>
          </p:cNvSpPr>
          <p:nvPr/>
        </p:nvSpPr>
        <p:spPr>
          <a:xfrm>
            <a:off x="533210" y="1127474"/>
            <a:ext cx="20574" cy="20574"/>
          </a:xfrm>
          <a:prstGeom prst="ellipse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9" name="text-9">
            <a:extLst>
              <a:ext uri="{FF2B5EF4-FFF2-40B4-BE49-F238E27FC236}">
                <ns2:creationId id="{D86F1824-E9F3-4194-A361-5DF393AF64F0}"/>
              </a:ext>
            </a:extLst>
          </p:cNvPr>
          <p:cNvSpPr>
            <a:spLocks noGrp="1"/>
          </p:cNvSpPr>
          <p:nvPr/>
        </p:nvSpPr>
        <p:spPr>
          <a:xfrm>
            <a:off x="685800" y="1038225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  <a:endParaRPr/>
          </a:p>
        </p:txBody>
      </p:sp>
      <p:sp>
        <p:nvSpPr>
          <p:cNvPr id="10" name="text-10">
            <a:extLst>
              <a:ext uri="{FF2B5EF4-FFF2-40B4-BE49-F238E27FC236}">
                <ns2:creationId id="{291BB742-B408-4CD2-958C-8F40779B21F9}"/>
              </a:ext>
            </a:extLst>
          </p:cNvPr>
          <p:cNvSpPr>
            <a:spLocks noGrp="1"/>
          </p:cNvSpPr>
          <p:nvPr/>
        </p:nvSpPr>
        <p:spPr>
          <a:xfrm>
            <a:off x="400050" y="1457325"/>
            <a:ext cx="3590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整合相机与样点记录，保留来源与时间</a:t>
            </a:r>
            <a:endParaRPr/>
          </a:p>
        </p:txBody>
      </p:sp>
      <p:sp>
        <p:nvSpPr>
          <p:cNvPr id="11" name="icon-camera-11">
            <a:extLst>
              <a:ext uri="{FF2B5EF4-FFF2-40B4-BE49-F238E27FC236}">
                <ns2:creationId id="{B4CFC10A-676D-4EA4-BDFC-72313CA01D37}"/>
              </a:ext>
            </a:extLst>
          </p:cNvPr>
          <p:cNvSpPr>
            <a:spLocks noGrp="1"/>
          </p:cNvSpPr>
          <p:nvPr/>
        </p:nvSpPr>
        <p:spPr>
          <a:xfrm>
            <a:off x="525113" y="2158079"/>
            <a:ext cx="483299" cy="342805"/>
          </a:xfrm>
          <a:prstGeom prst="roundRect">
            <a:avLst>
              <a:gd name="adj" fmla="val 22228"/>
            </a:avLst>
          </a:prstGeom>
          <a:noFill/>
          <a:ln w="17562">
            <a:solidFill>
              <a:srgbClr val="28463A"/>
            </a:solidFill>
            <a:prstDash val="solid"/>
          </a:ln>
        </p:spPr>
      </p:sp>
      <p:sp>
        <p:nvSpPr>
          <p:cNvPr id="12" name="icon-camera-12">
            <a:extLst>
              <a:ext uri="{FF2B5EF4-FFF2-40B4-BE49-F238E27FC236}">
                <ns2:creationId id="{0DC8BEA0-6028-43D6-9614-A925E3A5D607}"/>
              </a:ext>
            </a:extLst>
          </p:cNvPr>
          <p:cNvSpPr>
            <a:spLocks noGrp="1"/>
          </p:cNvSpPr>
          <p:nvPr/>
        </p:nvSpPr>
        <p:spPr>
          <a:xfrm>
            <a:off x="671227" y="2085023"/>
            <a:ext cx="185452" cy="95536"/>
          </a:xfrm>
          <a:prstGeom prst="roundRect">
            <a:avLst>
              <a:gd name="adj" fmla="val 50000"/>
            </a:avLst>
          </a:prstGeom>
          <a:noFill/>
          <a:ln w="17562">
            <a:solidFill>
              <a:srgbClr val="28463A"/>
            </a:solidFill>
            <a:prstDash val="solid"/>
          </a:ln>
        </p:spPr>
      </p:sp>
      <p:sp>
        <p:nvSpPr>
          <p:cNvPr id="13" name="icon-camera-13">
            <a:extLst>
              <a:ext uri="{FF2B5EF4-FFF2-40B4-BE49-F238E27FC236}">
                <ns2:creationId id="{40D718F7-4E4A-47D8-AA63-8C9A5F83B099}"/>
              </a:ext>
            </a:extLst>
          </p:cNvPr>
          <p:cNvSpPr>
            <a:spLocks noGrp="1"/>
          </p:cNvSpPr>
          <p:nvPr/>
        </p:nvSpPr>
        <p:spPr>
          <a:xfrm>
            <a:off x="665607" y="2231136"/>
            <a:ext cx="202311" cy="202311"/>
          </a:xfrm>
          <a:prstGeom prst="ellipse">
            <a:avLst/>
          </a:prstGeom>
          <a:noFill/>
          <a:ln w="17562">
            <a:solidFill>
              <a:srgbClr val="28463A"/>
            </a:solidFill>
            <a:prstDash val="solid"/>
          </a:ln>
        </p:spPr>
      </p:sp>
      <p:sp>
        <p:nvSpPr>
          <p:cNvPr id="14" name="icon-camera-14">
            <a:extLst>
              <a:ext uri="{FF2B5EF4-FFF2-40B4-BE49-F238E27FC236}">
                <ns2:creationId id="{764A2D40-7351-4B56-970D-7B8C50A87175}"/>
              </a:ext>
            </a:extLst>
          </p:cNvPr>
          <p:cNvSpPr>
            <a:spLocks noGrp="1"/>
          </p:cNvSpPr>
          <p:nvPr/>
        </p:nvSpPr>
        <p:spPr>
          <a:xfrm>
            <a:off x="901637" y="2203037"/>
            <a:ext cx="44958" cy="44958"/>
          </a:xfrm>
          <a:prstGeom prst="ellipse">
            <a:avLst/>
          </a:prstGeom>
          <a:solidFill>
            <a:srgbClr val="28463A"/>
          </a:solidFill>
          <a:ln w="17562">
            <a:solidFill>
              <a:srgbClr val="28463A"/>
            </a:solidFill>
            <a:prstDash val="solid"/>
          </a:ln>
        </p:spPr>
      </p:sp>
      <p:sp>
        <p:nvSpPr>
          <p:cNvPr id="15" name="arrow-15">
            <a:extLst>
              <a:ext uri="{FF2B5EF4-FFF2-40B4-BE49-F238E27FC236}">
                <ns2:creationId id="{3B41100B-3731-4E96-8C0E-5FE056927839}"/>
              </a:ext>
            </a:extLst>
          </p:cNvPr>
          <p:cNvSpPr>
            <a:spLocks noGrp="1"/>
          </p:cNvSpPr>
          <p:nvPr/>
        </p:nvSpPr>
        <p:spPr>
          <a:xfrm>
            <a:off x="1209675" y="2276475"/>
            <a:ext cx="514350" cy="152400"/>
          </a:xfrm>
          <a:prstGeom prst="rightArrow">
            <a:avLst/>
          </a:prstGeom>
          <a:solidFill>
            <a:srgbClr val="8A9B81"/>
          </a:solidFill>
          <a:ln w="0">
            <a:noFill/>
            <a:prstDash val="solid"/>
          </a:ln>
        </p:spPr>
      </p:sp>
      <p:sp>
        <p:nvSpPr>
          <p:cNvPr id="16" name="icon-database-16">
            <a:extLst>
              <a:ext uri="{FF2B5EF4-FFF2-40B4-BE49-F238E27FC236}">
                <ns2:creationId id="{BFB9EF2D-09EA-4146-899E-7CFF18723CBD}"/>
              </a:ext>
            </a:extLst>
          </p:cNvPr>
          <p:cNvSpPr>
            <a:spLocks noGrp="1"/>
          </p:cNvSpPr>
          <p:nvPr/>
        </p:nvSpPr>
        <p:spPr>
          <a:xfrm>
            <a:off x="1974342" y="2133791"/>
            <a:ext cx="375666" cy="348044"/>
          </a:xfrm>
          <a:prstGeom prst="can">
            <a:avLst/>
          </a:prstGeom>
          <a:noFill/>
          <a:ln w="17264">
            <a:solidFill>
              <a:srgbClr val="28463A"/>
            </a:solidFill>
            <a:prstDash val="solid"/>
          </a:ln>
        </p:spPr>
      </p:sp>
      <p:sp>
        <p:nvSpPr>
          <p:cNvPr id="17" name="vector-17">
            <a:extLst>
              <a:ext uri="{FF2B5EF4-FFF2-40B4-BE49-F238E27FC236}">
                <ns2:creationId id="{5D338C03-29A4-4ABC-9597-A47E375EB639}"/>
              </a:ext>
            </a:extLst>
          </p:cNvPr>
          <p:cNvSpPr>
            <a:spLocks noGrp="1"/>
          </p:cNvSpPr>
          <p:nvPr/>
        </p:nvSpPr>
        <p:spPr>
          <a:xfrm>
            <a:off x="1885950" y="2028825"/>
            <a:ext cx="552450" cy="5524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8415">
            <a:solidFill>
              <a:srgbClr val="28463A"/>
            </a:solidFill>
            <a:prstDash val="solid"/>
          </a:ln>
        </p:spPr>
      </p:sp>
      <p:sp>
        <p:nvSpPr>
          <p:cNvPr id="18" name="vector-18">
            <a:extLst>
              <a:ext uri="{FF2B5EF4-FFF2-40B4-BE49-F238E27FC236}">
                <ns2:creationId id="{4A0F57E7-19A9-4201-A233-CB98E2D269BB}"/>
              </a:ext>
            </a:extLst>
          </p:cNvPr>
          <p:cNvSpPr>
            <a:spLocks noGrp="1"/>
          </p:cNvSpPr>
          <p:nvPr/>
        </p:nvSpPr>
        <p:spPr>
          <a:xfrm>
            <a:off x="1885950" y="2028825"/>
            <a:ext cx="552450" cy="5524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8415">
            <a:solidFill>
              <a:srgbClr val="28463A"/>
            </a:solidFill>
            <a:prstDash val="solid"/>
          </a:ln>
        </p:spPr>
      </p:sp>
      <p:graphicFrame>
        <p:nvGraphicFramePr>
          <p:cNvPr id="19" name="">
            <a:extLst>
              <a:ext uri="{FF2B5EF4-FFF2-40B4-BE49-F238E27FC236}">
                <ns2:creationId id="{8458677B-EE92-4571-B2B2-DB00806FD411}"/>
              </a:ext>
            </a:extLst>
          </p:cNvPr>
          <p:cNvGraphicFramePr/>
          <p:nvPr/>
        </p:nvGraphicFramePr>
        <p:xfrm>
          <a:off x="342900" y="2695575"/>
          <a:ext cx="3686175" cy="523875"/>
        </p:xfrm>
        <a:graphic>
          <a:graphicData uri="http://schemas.openxmlformats.org/drawingml/2006/table">
            <a:tbl>
              <a:tblPr/>
              <a:tblGrid>
                <a:gridCol w="1228725"/>
                <a:gridCol w="1228725"/>
                <a:gridCol w="1228725"/>
              </a:tblGrid>
              <a:tr h="261938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AE0DE"/>
                      </a:solidFill>
                      <a:prstDash val="solid"/>
                    </a:lnL>
                    <a:lnR w="5715">
                      <a:solidFill>
                        <a:srgbClr val="DAE0DE"/>
                      </a:solidFill>
                      <a:prstDash val="solid"/>
                    </a:lnR>
                    <a:lnT w="5715">
                      <a:solidFill>
                        <a:srgbClr val="DAE0DE"/>
                      </a:solidFill>
                      <a:prstDash val="solid"/>
                    </a:lnT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28463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内容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T w="5715">
                      <a:solidFill>
                        <a:srgbClr val="DAE0DE"/>
                      </a:solidFill>
                      <a:prstDash val="solid"/>
                    </a:lnT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28463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时间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T w="5715">
                      <a:solidFill>
                        <a:srgbClr val="DAE0DE"/>
                      </a:solidFill>
                      <a:prstDash val="solid"/>
                    </a:lnT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28463A"/>
                    </a:solidFill>
                  </a:tcPr>
                </a:tc>
              </a:tr>
              <a:tr h="261938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相机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AE0DE"/>
                      </a:solidFill>
                      <a:prstDash val="solid"/>
                    </a:lnL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物种与位置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日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AE0DE"/>
                      </a:solidFill>
                      <a:prstDash val="solid"/>
                    </a:lnR>
                    <a:lnB w="5715">
                      <a:solidFill>
                        <a:srgbClr val="DAE0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panel-19">
            <a:extLst>
              <a:ext uri="{FF2B5EF4-FFF2-40B4-BE49-F238E27FC236}">
                <ns2:creationId id="{A5A83482-C219-47CD-A498-1F10CD443571}"/>
              </a:ext>
            </a:extLst>
          </p:cNvPr>
          <p:cNvSpPr>
            <a:spLocks noGrp="1"/>
          </p:cNvSpPr>
          <p:nvPr/>
        </p:nvSpPr>
        <p:spPr>
          <a:xfrm>
            <a:off x="8039100" y="971550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AE0DE"/>
            </a:solidFill>
            <a:prstDash val="solid"/>
          </a:ln>
        </p:spPr>
      </p:sp>
      <p:sp>
        <p:nvSpPr>
          <p:cNvPr id="21" name="shape-20">
            <a:extLst>
              <a:ext uri="{FF2B5EF4-FFF2-40B4-BE49-F238E27FC236}">
                <ns2:creationId id="{AACBB65B-8972-4E49-9417-6A7E008E8774}"/>
              </a:ext>
            </a:extLst>
          </p:cNvPr>
          <p:cNvSpPr>
            <a:spLocks noGrp="1"/>
          </p:cNvSpPr>
          <p:nvPr/>
        </p:nvSpPr>
        <p:spPr>
          <a:xfrm>
            <a:off x="8048625" y="981075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22" name="vector-21">
            <a:extLst>
              <a:ext uri="{FF2B5EF4-FFF2-40B4-BE49-F238E27FC236}">
                <ns2:creationId id="{31F6CEEE-7617-45A0-A601-663E1092A943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23" name="vector-22">
            <a:extLst>
              <a:ext uri="{FF2B5EF4-FFF2-40B4-BE49-F238E27FC236}">
                <ns2:creationId id="{1EE5B244-D419-4F32-AE03-D0DA63CA2E0D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24" name="vector-23">
            <a:extLst>
              <a:ext uri="{FF2B5EF4-FFF2-40B4-BE49-F238E27FC236}">
                <ns2:creationId id="{529956F8-0108-4435-A1CD-1A15888FED37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25" name="vector-24">
            <a:extLst>
              <a:ext uri="{FF2B5EF4-FFF2-40B4-BE49-F238E27FC236}">
                <ns2:creationId id="{82CBF375-0878-48DA-A369-5F170632B692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26" name="vector-25">
            <a:extLst>
              <a:ext uri="{FF2B5EF4-FFF2-40B4-BE49-F238E27FC236}">
                <ns2:creationId id="{6C1C4267-951D-44AE-BAE3-78A31CEE8170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27" name="vector-26">
            <a:extLst>
              <a:ext uri="{FF2B5EF4-FFF2-40B4-BE49-F238E27FC236}">
                <ns2:creationId id="{55497356-0670-44DD-9E65-5B5EA93963C8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28" name="vector-27">
            <a:extLst>
              <a:ext uri="{FF2B5EF4-FFF2-40B4-BE49-F238E27FC236}">
                <ns2:creationId id="{30CBC7AE-F2BC-45AE-A8F1-434D6B87B845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29" name="icon-network-28">
            <a:extLst>
              <a:ext uri="{FF2B5EF4-FFF2-40B4-BE49-F238E27FC236}">
                <ns2:creationId id="{6E12A5F9-7284-4DA1-912C-B60CF8102E96}"/>
              </a:ext>
            </a:extLst>
          </p:cNvPr>
          <p:cNvSpPr>
            <a:spLocks noGrp="1"/>
          </p:cNvSpPr>
          <p:nvPr/>
        </p:nvSpPr>
        <p:spPr>
          <a:xfrm>
            <a:off x="8168831" y="1124903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30" name="icon-network-29">
            <a:extLst>
              <a:ext uri="{FF2B5EF4-FFF2-40B4-BE49-F238E27FC236}">
                <ns2:creationId id="{ED9C9AFF-10A2-4293-B818-6C3A681D8732}"/>
              </a:ext>
            </a:extLst>
          </p:cNvPr>
          <p:cNvSpPr>
            <a:spLocks noGrp="1"/>
          </p:cNvSpPr>
          <p:nvPr/>
        </p:nvSpPr>
        <p:spPr>
          <a:xfrm>
            <a:off x="8251127" y="1060609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31" name="icon-network-30">
            <a:extLst>
              <a:ext uri="{FF2B5EF4-FFF2-40B4-BE49-F238E27FC236}">
                <ns2:creationId id="{BB68628D-CB1A-49D1-9CEE-8D4327A163D6}"/>
              </a:ext>
            </a:extLst>
          </p:cNvPr>
          <p:cNvSpPr>
            <a:spLocks noGrp="1"/>
          </p:cNvSpPr>
          <p:nvPr/>
        </p:nvSpPr>
        <p:spPr>
          <a:xfrm>
            <a:off x="8351425" y="1106900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32" name="icon-network-31">
            <a:extLst>
              <a:ext uri="{FF2B5EF4-FFF2-40B4-BE49-F238E27FC236}">
                <ns2:creationId id="{0A7660EF-6D1D-48DF-A360-DBDC86A865A9}"/>
              </a:ext>
            </a:extLst>
          </p:cNvPr>
          <p:cNvSpPr>
            <a:spLocks noGrp="1"/>
          </p:cNvSpPr>
          <p:nvPr/>
        </p:nvSpPr>
        <p:spPr>
          <a:xfrm>
            <a:off x="8312849" y="1243203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33" name="icon-network-32">
            <a:extLst>
              <a:ext uri="{FF2B5EF4-FFF2-40B4-BE49-F238E27FC236}">
                <ns2:creationId id="{B8D0BDCC-2BCF-414A-8A83-757C6EEBF67C}"/>
              </a:ext>
            </a:extLst>
          </p:cNvPr>
          <p:cNvSpPr>
            <a:spLocks noGrp="1"/>
          </p:cNvSpPr>
          <p:nvPr/>
        </p:nvSpPr>
        <p:spPr>
          <a:xfrm>
            <a:off x="8197120" y="1240631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34" name="text-33">
            <a:extLst>
              <a:ext uri="{FF2B5EF4-FFF2-40B4-BE49-F238E27FC236}">
                <ns2:creationId id="{6038650F-23E7-4D5A-88A3-BBF352D72FE6}"/>
              </a:ext>
            </a:extLst>
          </p:cNvPr>
          <p:cNvSpPr>
            <a:spLocks noGrp="1"/>
          </p:cNvSpPr>
          <p:nvPr/>
        </p:nvSpPr>
        <p:spPr>
          <a:xfrm>
            <a:off x="8496300" y="1038225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模型分析</a:t>
            </a:r>
            <a:endParaRPr/>
          </a:p>
        </p:txBody>
      </p:sp>
      <p:sp>
        <p:nvSpPr>
          <p:cNvPr id="35" name="text-34">
            <a:extLst>
              <a:ext uri="{FF2B5EF4-FFF2-40B4-BE49-F238E27FC236}">
                <ns2:creationId id="{710C4843-9125-49EE-80B4-C821E97CFDEB}"/>
              </a:ext>
            </a:extLst>
          </p:cNvPr>
          <p:cNvSpPr>
            <a:spLocks noGrp="1"/>
          </p:cNvSpPr>
          <p:nvPr/>
        </p:nvSpPr>
        <p:spPr>
          <a:xfrm>
            <a:off x="8210550" y="1457325"/>
            <a:ext cx="3590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定义响应与解释变量，比较候选模型</a:t>
            </a:r>
            <a:endParaRPr/>
          </a:p>
        </p:txBody>
      </p:sp>
      <p:sp>
        <p:nvSpPr>
          <p:cNvPr id="36" name="vector-35">
            <a:extLst>
              <a:ext uri="{FF2B5EF4-FFF2-40B4-BE49-F238E27FC236}">
                <ns2:creationId id="{1CFEA93C-1648-41BE-BD34-F4C1EA09DACC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30163">
            <a:solidFill>
              <a:srgbClr val="28463A"/>
            </a:solidFill>
            <a:prstDash val="solid"/>
          </a:ln>
        </p:spPr>
      </p:sp>
      <p:sp>
        <p:nvSpPr>
          <p:cNvPr id="37" name="vector-36">
            <a:extLst>
              <a:ext uri="{FF2B5EF4-FFF2-40B4-BE49-F238E27FC236}">
                <ns2:creationId id="{9F8971EB-A853-4691-BEA7-6DA50CFC1DED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30163">
            <a:solidFill>
              <a:srgbClr val="28463A"/>
            </a:solidFill>
            <a:prstDash val="solid"/>
          </a:ln>
        </p:spPr>
      </p:sp>
      <p:sp>
        <p:nvSpPr>
          <p:cNvPr id="38" name="vector-37">
            <a:extLst>
              <a:ext uri="{FF2B5EF4-FFF2-40B4-BE49-F238E27FC236}">
                <ns2:creationId id="{91D432D5-C176-4A4F-B49F-74BB0C137DD3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30163">
            <a:solidFill>
              <a:srgbClr val="28463A"/>
            </a:solidFill>
            <a:prstDash val="solid"/>
          </a:ln>
        </p:spPr>
      </p:sp>
      <p:sp>
        <p:nvSpPr>
          <p:cNvPr id="39" name="vector-38">
            <a:extLst>
              <a:ext uri="{FF2B5EF4-FFF2-40B4-BE49-F238E27FC236}">
                <ns2:creationId id="{F19E1B0B-46EE-42C3-8F02-67527C150065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30163">
            <a:solidFill>
              <a:srgbClr val="28463A"/>
            </a:solidFill>
            <a:prstDash val="solid"/>
          </a:ln>
        </p:spPr>
      </p:sp>
      <p:sp>
        <p:nvSpPr>
          <p:cNvPr id="40" name="vector-39">
            <a:extLst>
              <a:ext uri="{FF2B5EF4-FFF2-40B4-BE49-F238E27FC236}">
                <ns2:creationId id="{47BF0708-F817-496D-AC8B-6ED6ED8F6709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30163">
            <a:solidFill>
              <a:srgbClr val="28463A"/>
            </a:solidFill>
            <a:prstDash val="solid"/>
          </a:ln>
        </p:spPr>
      </p:sp>
      <p:sp>
        <p:nvSpPr>
          <p:cNvPr id="41" name="vector-40">
            <a:extLst>
              <a:ext uri="{FF2B5EF4-FFF2-40B4-BE49-F238E27FC236}">
                <ns2:creationId id="{E6B4D16F-AE32-43B8-841C-990F3C9A2364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30163">
            <a:solidFill>
              <a:srgbClr val="28463A"/>
            </a:solidFill>
            <a:prstDash val="solid"/>
          </a:ln>
        </p:spPr>
      </p:sp>
      <p:sp>
        <p:nvSpPr>
          <p:cNvPr id="42" name="vector-41">
            <a:extLst>
              <a:ext uri="{FF2B5EF4-FFF2-40B4-BE49-F238E27FC236}">
                <ns2:creationId id="{E94242AE-84AB-41B6-8409-0B52A7F8A08E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30163">
            <a:solidFill>
              <a:srgbClr val="28463A"/>
            </a:solidFill>
            <a:prstDash val="solid"/>
          </a:ln>
        </p:spPr>
      </p:sp>
      <p:sp>
        <p:nvSpPr>
          <p:cNvPr id="43" name="icon-network-42">
            <a:extLst>
              <a:ext uri="{FF2B5EF4-FFF2-40B4-BE49-F238E27FC236}">
                <ns2:creationId id="{8D0A1C92-7920-4457-8590-B9DA5EC15556}"/>
              </a:ext>
            </a:extLst>
          </p:cNvPr>
          <p:cNvSpPr>
            <a:spLocks noGrp="1"/>
          </p:cNvSpPr>
          <p:nvPr/>
        </p:nvSpPr>
        <p:spPr>
          <a:xfrm>
            <a:off x="8255318" y="2357438"/>
            <a:ext cx="126683" cy="126683"/>
          </a:xfrm>
          <a:prstGeom prst="ellipse">
            <a:avLst/>
          </a:prstGeom>
          <a:solidFill>
            <a:srgbClr val="FFFFFF"/>
          </a:solidFill>
          <a:ln w="28277">
            <a:solidFill>
              <a:srgbClr val="28463A"/>
            </a:solidFill>
            <a:prstDash val="solid"/>
          </a:ln>
        </p:spPr>
      </p:sp>
      <p:sp>
        <p:nvSpPr>
          <p:cNvPr id="44" name="icon-network-43">
            <a:extLst>
              <a:ext uri="{FF2B5EF4-FFF2-40B4-BE49-F238E27FC236}">
                <ns2:creationId id="{431E3371-028A-4420-8650-A0CF2BF3DE5E}"/>
              </a:ext>
            </a:extLst>
          </p:cNvPr>
          <p:cNvSpPr>
            <a:spLocks noGrp="1"/>
          </p:cNvSpPr>
          <p:nvPr/>
        </p:nvSpPr>
        <p:spPr>
          <a:xfrm>
            <a:off x="8544878" y="2131219"/>
            <a:ext cx="126683" cy="126683"/>
          </a:xfrm>
          <a:prstGeom prst="ellipse">
            <a:avLst/>
          </a:prstGeom>
          <a:solidFill>
            <a:srgbClr val="FFFFFF"/>
          </a:solidFill>
          <a:ln w="28277">
            <a:solidFill>
              <a:srgbClr val="28463A"/>
            </a:solidFill>
            <a:prstDash val="solid"/>
          </a:ln>
        </p:spPr>
      </p:sp>
      <p:sp>
        <p:nvSpPr>
          <p:cNvPr id="45" name="icon-network-44">
            <a:extLst>
              <a:ext uri="{FF2B5EF4-FFF2-40B4-BE49-F238E27FC236}">
                <ns2:creationId id="{59137A1D-84FD-4813-B749-B6B6386392BB}"/>
              </a:ext>
            </a:extLst>
          </p:cNvPr>
          <p:cNvSpPr>
            <a:spLocks noGrp="1"/>
          </p:cNvSpPr>
          <p:nvPr/>
        </p:nvSpPr>
        <p:spPr>
          <a:xfrm>
            <a:off x="8897779" y="2294096"/>
            <a:ext cx="126683" cy="126683"/>
          </a:xfrm>
          <a:prstGeom prst="ellipse">
            <a:avLst/>
          </a:prstGeom>
          <a:solidFill>
            <a:srgbClr val="FFFFFF"/>
          </a:solidFill>
          <a:ln w="28277">
            <a:solidFill>
              <a:srgbClr val="28463A"/>
            </a:solidFill>
            <a:prstDash val="solid"/>
          </a:ln>
        </p:spPr>
      </p:sp>
      <p:sp>
        <p:nvSpPr>
          <p:cNvPr id="46" name="icon-network-45">
            <a:extLst>
              <a:ext uri="{FF2B5EF4-FFF2-40B4-BE49-F238E27FC236}">
                <ns2:creationId id="{821B0214-3B3F-4347-8171-AD83496D7DE8}"/>
              </a:ext>
            </a:extLst>
          </p:cNvPr>
          <p:cNvSpPr>
            <a:spLocks noGrp="1"/>
          </p:cNvSpPr>
          <p:nvPr/>
        </p:nvSpPr>
        <p:spPr>
          <a:xfrm>
            <a:off x="8762048" y="2773680"/>
            <a:ext cx="126683" cy="126683"/>
          </a:xfrm>
          <a:prstGeom prst="ellipse">
            <a:avLst/>
          </a:prstGeom>
          <a:solidFill>
            <a:srgbClr val="FFFFFF"/>
          </a:solidFill>
          <a:ln w="28277">
            <a:solidFill>
              <a:srgbClr val="28463A"/>
            </a:solidFill>
            <a:prstDash val="solid"/>
          </a:ln>
        </p:spPr>
      </p:sp>
      <p:sp>
        <p:nvSpPr>
          <p:cNvPr id="47" name="icon-network-46">
            <a:extLst>
              <a:ext uri="{FF2B5EF4-FFF2-40B4-BE49-F238E27FC236}">
                <ns2:creationId id="{BE73A308-2A44-4D21-9321-97105C3B1ACE}"/>
              </a:ext>
            </a:extLst>
          </p:cNvPr>
          <p:cNvSpPr>
            <a:spLocks noGrp="1"/>
          </p:cNvSpPr>
          <p:nvPr/>
        </p:nvSpPr>
        <p:spPr>
          <a:xfrm>
            <a:off x="8354854" y="2764631"/>
            <a:ext cx="126683" cy="126683"/>
          </a:xfrm>
          <a:prstGeom prst="ellipse">
            <a:avLst/>
          </a:prstGeom>
          <a:solidFill>
            <a:srgbClr val="FFFFFF"/>
          </a:solidFill>
          <a:ln w="28277">
            <a:solidFill>
              <a:srgbClr val="28463A"/>
            </a:solidFill>
            <a:prstDash val="solid"/>
          </a:ln>
        </p:spPr>
      </p:sp>
      <p:graphicFrame>
        <p:nvGraphicFramePr>
          <p:cNvPr id="48" name="Chart">
            <a:extLst>
              <a:ext uri="{FF2B5EF4-FFF2-40B4-BE49-F238E27FC236}">
                <ns2:creationId id="{54661598-96C5-4A59-B24C-B7C1BF6E452D}"/>
              </a:ext>
            </a:extLst>
          </p:cNvPr>
          <p:cNvGraphicFramePr/>
          <p:nvPr/>
        </p:nvGraphicFramePr>
        <p:xfrm>
          <a:off x="9305925" y="1990725"/>
          <a:ext cx="2514600" cy="1247775"/>
        </p:xfrm>
        <a:graphic>
          <a:graphicData uri="http://schemas.openxmlformats.org/drawingml/2006/chart">
            <c:chart r:id="Rd3976b09d88d407c"/>
          </a:graphicData>
        </a:graphic>
      </p:graphicFrame>
      <p:sp>
        <p:nvSpPr>
          <p:cNvPr id="49" name="text-47">
            <a:extLst>
              <a:ext uri="{FF2B5EF4-FFF2-40B4-BE49-F238E27FC236}">
                <ns2:creationId id="{EE2126A8-D609-4900-9EAB-BEB68BD27349}"/>
              </a:ext>
            </a:extLst>
          </p:cNvPr>
          <p:cNvSpPr>
            <a:spLocks noGrp="1"/>
          </p:cNvSpPr>
          <p:nvPr/>
        </p:nvSpPr>
        <p:spPr>
          <a:xfrm>
            <a:off x="10110597" y="304800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预测值</a:t>
            </a:r>
            <a:endParaRPr/>
          </a:p>
        </p:txBody>
      </p:sp>
      <p:sp>
        <p:nvSpPr>
          <p:cNvPr id="50" name="text-48">
            <a:extLst>
              <a:ext uri="{FF2B5EF4-FFF2-40B4-BE49-F238E27FC236}">
                <ns2:creationId id="{6EBCC3F8-5D4B-46BD-8BCE-03D37E198924}"/>
              </a:ext>
            </a:extLst>
          </p:cNvPr>
          <p:cNvSpPr>
            <a:spLocks noGrp="1"/>
          </p:cNvSpPr>
          <p:nvPr/>
        </p:nvSpPr>
        <p:spPr>
          <a:xfrm>
            <a:off x="9808845" y="1857375"/>
            <a:ext cx="100584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观测值</a:t>
            </a:r>
            <a:endParaRPr/>
          </a:p>
        </p:txBody>
      </p:sp>
      <p:sp>
        <p:nvSpPr>
          <p:cNvPr id="51" name="panel-49">
            <a:extLst>
              <a:ext uri="{FF2B5EF4-FFF2-40B4-BE49-F238E27FC236}">
                <ns2:creationId id="{302EBCF8-3653-4B27-B81E-6AF93841C6EA}"/>
              </a:ext>
            </a:extLst>
          </p:cNvPr>
          <p:cNvSpPr>
            <a:spLocks noGrp="1"/>
          </p:cNvSpPr>
          <p:nvPr/>
        </p:nvSpPr>
        <p:spPr>
          <a:xfrm>
            <a:off x="8039100" y="3705225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AE0DE"/>
            </a:solidFill>
            <a:prstDash val="solid"/>
          </a:ln>
        </p:spPr>
      </p:sp>
      <p:sp>
        <p:nvSpPr>
          <p:cNvPr id="52" name="shape-50">
            <a:extLst>
              <a:ext uri="{FF2B5EF4-FFF2-40B4-BE49-F238E27FC236}">
                <ns2:creationId id="{11E54686-F990-4F77-BF79-7BCBC5477B7E}"/>
              </a:ext>
            </a:extLst>
          </p:cNvPr>
          <p:cNvSpPr>
            <a:spLocks noGrp="1"/>
          </p:cNvSpPr>
          <p:nvPr/>
        </p:nvSpPr>
        <p:spPr>
          <a:xfrm>
            <a:off x="8048625" y="3714750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53" name="icon-check-51">
            <a:extLst>
              <a:ext uri="{FF2B5EF4-FFF2-40B4-BE49-F238E27FC236}">
                <ns2:creationId id="{F6422369-E765-4727-9A49-9864E4885CEC}"/>
              </a:ext>
            </a:extLst>
          </p:cNvPr>
          <p:cNvSpPr>
            <a:spLocks noGrp="1"/>
          </p:cNvSpPr>
          <p:nvPr/>
        </p:nvSpPr>
        <p:spPr>
          <a:xfrm>
            <a:off x="8179118" y="3807143"/>
            <a:ext cx="205740" cy="205740"/>
          </a:xfrm>
          <a:prstGeom prst="ellipse">
            <a:avLst/>
          </a:prstGeom>
          <a:noFill/>
          <a:ln w="12383">
            <a:solidFill>
              <a:srgbClr val="28463A"/>
            </a:solidFill>
            <a:prstDash val="solid"/>
          </a:ln>
        </p:spPr>
      </p:sp>
      <p:sp>
        <p:nvSpPr>
          <p:cNvPr id="54" name="vector-52">
            <a:extLst>
              <a:ext uri="{FF2B5EF4-FFF2-40B4-BE49-F238E27FC236}">
                <ns2:creationId id="{3BE24C2F-A6FA-418D-8755-FDAF485CD818}"/>
              </a:ext>
            </a:extLst>
          </p:cNvPr>
          <p:cNvSpPr>
            <a:spLocks noGrp="1"/>
          </p:cNvSpPr>
          <p:nvPr/>
        </p:nvSpPr>
        <p:spPr>
          <a:xfrm>
            <a:off x="8153400" y="3781425"/>
            <a:ext cx="257175" cy="2571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55" name="vector-53">
            <a:extLst>
              <a:ext uri="{FF2B5EF4-FFF2-40B4-BE49-F238E27FC236}">
                <ns2:creationId id="{4388A000-9E65-45A6-BBF8-743DCC964A3E}"/>
              </a:ext>
            </a:extLst>
          </p:cNvPr>
          <p:cNvSpPr>
            <a:spLocks noGrp="1"/>
          </p:cNvSpPr>
          <p:nvPr/>
        </p:nvSpPr>
        <p:spPr>
          <a:xfrm>
            <a:off x="8153400" y="3781425"/>
            <a:ext cx="257175" cy="2571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56" name="text-54">
            <a:extLst>
              <a:ext uri="{FF2B5EF4-FFF2-40B4-BE49-F238E27FC236}">
                <ns2:creationId id="{495DD67C-F78A-43FB-BD39-F15B922C0505}"/>
              </a:ext>
            </a:extLst>
          </p:cNvPr>
          <p:cNvSpPr>
            <a:spLocks noGrp="1"/>
          </p:cNvSpPr>
          <p:nvPr/>
        </p:nvSpPr>
        <p:spPr>
          <a:xfrm>
            <a:off x="8496300" y="37719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  <a:endParaRPr/>
          </a:p>
        </p:txBody>
      </p:sp>
      <p:sp>
        <p:nvSpPr>
          <p:cNvPr id="57" name="text-55">
            <a:extLst>
              <a:ext uri="{FF2B5EF4-FFF2-40B4-BE49-F238E27FC236}">
                <ns2:creationId id="{3C57777D-BF80-4562-83E8-6C6B1E8D994C}"/>
              </a:ext>
            </a:extLst>
          </p:cNvPr>
          <p:cNvSpPr>
            <a:spLocks noGrp="1"/>
          </p:cNvSpPr>
          <p:nvPr/>
        </p:nvSpPr>
        <p:spPr>
          <a:xfrm>
            <a:off x="8210550" y="4191000"/>
            <a:ext cx="3590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开展独立复测，核对预测与现场记录</a:t>
            </a:r>
            <a:endParaRPr/>
          </a:p>
        </p:txBody>
      </p:sp>
      <p:sp>
        <p:nvSpPr>
          <p:cNvPr id="58" name="icon-check-56">
            <a:extLst>
              <a:ext uri="{FF2B5EF4-FFF2-40B4-BE49-F238E27FC236}">
                <ns2:creationId id="{3C7D2087-2EA3-4DCB-BC19-F38E77920FBD}"/>
              </a:ext>
            </a:extLst>
          </p:cNvPr>
          <p:cNvSpPr>
            <a:spLocks noGrp="1"/>
          </p:cNvSpPr>
          <p:nvPr/>
        </p:nvSpPr>
        <p:spPr>
          <a:xfrm>
            <a:off x="8410575" y="4905375"/>
            <a:ext cx="685800" cy="685800"/>
          </a:xfrm>
          <a:prstGeom prst="ellipse">
            <a:avLst/>
          </a:prstGeom>
          <a:noFill/>
          <a:ln w="26789">
            <a:solidFill>
              <a:srgbClr val="28463A"/>
            </a:solidFill>
            <a:prstDash val="solid"/>
          </a:ln>
        </p:spPr>
      </p:sp>
      <p:sp>
        <p:nvSpPr>
          <p:cNvPr id="59" name="vector-57">
            <a:extLst>
              <a:ext uri="{FF2B5EF4-FFF2-40B4-BE49-F238E27FC236}">
                <ns2:creationId id="{F82D5B1E-D38E-4E9C-8726-7158D525896C}"/>
              </a:ext>
            </a:extLst>
          </p:cNvPr>
          <p:cNvSpPr>
            <a:spLocks noGrp="1"/>
          </p:cNvSpPr>
          <p:nvPr/>
        </p:nvSpPr>
        <p:spPr>
          <a:xfrm>
            <a:off x="8324850" y="4819650"/>
            <a:ext cx="857250" cy="857250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8575">
            <a:solidFill>
              <a:srgbClr val="28463A"/>
            </a:solidFill>
            <a:prstDash val="solid"/>
          </a:ln>
        </p:spPr>
      </p:sp>
      <p:sp>
        <p:nvSpPr>
          <p:cNvPr id="60" name="vector-58">
            <a:extLst>
              <a:ext uri="{FF2B5EF4-FFF2-40B4-BE49-F238E27FC236}">
                <ns2:creationId id="{D98FA649-F325-45F6-8E72-738835F9A550}"/>
              </a:ext>
            </a:extLst>
          </p:cNvPr>
          <p:cNvSpPr>
            <a:spLocks noGrp="1"/>
          </p:cNvSpPr>
          <p:nvPr/>
        </p:nvSpPr>
        <p:spPr>
          <a:xfrm>
            <a:off x="8324850" y="4819650"/>
            <a:ext cx="857250" cy="857250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8575">
            <a:solidFill>
              <a:srgbClr val="28463A"/>
            </a:solidFill>
            <a:prstDash val="solid"/>
          </a:ln>
        </p:spPr>
      </p:sp>
      <p:sp>
        <p:nvSpPr>
          <p:cNvPr id="61" name="shape-59">
            <a:extLst>
              <a:ext uri="{FF2B5EF4-FFF2-40B4-BE49-F238E27FC236}">
                <ns2:creationId id="{B7A63363-4881-44DB-8F20-5F3B22769E38}"/>
              </a:ext>
            </a:extLst>
          </p:cNvPr>
          <p:cNvSpPr>
            <a:spLocks noGrp="1"/>
          </p:cNvSpPr>
          <p:nvPr/>
        </p:nvSpPr>
        <p:spPr>
          <a:xfrm>
            <a:off x="9467850" y="4953000"/>
            <a:ext cx="47625" cy="47625"/>
          </a:xfrm>
          <a:prstGeom prst="rect">
            <a:avLst/>
          </a:prstGeom>
          <a:solidFill>
            <a:srgbClr val="8A9B81"/>
          </a:solidFill>
          <a:ln w="0">
            <a:noFill/>
            <a:prstDash val="solid"/>
          </a:ln>
        </p:spPr>
      </p:sp>
      <p:sp>
        <p:nvSpPr>
          <p:cNvPr id="62" name="text-60">
            <a:extLst>
              <a:ext uri="{FF2B5EF4-FFF2-40B4-BE49-F238E27FC236}">
                <ns2:creationId id="{DFFF3C4C-439B-413A-8FC4-48D511EBAC25}"/>
              </a:ext>
            </a:extLst>
          </p:cNvPr>
          <p:cNvSpPr>
            <a:spLocks noGrp="1"/>
          </p:cNvSpPr>
          <p:nvPr/>
        </p:nvSpPr>
        <p:spPr>
          <a:xfrm>
            <a:off x="9601200" y="48577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样地复测</a:t>
            </a:r>
            <a:endParaRPr/>
          </a:p>
        </p:txBody>
      </p:sp>
      <p:sp>
        <p:nvSpPr>
          <p:cNvPr id="63" name="shape-61">
            <a:extLst>
              <a:ext uri="{FF2B5EF4-FFF2-40B4-BE49-F238E27FC236}">
                <ns2:creationId id="{B7AFF510-FAFC-4168-972C-C848C8D64628}"/>
              </a:ext>
            </a:extLst>
          </p:cNvPr>
          <p:cNvSpPr>
            <a:spLocks noGrp="1"/>
          </p:cNvSpPr>
          <p:nvPr/>
        </p:nvSpPr>
        <p:spPr>
          <a:xfrm>
            <a:off x="9467850" y="5257800"/>
            <a:ext cx="47625" cy="47625"/>
          </a:xfrm>
          <a:prstGeom prst="rect">
            <a:avLst/>
          </a:prstGeom>
          <a:solidFill>
            <a:srgbClr val="8A9B81"/>
          </a:solidFill>
          <a:ln w="0">
            <a:noFill/>
            <a:prstDash val="solid"/>
          </a:ln>
        </p:spPr>
      </p:sp>
      <p:sp>
        <p:nvSpPr>
          <p:cNvPr id="64" name="text-62">
            <a:extLst>
              <a:ext uri="{FF2B5EF4-FFF2-40B4-BE49-F238E27FC236}">
                <ns2:creationId id="{34F8A7C4-2B06-4300-980C-DE26084B5F46}"/>
              </a:ext>
            </a:extLst>
          </p:cNvPr>
          <p:cNvSpPr>
            <a:spLocks noGrp="1"/>
          </p:cNvSpPr>
          <p:nvPr/>
        </p:nvSpPr>
        <p:spPr>
          <a:xfrm>
            <a:off x="9601200" y="51625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保留差异记录</a:t>
            </a:r>
            <a:endParaRPr/>
          </a:p>
        </p:txBody>
      </p:sp>
      <p:sp>
        <p:nvSpPr>
          <p:cNvPr id="65" name="shape-63">
            <a:extLst>
              <a:ext uri="{FF2B5EF4-FFF2-40B4-BE49-F238E27FC236}">
                <ns2:creationId id="{A7DE66B6-DFEA-4757-BDC7-ED7CF332CA49}"/>
              </a:ext>
            </a:extLst>
          </p:cNvPr>
          <p:cNvSpPr>
            <a:spLocks noGrp="1"/>
          </p:cNvSpPr>
          <p:nvPr/>
        </p:nvSpPr>
        <p:spPr>
          <a:xfrm>
            <a:off x="9467850" y="5562600"/>
            <a:ext cx="47625" cy="47625"/>
          </a:xfrm>
          <a:prstGeom prst="rect">
            <a:avLst/>
          </a:prstGeom>
          <a:solidFill>
            <a:srgbClr val="8A9B81"/>
          </a:solidFill>
          <a:ln w="0">
            <a:noFill/>
            <a:prstDash val="solid"/>
          </a:ln>
        </p:spPr>
      </p:sp>
      <p:sp>
        <p:nvSpPr>
          <p:cNvPr id="66" name="text-64">
            <a:extLst>
              <a:ext uri="{FF2B5EF4-FFF2-40B4-BE49-F238E27FC236}">
                <ns2:creationId id="{B2D059F4-63B5-4C80-92ED-D6926EB1F01B}"/>
              </a:ext>
            </a:extLst>
          </p:cNvPr>
          <p:cNvSpPr>
            <a:spLocks noGrp="1"/>
          </p:cNvSpPr>
          <p:nvPr/>
        </p:nvSpPr>
        <p:spPr>
          <a:xfrm>
            <a:off x="9601200" y="54673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核对检测过程</a:t>
            </a:r>
            <a:endParaRPr/>
          </a:p>
        </p:txBody>
      </p:sp>
      <p:sp>
        <p:nvSpPr>
          <p:cNvPr id="67" name="panel-65">
            <a:extLst>
              <a:ext uri="{FF2B5EF4-FFF2-40B4-BE49-F238E27FC236}">
                <ns2:creationId id="{DFD29F82-4215-4480-8DEE-18EC4786A24F}"/>
              </a:ext>
            </a:extLst>
          </p:cNvPr>
          <p:cNvSpPr>
            <a:spLocks noGrp="1"/>
          </p:cNvSpPr>
          <p:nvPr/>
        </p:nvSpPr>
        <p:spPr>
          <a:xfrm>
            <a:off x="228600" y="3705225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AE0DE"/>
            </a:solidFill>
            <a:prstDash val="solid"/>
          </a:ln>
        </p:spPr>
      </p:sp>
      <p:sp>
        <p:nvSpPr>
          <p:cNvPr id="68" name="shape-66">
            <a:extLst>
              <a:ext uri="{FF2B5EF4-FFF2-40B4-BE49-F238E27FC236}">
                <ns2:creationId id="{8FA50A07-31FE-46B1-A2BF-A91EFF0C3893}"/>
              </a:ext>
            </a:extLst>
          </p:cNvPr>
          <p:cNvSpPr>
            <a:spLocks noGrp="1"/>
          </p:cNvSpPr>
          <p:nvPr/>
        </p:nvSpPr>
        <p:spPr>
          <a:xfrm>
            <a:off x="238125" y="3714750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69" name="icon-clipboard-67">
            <a:extLst>
              <a:ext uri="{FF2B5EF4-FFF2-40B4-BE49-F238E27FC236}">
                <ns2:creationId id="{3B3B703F-9BEB-45B6-B8FC-601741A5B965}"/>
              </a:ext>
            </a:extLst>
          </p:cNvPr>
          <p:cNvSpPr>
            <a:spLocks noGrp="1"/>
          </p:cNvSpPr>
          <p:nvPr/>
        </p:nvSpPr>
        <p:spPr>
          <a:xfrm>
            <a:off x="389192" y="3812286"/>
            <a:ext cx="167164" cy="200597"/>
          </a:xfrm>
          <a:prstGeom prst="roundRect">
            <a:avLst>
              <a:gd name="adj" fmla="val 45584"/>
            </a:avLst>
          </a:prstGeom>
          <a:noFill/>
          <a:ln w="12383">
            <a:solidFill>
              <a:srgbClr val="28463A"/>
            </a:solidFill>
            <a:prstDash val="solid"/>
          </a:ln>
        </p:spPr>
      </p:sp>
      <p:sp>
        <p:nvSpPr>
          <p:cNvPr id="70" name="icon-clipboard-68">
            <a:extLst>
              <a:ext uri="{FF2B5EF4-FFF2-40B4-BE49-F238E27FC236}">
                <ns2:creationId id="{55E6B8DC-8572-42A5-B1B1-F295E7C0C535}"/>
              </a:ext>
            </a:extLst>
          </p:cNvPr>
          <p:cNvSpPr>
            <a:spLocks noGrp="1"/>
          </p:cNvSpPr>
          <p:nvPr/>
        </p:nvSpPr>
        <p:spPr>
          <a:xfrm>
            <a:off x="432911" y="3794284"/>
            <a:ext cx="77153" cy="38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71" name="vector-69">
            <a:extLst>
              <a:ext uri="{FF2B5EF4-FFF2-40B4-BE49-F238E27FC236}">
                <ns2:creationId id="{60A3D713-940E-4142-BE33-6098719C948F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72" name="vector-70">
            <a:extLst>
              <a:ext uri="{FF2B5EF4-FFF2-40B4-BE49-F238E27FC236}">
                <ns2:creationId id="{66F809C0-CB1D-45F9-8D68-94E479A22C23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73" name="vector-71">
            <a:extLst>
              <a:ext uri="{FF2B5EF4-FFF2-40B4-BE49-F238E27FC236}">
                <ns2:creationId id="{DDB897FB-FA83-4EC6-9001-1F2C4C16158F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74" name="vector-72">
            <a:extLst>
              <a:ext uri="{FF2B5EF4-FFF2-40B4-BE49-F238E27FC236}">
                <ns2:creationId id="{90F052FA-7966-44B3-A240-0FC5DAD5FD04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75" name="vector-73">
            <a:extLst>
              <a:ext uri="{FF2B5EF4-FFF2-40B4-BE49-F238E27FC236}">
                <ns2:creationId id="{E0C24D4B-3FFA-4DF8-9432-1F3BC5F80452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76" name="vector-74">
            <a:extLst>
              <a:ext uri="{FF2B5EF4-FFF2-40B4-BE49-F238E27FC236}">
                <ns2:creationId id="{4800114E-D16D-4CB5-93F4-2DB4FBCD52CC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77" name="vector-75">
            <a:extLst>
              <a:ext uri="{FF2B5EF4-FFF2-40B4-BE49-F238E27FC236}">
                <ns2:creationId id="{1040FDC5-02A1-4E79-9C80-87D180494C49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78" name="vector-76">
            <a:extLst>
              <a:ext uri="{FF2B5EF4-FFF2-40B4-BE49-F238E27FC236}">
                <ns2:creationId id="{5212A0EF-838A-4BB8-BB32-8A32174E33A7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79" name="vector-77">
            <a:extLst>
              <a:ext uri="{FF2B5EF4-FFF2-40B4-BE49-F238E27FC236}">
                <ns2:creationId id="{532C0313-242C-4010-9171-9CC30C2D8D6A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80" name="text-78">
            <a:extLst>
              <a:ext uri="{FF2B5EF4-FFF2-40B4-BE49-F238E27FC236}">
                <ns2:creationId id="{256A5AD0-3321-4130-932C-0BC42FE64245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反馈修订</a:t>
            </a:r>
            <a:endParaRPr/>
          </a:p>
        </p:txBody>
      </p:sp>
      <p:sp>
        <p:nvSpPr>
          <p:cNvPr id="81" name="text-79">
            <a:extLst>
              <a:ext uri="{FF2B5EF4-FFF2-40B4-BE49-F238E27FC236}">
                <ns2:creationId id="{AC3D61C5-8052-46B4-9AE5-2C0500D9803B}"/>
              </a:ext>
            </a:extLst>
          </p:cNvPr>
          <p:cNvSpPr>
            <a:spLocks noGrp="1"/>
          </p:cNvSpPr>
          <p:nvPr/>
        </p:nvSpPr>
        <p:spPr>
          <a:xfrm>
            <a:off x="400050" y="4191000"/>
            <a:ext cx="3590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追查偏差来源，调整采样与分析方案</a:t>
            </a:r>
            <a:endParaRPr/>
          </a:p>
        </p:txBody>
      </p:sp>
      <p:sp>
        <p:nvSpPr>
          <p:cNvPr id="82" name="icon-clipboard-80">
            <a:extLst>
              <a:ext uri="{FF2B5EF4-FFF2-40B4-BE49-F238E27FC236}">
                <ns2:creationId id="{E6D349E5-87CB-4DEB-B7E3-36FACBDC8729}"/>
              </a:ext>
            </a:extLst>
          </p:cNvPr>
          <p:cNvSpPr>
            <a:spLocks noGrp="1"/>
          </p:cNvSpPr>
          <p:nvPr/>
        </p:nvSpPr>
        <p:spPr>
          <a:xfrm>
            <a:off x="668655" y="4922520"/>
            <a:ext cx="557213" cy="668655"/>
          </a:xfrm>
          <a:prstGeom prst="roundRect">
            <a:avLst>
              <a:gd name="adj" fmla="val 13675"/>
            </a:avLst>
          </a:prstGeom>
          <a:noFill/>
          <a:ln w="26789">
            <a:solidFill>
              <a:srgbClr val="28463A"/>
            </a:solidFill>
            <a:prstDash val="solid"/>
          </a:ln>
        </p:spPr>
      </p:sp>
      <p:sp>
        <p:nvSpPr>
          <p:cNvPr id="83" name="icon-clipboard-81">
            <a:extLst>
              <a:ext uri="{FF2B5EF4-FFF2-40B4-BE49-F238E27FC236}">
                <ns2:creationId id="{01D5B825-60FB-4208-AD27-4AD36D933864}"/>
              </a:ext>
            </a:extLst>
          </p:cNvPr>
          <p:cNvSpPr>
            <a:spLocks noGrp="1"/>
          </p:cNvSpPr>
          <p:nvPr/>
        </p:nvSpPr>
        <p:spPr>
          <a:xfrm>
            <a:off x="814388" y="4862513"/>
            <a:ext cx="257175" cy="1285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6789">
            <a:solidFill>
              <a:srgbClr val="28463A"/>
            </a:solidFill>
            <a:prstDash val="solid"/>
          </a:ln>
        </p:spPr>
      </p:sp>
      <p:sp>
        <p:nvSpPr>
          <p:cNvPr id="84" name="vector-82">
            <a:extLst>
              <a:ext uri="{FF2B5EF4-FFF2-40B4-BE49-F238E27FC236}">
                <ns2:creationId id="{0E64141D-EB27-462B-AB25-8FF7241008EF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8575">
            <a:solidFill>
              <a:srgbClr val="28463A"/>
            </a:solidFill>
            <a:prstDash val="solid"/>
          </a:ln>
        </p:spPr>
      </p:sp>
      <p:sp>
        <p:nvSpPr>
          <p:cNvPr id="85" name="vector-83">
            <a:extLst>
              <a:ext uri="{FF2B5EF4-FFF2-40B4-BE49-F238E27FC236}">
                <ns2:creationId id="{9C0ED6E0-2113-4279-8680-4367F379DD70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8575">
            <a:solidFill>
              <a:srgbClr val="28463A"/>
            </a:solidFill>
            <a:prstDash val="solid"/>
          </a:ln>
        </p:spPr>
      </p:sp>
      <p:sp>
        <p:nvSpPr>
          <p:cNvPr id="86" name="vector-84">
            <a:extLst>
              <a:ext uri="{FF2B5EF4-FFF2-40B4-BE49-F238E27FC236}">
                <ns2:creationId id="{D5DB0178-2CDD-431B-9FFA-31E2D5567DF7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8575">
            <a:solidFill>
              <a:srgbClr val="28463A"/>
            </a:solidFill>
            <a:prstDash val="solid"/>
          </a:ln>
        </p:spPr>
      </p:sp>
      <p:sp>
        <p:nvSpPr>
          <p:cNvPr id="87" name="vector-85">
            <a:extLst>
              <a:ext uri="{FF2B5EF4-FFF2-40B4-BE49-F238E27FC236}">
                <ns2:creationId id="{A590106C-058D-4F8C-ACD8-044306A9DE77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8575">
            <a:solidFill>
              <a:srgbClr val="28463A"/>
            </a:solidFill>
            <a:prstDash val="solid"/>
          </a:ln>
        </p:spPr>
      </p:sp>
      <p:sp>
        <p:nvSpPr>
          <p:cNvPr id="88" name="vector-86">
            <a:extLst>
              <a:ext uri="{FF2B5EF4-FFF2-40B4-BE49-F238E27FC236}">
                <ns2:creationId id="{08A735D7-5485-49D0-88F7-D162B3552AB9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8575">
            <a:solidFill>
              <a:srgbClr val="28463A"/>
            </a:solidFill>
            <a:prstDash val="solid"/>
          </a:ln>
        </p:spPr>
      </p:sp>
      <p:sp>
        <p:nvSpPr>
          <p:cNvPr id="89" name="vector-87">
            <a:extLst>
              <a:ext uri="{FF2B5EF4-FFF2-40B4-BE49-F238E27FC236}">
                <ns2:creationId id="{51F2C3A5-5D0C-44CE-9D5E-1585B2762960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8575">
            <a:solidFill>
              <a:srgbClr val="28463A"/>
            </a:solidFill>
            <a:prstDash val="solid"/>
          </a:ln>
        </p:spPr>
      </p:sp>
      <p:sp>
        <p:nvSpPr>
          <p:cNvPr id="90" name="vector-88">
            <a:extLst>
              <a:ext uri="{FF2B5EF4-FFF2-40B4-BE49-F238E27FC236}">
                <ns2:creationId id="{D6725923-C6A3-4863-8479-784DA953BDBA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8575">
            <a:solidFill>
              <a:srgbClr val="28463A"/>
            </a:solidFill>
            <a:prstDash val="solid"/>
          </a:ln>
        </p:spPr>
      </p:sp>
      <p:sp>
        <p:nvSpPr>
          <p:cNvPr id="91" name="vector-89">
            <a:extLst>
              <a:ext uri="{FF2B5EF4-FFF2-40B4-BE49-F238E27FC236}">
                <ns2:creationId id="{AAEC04F3-67FA-40F2-B18E-1B13139E5699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8575">
            <a:solidFill>
              <a:srgbClr val="28463A"/>
            </a:solidFill>
            <a:prstDash val="solid"/>
          </a:ln>
        </p:spPr>
      </p:sp>
      <p:sp>
        <p:nvSpPr>
          <p:cNvPr id="92" name="vector-90">
            <a:extLst>
              <a:ext uri="{FF2B5EF4-FFF2-40B4-BE49-F238E27FC236}">
                <ns2:creationId id="{D5BBAEE8-7B53-4456-BDBA-9EE1A927A8B4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8575">
            <a:solidFill>
              <a:srgbClr val="28463A"/>
            </a:solidFill>
            <a:prstDash val="solid"/>
          </a:ln>
        </p:spPr>
      </p:sp>
      <p:sp>
        <p:nvSpPr>
          <p:cNvPr id="93" name="shape-91">
            <a:extLst>
              <a:ext uri="{FF2B5EF4-FFF2-40B4-BE49-F238E27FC236}">
                <ns2:creationId id="{C5E190D2-357A-41C6-9238-F065F8F4EF2C}"/>
              </a:ext>
            </a:extLst>
          </p:cNvPr>
          <p:cNvSpPr>
            <a:spLocks noGrp="1"/>
          </p:cNvSpPr>
          <p:nvPr/>
        </p:nvSpPr>
        <p:spPr>
          <a:xfrm>
            <a:off x="1657350" y="4953000"/>
            <a:ext cx="47625" cy="47625"/>
          </a:xfrm>
          <a:prstGeom prst="rect">
            <a:avLst/>
          </a:prstGeom>
          <a:solidFill>
            <a:srgbClr val="8A9B81"/>
          </a:solidFill>
          <a:ln w="0">
            <a:noFill/>
            <a:prstDash val="solid"/>
          </a:ln>
        </p:spPr>
      </p:sp>
      <p:sp>
        <p:nvSpPr>
          <p:cNvPr id="94" name="text-92">
            <a:extLst>
              <a:ext uri="{FF2B5EF4-FFF2-40B4-BE49-F238E27FC236}">
                <ns2:creationId id="{E21A2C38-31E5-4F06-BA17-A0BDCF476379}"/>
              </a:ext>
            </a:extLst>
          </p:cNvPr>
          <p:cNvSpPr>
            <a:spLocks noGrp="1"/>
          </p:cNvSpPr>
          <p:nvPr/>
        </p:nvSpPr>
        <p:spPr>
          <a:xfrm>
            <a:off x="1790700" y="48577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优化采样设计</a:t>
            </a:r>
            <a:endParaRPr/>
          </a:p>
        </p:txBody>
      </p:sp>
      <p:sp>
        <p:nvSpPr>
          <p:cNvPr id="95" name="shape-93">
            <a:extLst>
              <a:ext uri="{FF2B5EF4-FFF2-40B4-BE49-F238E27FC236}">
                <ns2:creationId id="{455CB8E3-05BA-4C50-9A96-660607911637}"/>
              </a:ext>
            </a:extLst>
          </p:cNvPr>
          <p:cNvSpPr>
            <a:spLocks noGrp="1"/>
          </p:cNvSpPr>
          <p:nvPr/>
        </p:nvSpPr>
        <p:spPr>
          <a:xfrm>
            <a:off x="1657350" y="5257800"/>
            <a:ext cx="47625" cy="47625"/>
          </a:xfrm>
          <a:prstGeom prst="rect">
            <a:avLst/>
          </a:prstGeom>
          <a:solidFill>
            <a:srgbClr val="8A9B81"/>
          </a:solidFill>
          <a:ln w="0">
            <a:noFill/>
            <a:prstDash val="solid"/>
          </a:ln>
        </p:spPr>
      </p:sp>
      <p:sp>
        <p:nvSpPr>
          <p:cNvPr id="96" name="text-94">
            <a:extLst>
              <a:ext uri="{FF2B5EF4-FFF2-40B4-BE49-F238E27FC236}">
                <ns2:creationId id="{4E2DE427-6C32-45DC-B151-623046FD1CE3}"/>
              </a:ext>
            </a:extLst>
          </p:cNvPr>
          <p:cNvSpPr>
            <a:spLocks noGrp="1"/>
          </p:cNvSpPr>
          <p:nvPr/>
        </p:nvSpPr>
        <p:spPr>
          <a:xfrm>
            <a:off x="1790700" y="51625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补充关键样点</a:t>
            </a:r>
            <a:endParaRPr/>
          </a:p>
        </p:txBody>
      </p:sp>
      <p:sp>
        <p:nvSpPr>
          <p:cNvPr id="97" name="shape-95">
            <a:extLst>
              <a:ext uri="{FF2B5EF4-FFF2-40B4-BE49-F238E27FC236}">
                <ns2:creationId id="{29EEB060-ADA6-46D0-BA13-52E6BF4C20CB}"/>
              </a:ext>
            </a:extLst>
          </p:cNvPr>
          <p:cNvSpPr>
            <a:spLocks noGrp="1"/>
          </p:cNvSpPr>
          <p:nvPr/>
        </p:nvSpPr>
        <p:spPr>
          <a:xfrm>
            <a:off x="1657350" y="5562600"/>
            <a:ext cx="47625" cy="47625"/>
          </a:xfrm>
          <a:prstGeom prst="rect">
            <a:avLst/>
          </a:prstGeom>
          <a:solidFill>
            <a:srgbClr val="8A9B81"/>
          </a:solidFill>
          <a:ln w="0">
            <a:noFill/>
            <a:prstDash val="solid"/>
          </a:ln>
        </p:spPr>
      </p:sp>
      <p:sp>
        <p:nvSpPr>
          <p:cNvPr id="98" name="text-96">
            <a:extLst>
              <a:ext uri="{FF2B5EF4-FFF2-40B4-BE49-F238E27FC236}">
                <ns2:creationId id="{5FB95575-380A-4F0F-B52C-339D610B71E0}"/>
              </a:ext>
            </a:extLst>
          </p:cNvPr>
          <p:cNvSpPr>
            <a:spLocks noGrp="1"/>
          </p:cNvSpPr>
          <p:nvPr/>
        </p:nvSpPr>
        <p:spPr>
          <a:xfrm>
            <a:off x="1790700" y="54673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更新模型设定</a:t>
            </a:r>
            <a:endParaRPr/>
          </a:p>
        </p:txBody>
      </p:sp>
      <p:sp>
        <p:nvSpPr>
          <p:cNvPr id="99" name="vector-97">
            <a:extLst>
              <a:ext uri="{FF2B5EF4-FFF2-40B4-BE49-F238E27FC236}">
                <ns2:creationId id="{C7BE0411-C219-4B72-9A06-D33C7DF345C6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139490" y="139490"/>
                </a:moveTo>
                <a:lnTo>
                  <a:pt x="168706" y="112615"/>
                </a:lnTo>
                <a:lnTo>
                  <a:pt x="200058" y="88265"/>
                </a:lnTo>
                <a:lnTo>
                  <a:pt x="233329" y="66612"/>
                </a:lnTo>
                <a:lnTo>
                  <a:pt x="268288" y="47804"/>
                </a:lnTo>
                <a:lnTo>
                  <a:pt x="304692" y="31973"/>
                </a:lnTo>
                <a:lnTo>
                  <a:pt x="342288" y="19229"/>
                </a:lnTo>
                <a:lnTo>
                  <a:pt x="380815" y="9660"/>
                </a:lnTo>
                <a:lnTo>
                  <a:pt x="420004" y="3333"/>
                </a:lnTo>
                <a:lnTo>
                  <a:pt x="459585" y="292"/>
                </a:lnTo>
                <a:lnTo>
                  <a:pt x="499281" y="557"/>
                </a:lnTo>
                <a:lnTo>
                  <a:pt x="538817" y="4128"/>
                </a:lnTo>
                <a:lnTo>
                  <a:pt x="577918" y="10978"/>
                </a:lnTo>
                <a:lnTo>
                  <a:pt x="616314" y="21062"/>
                </a:lnTo>
                <a:lnTo>
                  <a:pt x="653736" y="34308"/>
                </a:lnTo>
                <a:lnTo>
                  <a:pt x="689924" y="50624"/>
                </a:lnTo>
                <a:lnTo>
                  <a:pt x="724629" y="69898"/>
                </a:lnTo>
                <a:lnTo>
                  <a:pt x="757607" y="91995"/>
                </a:lnTo>
                <a:lnTo>
                  <a:pt x="788631" y="116761"/>
                </a:lnTo>
                <a:lnTo>
                  <a:pt x="843299" y="123597"/>
                </a:lnTo>
                <a:lnTo>
                  <a:pt x="646489" y="280338"/>
                </a:lnTo>
                <a:lnTo>
                  <a:pt x="629582" y="266841"/>
                </a:lnTo>
                <a:lnTo>
                  <a:pt x="611610" y="254799"/>
                </a:lnTo>
                <a:lnTo>
                  <a:pt x="592697" y="244295"/>
                </a:lnTo>
                <a:lnTo>
                  <a:pt x="572975" y="235403"/>
                </a:lnTo>
                <a:lnTo>
                  <a:pt x="552581" y="228184"/>
                </a:lnTo>
                <a:lnTo>
                  <a:pt x="531657" y="222689"/>
                </a:lnTo>
                <a:lnTo>
                  <a:pt x="510347" y="218956"/>
                </a:lnTo>
                <a:lnTo>
                  <a:pt x="488801" y="217010"/>
                </a:lnTo>
                <a:lnTo>
                  <a:pt x="467168" y="216865"/>
                </a:lnTo>
                <a:lnTo>
                  <a:pt x="445598" y="218523"/>
                </a:lnTo>
                <a:lnTo>
                  <a:pt x="424240" y="221971"/>
                </a:lnTo>
                <a:lnTo>
                  <a:pt x="403244" y="227186"/>
                </a:lnTo>
                <a:lnTo>
                  <a:pt x="382756" y="234131"/>
                </a:lnTo>
                <a:lnTo>
                  <a:pt x="362916" y="242758"/>
                </a:lnTo>
                <a:lnTo>
                  <a:pt x="343865" y="253008"/>
                </a:lnTo>
                <a:lnTo>
                  <a:pt x="325733" y="264809"/>
                </a:lnTo>
                <a:lnTo>
                  <a:pt x="308647" y="278078"/>
                </a:lnTo>
                <a:lnTo>
                  <a:pt x="292725" y="292725"/>
                </a:lnTo>
                <a:close/>
              </a:path>
            </a:pathLst>
          </a:custGeom>
          <a:solidFill>
            <a:srgbClr val="28463A"/>
          </a:solidFill>
          <a:ln w="14288">
            <a:noFill/>
            <a:prstDash val="solid"/>
          </a:ln>
        </p:spPr>
      </p:sp>
      <p:sp>
        <p:nvSpPr>
          <p:cNvPr id="100" name="icon-camera-98">
            <a:extLst>
              <a:ext uri="{FF2B5EF4-FFF2-40B4-BE49-F238E27FC236}">
                <ns2:creationId id="{C79A9E76-B353-4FE8-A874-E2C5D9159D47}"/>
              </a:ext>
            </a:extLst>
          </p:cNvPr>
          <p:cNvSpPr>
            <a:spLocks noGrp="1"/>
          </p:cNvSpPr>
          <p:nvPr/>
        </p:nvSpPr>
        <p:spPr>
          <a:xfrm>
            <a:off x="5894246" y="2010691"/>
            <a:ext cx="286703" cy="203359"/>
          </a:xfrm>
          <a:prstGeom prst="roundRect">
            <a:avLst>
              <a:gd name="adj" fmla="val 37471"/>
            </a:avLst>
          </a:prstGeom>
          <a:noFill/>
          <a:ln w="12383">
            <a:solidFill>
              <a:srgbClr val="FFFFFF"/>
            </a:solidFill>
            <a:prstDash val="solid"/>
          </a:ln>
        </p:spPr>
      </p:sp>
      <p:sp>
        <p:nvSpPr>
          <p:cNvPr id="101" name="icon-camera-99">
            <a:extLst>
              <a:ext uri="{FF2B5EF4-FFF2-40B4-BE49-F238E27FC236}">
                <ns2:creationId id="{4A74D456-B40B-46FC-80E9-D3802A25D3CC}"/>
              </a:ext>
            </a:extLst>
          </p:cNvPr>
          <p:cNvSpPr>
            <a:spLocks noGrp="1"/>
          </p:cNvSpPr>
          <p:nvPr/>
        </p:nvSpPr>
        <p:spPr>
          <a:xfrm>
            <a:off x="5980923" y="1967352"/>
            <a:ext cx="110014" cy="56674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FFFFFF"/>
            </a:solidFill>
            <a:prstDash val="solid"/>
          </a:ln>
        </p:spPr>
      </p:sp>
      <p:sp>
        <p:nvSpPr>
          <p:cNvPr id="102" name="icon-camera-100">
            <a:extLst>
              <a:ext uri="{FF2B5EF4-FFF2-40B4-BE49-F238E27FC236}">
                <ns2:creationId id="{A1262A7B-92BC-41B9-AB09-AD246545A2E0}"/>
              </a:ext>
            </a:extLst>
          </p:cNvPr>
          <p:cNvSpPr>
            <a:spLocks noGrp="1"/>
          </p:cNvSpPr>
          <p:nvPr/>
        </p:nvSpPr>
        <p:spPr>
          <a:xfrm>
            <a:off x="5977590" y="2054029"/>
            <a:ext cx="120015" cy="120015"/>
          </a:xfrm>
          <a:prstGeom prst="ellipse">
            <a:avLst/>
          </a:prstGeom>
          <a:noFill/>
          <a:ln w="12383">
            <a:solidFill>
              <a:srgbClr val="FFFFFF"/>
            </a:solidFill>
            <a:prstDash val="solid"/>
          </a:ln>
        </p:spPr>
      </p:sp>
      <p:sp>
        <p:nvSpPr>
          <p:cNvPr id="103" name="icon-camera-101">
            <a:extLst>
              <a:ext uri="{FF2B5EF4-FFF2-40B4-BE49-F238E27FC236}">
                <ns2:creationId id="{54FC14E3-E1E6-4322-B3FA-2F15B0DDF48E}"/>
              </a:ext>
            </a:extLst>
          </p:cNvPr>
          <p:cNvSpPr>
            <a:spLocks noGrp="1"/>
          </p:cNvSpPr>
          <p:nvPr/>
        </p:nvSpPr>
        <p:spPr>
          <a:xfrm>
            <a:off x="6117607" y="2037361"/>
            <a:ext cx="26670" cy="2667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04" name="text-102">
            <a:extLst>
              <a:ext uri="{FF2B5EF4-FFF2-40B4-BE49-F238E27FC236}">
                <ns2:creationId id="{5FB1ECEC-D761-4CAA-9B22-43E354BF6BCB}"/>
              </a:ext>
            </a:extLst>
          </p:cNvPr>
          <p:cNvSpPr>
            <a:spLocks noGrp="1"/>
          </p:cNvSpPr>
          <p:nvPr/>
        </p:nvSpPr>
        <p:spPr>
          <a:xfrm>
            <a:off x="5442285" y="2324539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  <a:endParaRPr/>
          </a:p>
        </p:txBody>
      </p:sp>
      <p:sp>
        <p:nvSpPr>
          <p:cNvPr id="105" name="vector-103">
            <a:extLst>
              <a:ext uri="{FF2B5EF4-FFF2-40B4-BE49-F238E27FC236}">
                <ns2:creationId id="{A06194DA-712A-46A4-BF1E-682EC4A499C5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813010" y="139490"/>
                </a:moveTo>
                <a:lnTo>
                  <a:pt x="839885" y="168706"/>
                </a:lnTo>
                <a:lnTo>
                  <a:pt x="864235" y="200058"/>
                </a:lnTo>
                <a:lnTo>
                  <a:pt x="885888" y="233329"/>
                </a:lnTo>
                <a:lnTo>
                  <a:pt x="904696" y="268288"/>
                </a:lnTo>
                <a:lnTo>
                  <a:pt x="920527" y="304692"/>
                </a:lnTo>
                <a:lnTo>
                  <a:pt x="933271" y="342288"/>
                </a:lnTo>
                <a:lnTo>
                  <a:pt x="942840" y="380815"/>
                </a:lnTo>
                <a:lnTo>
                  <a:pt x="949167" y="420004"/>
                </a:lnTo>
                <a:lnTo>
                  <a:pt x="952208" y="459585"/>
                </a:lnTo>
                <a:lnTo>
                  <a:pt x="951943" y="499281"/>
                </a:lnTo>
                <a:lnTo>
                  <a:pt x="948372" y="538817"/>
                </a:lnTo>
                <a:lnTo>
                  <a:pt x="941522" y="577918"/>
                </a:lnTo>
                <a:lnTo>
                  <a:pt x="931438" y="616314"/>
                </a:lnTo>
                <a:lnTo>
                  <a:pt x="918192" y="653736"/>
                </a:lnTo>
                <a:lnTo>
                  <a:pt x="901876" y="689924"/>
                </a:lnTo>
                <a:lnTo>
                  <a:pt x="882602" y="724629"/>
                </a:lnTo>
                <a:lnTo>
                  <a:pt x="860505" y="757607"/>
                </a:lnTo>
                <a:lnTo>
                  <a:pt x="835739" y="788631"/>
                </a:lnTo>
                <a:lnTo>
                  <a:pt x="828903" y="843299"/>
                </a:lnTo>
                <a:lnTo>
                  <a:pt x="672162" y="646489"/>
                </a:lnTo>
                <a:lnTo>
                  <a:pt x="685659" y="629582"/>
                </a:lnTo>
                <a:lnTo>
                  <a:pt x="697701" y="611610"/>
                </a:lnTo>
                <a:lnTo>
                  <a:pt x="708205" y="592697"/>
                </a:lnTo>
                <a:lnTo>
                  <a:pt x="717097" y="572975"/>
                </a:lnTo>
                <a:lnTo>
                  <a:pt x="724316" y="552581"/>
                </a:lnTo>
                <a:lnTo>
                  <a:pt x="729811" y="531657"/>
                </a:lnTo>
                <a:lnTo>
                  <a:pt x="733544" y="510347"/>
                </a:lnTo>
                <a:lnTo>
                  <a:pt x="735490" y="488801"/>
                </a:lnTo>
                <a:lnTo>
                  <a:pt x="735635" y="467168"/>
                </a:lnTo>
                <a:lnTo>
                  <a:pt x="733977" y="445598"/>
                </a:lnTo>
                <a:lnTo>
                  <a:pt x="730529" y="424240"/>
                </a:lnTo>
                <a:lnTo>
                  <a:pt x="725314" y="403244"/>
                </a:lnTo>
                <a:lnTo>
                  <a:pt x="718369" y="382756"/>
                </a:lnTo>
                <a:lnTo>
                  <a:pt x="709742" y="362916"/>
                </a:lnTo>
                <a:lnTo>
                  <a:pt x="699492" y="343865"/>
                </a:lnTo>
                <a:lnTo>
                  <a:pt x="687691" y="325733"/>
                </a:lnTo>
                <a:lnTo>
                  <a:pt x="674422" y="308647"/>
                </a:lnTo>
                <a:lnTo>
                  <a:pt x="659775" y="292725"/>
                </a:lnTo>
                <a:close/>
              </a:path>
            </a:pathLst>
          </a:custGeom>
          <a:solidFill>
            <a:srgbClr val="4D655B"/>
          </a:solidFill>
          <a:ln w="14288">
            <a:noFill/>
            <a:prstDash val="solid"/>
          </a:ln>
        </p:spPr>
      </p:sp>
      <p:sp>
        <p:nvSpPr>
          <p:cNvPr id="106" name="vector-104">
            <a:extLst>
              <a:ext uri="{FF2B5EF4-FFF2-40B4-BE49-F238E27FC236}">
                <ns2:creationId id="{CBA78343-18F6-4F72-8BA6-4F8EA2D4ED67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07" name="vector-105">
            <a:extLst>
              <a:ext uri="{FF2B5EF4-FFF2-40B4-BE49-F238E27FC236}">
                <ns2:creationId id="{B3D8AE40-1909-4599-A515-9CD8368DA60B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08" name="vector-106">
            <a:extLst>
              <a:ext uri="{FF2B5EF4-FFF2-40B4-BE49-F238E27FC236}">
                <ns2:creationId id="{258012DE-FBDC-42DB-B673-1EF0D56EC74D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09" name="vector-107">
            <a:extLst>
              <a:ext uri="{FF2B5EF4-FFF2-40B4-BE49-F238E27FC236}">
                <ns2:creationId id="{959D0038-2556-4903-9C8E-D43161F531A5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10" name="vector-108">
            <a:extLst>
              <a:ext uri="{FF2B5EF4-FFF2-40B4-BE49-F238E27FC236}">
                <ns2:creationId id="{5560FA72-44BD-4C6F-90DF-E5F135334941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11" name="vector-109">
            <a:extLst>
              <a:ext uri="{FF2B5EF4-FFF2-40B4-BE49-F238E27FC236}">
                <ns2:creationId id="{00F9FE66-F8A2-4D11-84E6-E0FFB5374A00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12" name="vector-110">
            <a:extLst>
              <a:ext uri="{FF2B5EF4-FFF2-40B4-BE49-F238E27FC236}">
                <ns2:creationId id="{11416929-7900-404F-88BF-842278BE9C50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13" name="icon-network-111">
            <a:extLst>
              <a:ext uri="{FF2B5EF4-FFF2-40B4-BE49-F238E27FC236}">
                <ns2:creationId id="{EC5794E0-3574-4FE8-B103-E18B74E8F27F}"/>
              </a:ext>
            </a:extLst>
          </p:cNvPr>
          <p:cNvSpPr>
            <a:spLocks noGrp="1"/>
          </p:cNvSpPr>
          <p:nvPr/>
        </p:nvSpPr>
        <p:spPr>
          <a:xfrm>
            <a:off x="7287138" y="3361072"/>
            <a:ext cx="46673" cy="46673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14" name="icon-network-112">
            <a:extLst>
              <a:ext uri="{FF2B5EF4-FFF2-40B4-BE49-F238E27FC236}">
                <ns2:creationId id="{1C460D55-FBAE-4A4E-BF0F-B74B235797FA}"/>
              </a:ext>
            </a:extLst>
          </p:cNvPr>
          <p:cNvSpPr>
            <a:spLocks noGrp="1"/>
          </p:cNvSpPr>
          <p:nvPr/>
        </p:nvSpPr>
        <p:spPr>
          <a:xfrm>
            <a:off x="7393818" y="3277728"/>
            <a:ext cx="46673" cy="46673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15" name="icon-network-113">
            <a:extLst>
              <a:ext uri="{FF2B5EF4-FFF2-40B4-BE49-F238E27FC236}">
                <ns2:creationId id="{F897F1B5-BBB6-4F96-8707-1FDD4491BF99}"/>
              </a:ext>
            </a:extLst>
          </p:cNvPr>
          <p:cNvSpPr>
            <a:spLocks noGrp="1"/>
          </p:cNvSpPr>
          <p:nvPr/>
        </p:nvSpPr>
        <p:spPr>
          <a:xfrm>
            <a:off x="7523834" y="3337736"/>
            <a:ext cx="46673" cy="46673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16" name="icon-network-114">
            <a:extLst>
              <a:ext uri="{FF2B5EF4-FFF2-40B4-BE49-F238E27FC236}">
                <ns2:creationId id="{F2B6BE0F-DF0E-4DA8-9CF7-3C670FEC93E4}"/>
              </a:ext>
            </a:extLst>
          </p:cNvPr>
          <p:cNvSpPr>
            <a:spLocks noGrp="1"/>
          </p:cNvSpPr>
          <p:nvPr/>
        </p:nvSpPr>
        <p:spPr>
          <a:xfrm>
            <a:off x="7473828" y="3514425"/>
            <a:ext cx="46673" cy="46673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17" name="icon-network-115">
            <a:extLst>
              <a:ext uri="{FF2B5EF4-FFF2-40B4-BE49-F238E27FC236}">
                <ns2:creationId id="{C08EFD76-0BA2-4D65-B6F8-594D53B3B5C3}"/>
              </a:ext>
            </a:extLst>
          </p:cNvPr>
          <p:cNvSpPr>
            <a:spLocks noGrp="1"/>
          </p:cNvSpPr>
          <p:nvPr/>
        </p:nvSpPr>
        <p:spPr>
          <a:xfrm>
            <a:off x="7323809" y="3511091"/>
            <a:ext cx="46673" cy="46673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18" name="text-116">
            <a:extLst>
              <a:ext uri="{FF2B5EF4-FFF2-40B4-BE49-F238E27FC236}">
                <ns2:creationId id="{799E5964-98B5-4636-A8B3-4A10371F1315}"/>
              </a:ext>
            </a:extLst>
          </p:cNvPr>
          <p:cNvSpPr>
            <a:spLocks noGrp="1"/>
          </p:cNvSpPr>
          <p:nvPr/>
        </p:nvSpPr>
        <p:spPr>
          <a:xfrm>
            <a:off x="6838511" y="3651585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模型分析</a:t>
            </a:r>
            <a:endParaRPr/>
          </a:p>
        </p:txBody>
      </p:sp>
      <p:sp>
        <p:nvSpPr>
          <p:cNvPr id="119" name="vector-117">
            <a:extLst>
              <a:ext uri="{FF2B5EF4-FFF2-40B4-BE49-F238E27FC236}">
                <ns2:creationId id="{0BF875E0-041A-4650-AB69-AB2EFFB8B1EA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813010" y="813010"/>
                </a:moveTo>
                <a:lnTo>
                  <a:pt x="783794" y="839885"/>
                </a:lnTo>
                <a:lnTo>
                  <a:pt x="752442" y="864235"/>
                </a:lnTo>
                <a:lnTo>
                  <a:pt x="719171" y="885888"/>
                </a:lnTo>
                <a:lnTo>
                  <a:pt x="684212" y="904696"/>
                </a:lnTo>
                <a:lnTo>
                  <a:pt x="647808" y="920527"/>
                </a:lnTo>
                <a:lnTo>
                  <a:pt x="610212" y="933271"/>
                </a:lnTo>
                <a:lnTo>
                  <a:pt x="571685" y="942840"/>
                </a:lnTo>
                <a:lnTo>
                  <a:pt x="532496" y="949167"/>
                </a:lnTo>
                <a:lnTo>
                  <a:pt x="492915" y="952208"/>
                </a:lnTo>
                <a:lnTo>
                  <a:pt x="453219" y="951943"/>
                </a:lnTo>
                <a:lnTo>
                  <a:pt x="413683" y="948372"/>
                </a:lnTo>
                <a:lnTo>
                  <a:pt x="374582" y="941522"/>
                </a:lnTo>
                <a:lnTo>
                  <a:pt x="336186" y="931438"/>
                </a:lnTo>
                <a:lnTo>
                  <a:pt x="298764" y="918192"/>
                </a:lnTo>
                <a:lnTo>
                  <a:pt x="262576" y="901876"/>
                </a:lnTo>
                <a:lnTo>
                  <a:pt x="227871" y="882602"/>
                </a:lnTo>
                <a:lnTo>
                  <a:pt x="194893" y="860505"/>
                </a:lnTo>
                <a:lnTo>
                  <a:pt x="163869" y="835739"/>
                </a:lnTo>
                <a:lnTo>
                  <a:pt x="109201" y="828903"/>
                </a:lnTo>
                <a:lnTo>
                  <a:pt x="306011" y="672162"/>
                </a:lnTo>
                <a:lnTo>
                  <a:pt x="322918" y="685659"/>
                </a:lnTo>
                <a:lnTo>
                  <a:pt x="340890" y="697701"/>
                </a:lnTo>
                <a:lnTo>
                  <a:pt x="359803" y="708205"/>
                </a:lnTo>
                <a:lnTo>
                  <a:pt x="379525" y="717097"/>
                </a:lnTo>
                <a:lnTo>
                  <a:pt x="399919" y="724316"/>
                </a:lnTo>
                <a:lnTo>
                  <a:pt x="420843" y="729811"/>
                </a:lnTo>
                <a:lnTo>
                  <a:pt x="442153" y="733544"/>
                </a:lnTo>
                <a:lnTo>
                  <a:pt x="463699" y="735490"/>
                </a:lnTo>
                <a:lnTo>
                  <a:pt x="485332" y="735635"/>
                </a:lnTo>
                <a:lnTo>
                  <a:pt x="506902" y="733977"/>
                </a:lnTo>
                <a:lnTo>
                  <a:pt x="528260" y="730529"/>
                </a:lnTo>
                <a:lnTo>
                  <a:pt x="549256" y="725314"/>
                </a:lnTo>
                <a:lnTo>
                  <a:pt x="569744" y="718369"/>
                </a:lnTo>
                <a:lnTo>
                  <a:pt x="589584" y="709742"/>
                </a:lnTo>
                <a:lnTo>
                  <a:pt x="608635" y="699492"/>
                </a:lnTo>
                <a:lnTo>
                  <a:pt x="626767" y="687691"/>
                </a:lnTo>
                <a:lnTo>
                  <a:pt x="643853" y="674422"/>
                </a:lnTo>
                <a:lnTo>
                  <a:pt x="659775" y="659775"/>
                </a:lnTo>
                <a:close/>
              </a:path>
            </a:pathLst>
          </a:custGeom>
          <a:solidFill>
            <a:srgbClr val="71857D"/>
          </a:solidFill>
          <a:ln w="14288">
            <a:noFill/>
            <a:prstDash val="solid"/>
          </a:ln>
        </p:spPr>
      </p:sp>
      <p:sp>
        <p:nvSpPr>
          <p:cNvPr id="120" name="icon-check-118">
            <a:extLst>
              <a:ext uri="{FF2B5EF4-FFF2-40B4-BE49-F238E27FC236}">
                <ns2:creationId id="{B290F1E6-A0A7-49CD-9360-023D658DA27D}"/>
              </a:ext>
            </a:extLst>
          </p:cNvPr>
          <p:cNvSpPr>
            <a:spLocks noGrp="1"/>
          </p:cNvSpPr>
          <p:nvPr/>
        </p:nvSpPr>
        <p:spPr>
          <a:xfrm>
            <a:off x="5973428" y="4690623"/>
            <a:ext cx="266700" cy="266700"/>
          </a:xfrm>
          <a:prstGeom prst="ellipse">
            <a:avLst/>
          </a:prstGeom>
          <a:noFill/>
          <a:ln w="12383">
            <a:solidFill>
              <a:srgbClr val="FFFFFF"/>
            </a:solidFill>
            <a:prstDash val="solid"/>
          </a:ln>
        </p:spPr>
      </p:sp>
      <p:sp>
        <p:nvSpPr>
          <p:cNvPr id="121" name="vector-119">
            <a:extLst>
              <a:ext uri="{FF2B5EF4-FFF2-40B4-BE49-F238E27FC236}">
                <ns2:creationId id="{DA8DC2A1-F0AA-458F-9F94-B1F3F1789466}"/>
              </a:ext>
            </a:extLst>
          </p:cNvPr>
          <p:cNvSpPr>
            <a:spLocks noGrp="1"/>
          </p:cNvSpPr>
          <p:nvPr/>
        </p:nvSpPr>
        <p:spPr>
          <a:xfrm>
            <a:off x="5940090" y="4657286"/>
            <a:ext cx="333375" cy="3333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22" name="vector-120">
            <a:extLst>
              <a:ext uri="{FF2B5EF4-FFF2-40B4-BE49-F238E27FC236}">
                <ns2:creationId id="{8D44AAA7-D130-4E5E-B80E-B9F81800615C}"/>
              </a:ext>
            </a:extLst>
          </p:cNvPr>
          <p:cNvSpPr>
            <a:spLocks noGrp="1"/>
          </p:cNvSpPr>
          <p:nvPr/>
        </p:nvSpPr>
        <p:spPr>
          <a:xfrm>
            <a:off x="5940090" y="4657286"/>
            <a:ext cx="333375" cy="3333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23" name="text-121">
            <a:extLst>
              <a:ext uri="{FF2B5EF4-FFF2-40B4-BE49-F238E27FC236}">
                <ns2:creationId id="{67E76804-A1AE-4C2D-A4CE-D6D546C00C25}"/>
              </a:ext>
            </a:extLst>
          </p:cNvPr>
          <p:cNvSpPr>
            <a:spLocks noGrp="1"/>
          </p:cNvSpPr>
          <p:nvPr/>
        </p:nvSpPr>
        <p:spPr>
          <a:xfrm>
            <a:off x="5511465" y="5047811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  <a:endParaRPr/>
          </a:p>
        </p:txBody>
      </p:sp>
      <p:sp>
        <p:nvSpPr>
          <p:cNvPr id="124" name="vector-122">
            <a:extLst>
              <a:ext uri="{FF2B5EF4-FFF2-40B4-BE49-F238E27FC236}">
                <ns2:creationId id="{83ECFBD5-8846-4592-978F-D7401D0DBEA6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139490" y="813010"/>
                </a:moveTo>
                <a:lnTo>
                  <a:pt x="112615" y="783794"/>
                </a:lnTo>
                <a:lnTo>
                  <a:pt x="88265" y="752442"/>
                </a:lnTo>
                <a:lnTo>
                  <a:pt x="66612" y="719171"/>
                </a:lnTo>
                <a:lnTo>
                  <a:pt x="47804" y="684212"/>
                </a:lnTo>
                <a:lnTo>
                  <a:pt x="31973" y="647808"/>
                </a:lnTo>
                <a:lnTo>
                  <a:pt x="19229" y="610212"/>
                </a:lnTo>
                <a:lnTo>
                  <a:pt x="9660" y="571685"/>
                </a:lnTo>
                <a:lnTo>
                  <a:pt x="3333" y="532496"/>
                </a:lnTo>
                <a:lnTo>
                  <a:pt x="292" y="492915"/>
                </a:lnTo>
                <a:lnTo>
                  <a:pt x="557" y="453219"/>
                </a:lnTo>
                <a:lnTo>
                  <a:pt x="4128" y="413683"/>
                </a:lnTo>
                <a:lnTo>
                  <a:pt x="10978" y="374582"/>
                </a:lnTo>
                <a:lnTo>
                  <a:pt x="21062" y="336186"/>
                </a:lnTo>
                <a:lnTo>
                  <a:pt x="34308" y="298764"/>
                </a:lnTo>
                <a:lnTo>
                  <a:pt x="50624" y="262576"/>
                </a:lnTo>
                <a:lnTo>
                  <a:pt x="69898" y="227871"/>
                </a:lnTo>
                <a:lnTo>
                  <a:pt x="91995" y="194893"/>
                </a:lnTo>
                <a:lnTo>
                  <a:pt x="116761" y="163869"/>
                </a:lnTo>
                <a:lnTo>
                  <a:pt x="123597" y="109201"/>
                </a:lnTo>
                <a:lnTo>
                  <a:pt x="280338" y="306011"/>
                </a:lnTo>
                <a:lnTo>
                  <a:pt x="266841" y="322918"/>
                </a:lnTo>
                <a:lnTo>
                  <a:pt x="254799" y="340890"/>
                </a:lnTo>
                <a:lnTo>
                  <a:pt x="244295" y="359803"/>
                </a:lnTo>
                <a:lnTo>
                  <a:pt x="235403" y="379525"/>
                </a:lnTo>
                <a:lnTo>
                  <a:pt x="228184" y="399919"/>
                </a:lnTo>
                <a:lnTo>
                  <a:pt x="222689" y="420843"/>
                </a:lnTo>
                <a:lnTo>
                  <a:pt x="218956" y="442153"/>
                </a:lnTo>
                <a:lnTo>
                  <a:pt x="217010" y="463699"/>
                </a:lnTo>
                <a:lnTo>
                  <a:pt x="216865" y="485332"/>
                </a:lnTo>
                <a:lnTo>
                  <a:pt x="218523" y="506902"/>
                </a:lnTo>
                <a:lnTo>
                  <a:pt x="221971" y="528260"/>
                </a:lnTo>
                <a:lnTo>
                  <a:pt x="227186" y="549256"/>
                </a:lnTo>
                <a:lnTo>
                  <a:pt x="234131" y="569744"/>
                </a:lnTo>
                <a:lnTo>
                  <a:pt x="242758" y="589584"/>
                </a:lnTo>
                <a:lnTo>
                  <a:pt x="253008" y="608635"/>
                </a:lnTo>
                <a:lnTo>
                  <a:pt x="264809" y="626767"/>
                </a:lnTo>
                <a:lnTo>
                  <a:pt x="278078" y="643853"/>
                </a:lnTo>
                <a:lnTo>
                  <a:pt x="292725" y="659775"/>
                </a:lnTo>
                <a:close/>
              </a:path>
            </a:pathLst>
          </a:custGeom>
          <a:solidFill>
            <a:srgbClr val="96A49E"/>
          </a:solidFill>
          <a:ln w="14288">
            <a:noFill/>
            <a:prstDash val="solid"/>
          </a:ln>
        </p:spPr>
      </p:sp>
      <p:sp>
        <p:nvSpPr>
          <p:cNvPr id="125" name="icon-clipboard-123">
            <a:extLst>
              <a:ext uri="{FF2B5EF4-FFF2-40B4-BE49-F238E27FC236}">
                <ns2:creationId id="{109D32EA-24C6-40F3-8BFD-06A919E102DD}"/>
              </a:ext>
            </a:extLst>
          </p:cNvPr>
          <p:cNvSpPr>
            <a:spLocks noGrp="1"/>
          </p:cNvSpPr>
          <p:nvPr/>
        </p:nvSpPr>
        <p:spPr>
          <a:xfrm>
            <a:off x="4603872" y="3370245"/>
            <a:ext cx="216694" cy="260033"/>
          </a:xfrm>
          <a:prstGeom prst="roundRect">
            <a:avLst>
              <a:gd name="adj" fmla="val 35165"/>
            </a:avLst>
          </a:prstGeom>
          <a:noFill/>
          <a:ln w="12383">
            <a:solidFill>
              <a:srgbClr val="FFFFFF"/>
            </a:solidFill>
            <a:prstDash val="solid"/>
          </a:ln>
        </p:spPr>
      </p:sp>
      <p:sp>
        <p:nvSpPr>
          <p:cNvPr id="126" name="icon-clipboard-124">
            <a:extLst>
              <a:ext uri="{FF2B5EF4-FFF2-40B4-BE49-F238E27FC236}">
                <ns2:creationId id="{31AF4C73-C3BB-4F40-8215-1DB938DDFF5C}"/>
              </a:ext>
            </a:extLst>
          </p:cNvPr>
          <p:cNvSpPr>
            <a:spLocks noGrp="1"/>
          </p:cNvSpPr>
          <p:nvPr/>
        </p:nvSpPr>
        <p:spPr>
          <a:xfrm>
            <a:off x="4660546" y="3346909"/>
            <a:ext cx="100013" cy="500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27" name="vector-125">
            <a:extLst>
              <a:ext uri="{FF2B5EF4-FFF2-40B4-BE49-F238E27FC236}">
                <ns2:creationId id="{0A9201C3-50F1-4B0E-A354-C11F9F17D8DB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28" name="vector-126">
            <a:extLst>
              <a:ext uri="{FF2B5EF4-FFF2-40B4-BE49-F238E27FC236}">
                <ns2:creationId id="{8311963C-5CFA-4A12-85EB-76D4B38B3A13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29" name="vector-127">
            <a:extLst>
              <a:ext uri="{FF2B5EF4-FFF2-40B4-BE49-F238E27FC236}">
                <ns2:creationId id="{2B3641FC-E2AD-4FE2-9EBD-73D61B35DFBA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0" name="vector-128">
            <a:extLst>
              <a:ext uri="{FF2B5EF4-FFF2-40B4-BE49-F238E27FC236}">
                <ns2:creationId id="{5391C59F-9FA4-48F6-A4FC-897C7B23AF74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1" name="vector-129">
            <a:extLst>
              <a:ext uri="{FF2B5EF4-FFF2-40B4-BE49-F238E27FC236}">
                <ns2:creationId id="{600562BA-DAE0-448D-BE11-6E80CA3DE977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2" name="vector-130">
            <a:extLst>
              <a:ext uri="{FF2B5EF4-FFF2-40B4-BE49-F238E27FC236}">
                <ns2:creationId id="{6AACA9C2-D714-4308-963F-86B96305EED7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3" name="vector-131">
            <a:extLst>
              <a:ext uri="{FF2B5EF4-FFF2-40B4-BE49-F238E27FC236}">
                <ns2:creationId id="{073486F1-0C3D-4A5A-9A9B-44EA69D314B2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4" name="vector-132">
            <a:extLst>
              <a:ext uri="{FF2B5EF4-FFF2-40B4-BE49-F238E27FC236}">
                <ns2:creationId id="{BD5D7DB0-8F72-448C-AA25-4C1CE8450977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5" name="vector-133">
            <a:extLst>
              <a:ext uri="{FF2B5EF4-FFF2-40B4-BE49-F238E27FC236}">
                <ns2:creationId id="{A13F0DF8-F74F-441F-B330-27E614D439C1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6" name="text-134">
            <a:extLst>
              <a:ext uri="{FF2B5EF4-FFF2-40B4-BE49-F238E27FC236}">
                <ns2:creationId id="{CF0CB36C-724A-43DB-A6CA-CB7FB893EBD1}"/>
              </a:ext>
            </a:extLst>
          </p:cNvPr>
          <p:cNvSpPr>
            <a:spLocks noGrp="1"/>
          </p:cNvSpPr>
          <p:nvPr/>
        </p:nvSpPr>
        <p:spPr>
          <a:xfrm>
            <a:off x="4115239" y="3720765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反馈修订</a:t>
            </a:r>
            <a:endParaRPr/>
          </a:p>
        </p:txBody>
      </p:sp>
      <p:sp>
        <p:nvSpPr>
          <p:cNvPr id="137" name="text-135">
            <a:extLst>
              <a:ext uri="{FF2B5EF4-FFF2-40B4-BE49-F238E27FC236}">
                <ns2:creationId id="{4766E747-6417-4007-ACB1-AFD8C87A5C15}"/>
              </a:ext>
            </a:extLst>
          </p:cNvPr>
          <p:cNvSpPr>
            <a:spLocks noGrp="1"/>
          </p:cNvSpPr>
          <p:nvPr/>
        </p:nvSpPr>
        <p:spPr>
          <a:xfrm>
            <a:off x="5153025" y="3095625"/>
            <a:ext cx="18859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1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1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1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1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1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1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1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1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1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1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1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持续监测</a:t>
            </a:r>
            <a:endParaRPr/>
          </a:p>
          <a:p>
            <a:pPr algn="ctr">
              <a:defRPr sz="21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迭代验证</a:t>
            </a:r>
            <a:endParaRPr/>
          </a:p>
        </p:txBody>
      </p:sp>
      <p:sp>
        <p:nvSpPr>
          <p:cNvPr id="138" name="shape-136">
            <a:extLst>
              <a:ext uri="{FF2B5EF4-FFF2-40B4-BE49-F238E27FC236}">
                <ns2:creationId id="{E73D0620-9613-44ED-AB8C-CFA2A60CFB65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139" name="text-137">
            <a:extLst>
              <a:ext uri="{FF2B5EF4-FFF2-40B4-BE49-F238E27FC236}">
                <ns2:creationId id="{98B96263-F017-4A2A-B139-1B25B128270B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研究重点：用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8562F"/>
                </a:solidFill>
              </a:rPr>
              <a:t>验证结果</a:t>
            </a:r>
            <a:r>
              <a: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修订下一轮观测与分析</a:t>
            </a:r>
            <a:endParaRPr/>
          </a:p>
        </p:txBody>
      </p:sp>
      <p:sp>
        <p:nvSpPr>
          <p:cNvPr id="140" name="text-138">
            <a:extLst>
              <a:ext uri="{FF2B5EF4-FFF2-40B4-BE49-F238E27FC236}">
                <ns2:creationId id="{D227AC01-9582-420B-A934-313262E927A0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41" name="text-139">
            <a:extLst>
              <a:ext uri="{FF2B5EF4-FFF2-40B4-BE49-F238E27FC236}">
                <ns2:creationId id="{5FC6F965-C9A5-4238-B566-E48ACEC9820C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</p:spTree>
    <p:extLst>
      <p:ext uri="{BB962C8B-B14F-4D97-AF65-F5344CB8AC3E}">
        <ns5:creationId val="1485256309"/>
      </p:ext>
    </p:extLst>
  </p:cSld>
</p:sld>
</file>

<file path=ppt/slides/slide5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结果展示｜多维证据共同刻画群落响应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28463A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AE0DE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ellipse">
            <a:avLst/>
          </a:prstGeom>
          <a:solidFill>
            <a:srgbClr val="28463A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14375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/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04800" y="1314450"/>
          <a:ext cx="5619750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03120" y="310515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1725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AE0DE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1250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ellipse">
            <a:avLst/>
          </a:prstGeom>
          <a:solidFill>
            <a:srgbClr val="28463A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7500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/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7925" y="1314450"/>
          <a:ext cx="5619750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228600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AE0DE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238125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ellipse">
            <a:avLst/>
          </a:prstGeom>
          <a:solidFill>
            <a:srgbClr val="28463A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14375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/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04800" y="3924300"/>
          <a:ext cx="5619750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209550" cy="95"/>
          </a:xfrm>
          <a:prstGeom prst="line">
            <a:avLst/>
          </a:prstGeom>
          <a:noFill/>
          <a:ln w="19050">
            <a:solidFill>
              <a:srgbClr val="28463A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57775" y="40386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81550" y="4352925"/>
            <a:ext cx="209550" cy="95"/>
          </a:xfrm>
          <a:prstGeom prst="line">
            <a:avLst/>
          </a:prstGeom>
          <a:noFill/>
          <a:ln w="19050">
            <a:solidFill>
              <a:srgbClr val="A8562F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57775" y="4267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8562F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03120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1725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AE0DE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1250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ellipse">
            <a:avLst/>
          </a:prstGeom>
          <a:solidFill>
            <a:srgbClr val="28463A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7500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7925" y="3924300"/>
          <a:ext cx="5619750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7925" y="4201516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7925" y="4474921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7925" y="4748327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7925" y="5021732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56245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AF0E8"/>
          </a:solidFill>
          <a:ln w="0">
            <a:noFill/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  <a:endParaRPr/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4" name="shape-1025">
            <a:extLst>
              <a:ext uri="{FF2B5EF4-FFF2-40B4-BE49-F238E27FC236}">
                <ns2:creationId id="{77CB5FF7-3E69-4D78-BDB8-9818AFF04A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362700" cy="5372100"/>
          </a:xfrm>
          <a:prstGeom prst="rect">
            <a:avLst/>
          </a:prstGeom>
          <a:solidFill>
            <a:srgbClr val="28463A"/>
          </a:solidFill>
          <a:ln w="0">
            <a:noFill/>
            <a:prstDash val="solid"/>
          </a:ln>
        </p:spPr>
      </p:sp>
      <p:sp>
        <p:nvSpPr>
          <p:cNvPr id="2" name="text-1026">
            <a:extLst>
              <a:ext uri="{FF2B5EF4-FFF2-40B4-BE49-F238E27FC236}">
                <ns2:creationId id="{0B2D4289-CAB8-408C-A494-D84B4F13F6CA}"/>
              </a:ext>
            </a:extLst>
          </p:cNvPr>
          <p:cNvSpPr>
            <a:spLocks noGrp="1"/>
          </p:cNvSpPr>
          <p:nvPr/>
        </p:nvSpPr>
        <p:spPr>
          <a:xfrm>
            <a:off x="457200" y="1114425"/>
            <a:ext cx="5334000" cy="2219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汇报完毕</a:t>
            </a:r>
            <a:endParaRPr/>
          </a:p>
          <a:p>
            <a: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敬请讨论</a:t>
            </a:r>
            <a:endParaRPr/>
          </a:p>
        </p:txBody>
      </p:sp>
      <p:sp>
        <p:nvSpPr>
          <p:cNvPr id="3" name="shape-1027">
            <a:extLst>
              <a:ext uri="{FF2B5EF4-FFF2-40B4-BE49-F238E27FC236}">
                <ns2:creationId id="{69B80962-B16B-4D7F-AB73-2BB7B3FC2E00}"/>
              </a:ext>
            </a:extLst>
          </p:cNvPr>
          <p:cNvSpPr>
            <a:spLocks noGrp="1"/>
          </p:cNvSpPr>
          <p:nvPr/>
        </p:nvSpPr>
        <p:spPr>
          <a:xfrm>
            <a:off x="485775" y="3705225"/>
            <a:ext cx="857250" cy="47625"/>
          </a:xfrm>
          <a:prstGeom prst="rect">
            <a:avLst/>
          </a:prstGeom>
          <a:solidFill>
            <a:srgbClr val="A8562F"/>
          </a:solidFill>
          <a:ln w="0">
            <a:noFill/>
            <a:prstDash val="solid"/>
          </a:ln>
        </p:spPr>
      </p:sp>
      <p:sp>
        <p:nvSpPr>
          <p:cNvPr id="4" name="text-1028">
            <a:extLst>
              <a:ext uri="{FF2B5EF4-FFF2-40B4-BE49-F238E27FC236}">
                <ns2:creationId id="{05DB9C03-3EE5-4518-840D-6D13D80E69C1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5410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哪些解释仍需进一步检验？</a:t>
            </a:r>
            <a:endParaRPr/>
          </a:p>
        </p:txBody>
      </p:sp>
      <p:pic>
        <p:nvPicPr>
          <p:cNvPr id="5" name="">
            <a:extLst>
              <a:ext uri="{FF2B5EF4-FFF2-40B4-BE49-F238E27FC236}">
                <ns2:creationId id="{8B786B51-977C-493C-91C3-8801239F2907}"/>
              </a:ext>
            </a:extLst>
          </p:cNvPr>
          <p:cNvPicPr>
            <a:picLocks noChangeAspect="1"/>
          </p:cNvPicPr>
          <p:nvPr/>
        </p:nvPicPr>
        <p:blipFill>
          <a:blip r:embed="R3b9dd86b0bd84db3">
            <a:duotone>
              <a:srgbClr val="28463A"/>
              <a:srgbClr val="FFFFFF"/>
            </a:duotone>
          </a:blip>
          <a:stretch/>
        </p:blipFill>
        <p:spPr>
          <a:xfrm>
            <a:off x="6919913" y="419100"/>
            <a:ext cx="4581525" cy="4581525"/>
          </a:xfrm>
          <a:prstGeom prst="rect">
            <a:avLst/>
          </a:prstGeom>
        </p:spPr>
      </p:pic>
      <p:sp>
        <p:nvSpPr>
          <p:cNvPr id="6" name="icon-camera-1029">
            <a:extLst>
              <a:ext uri="{FF2B5EF4-FFF2-40B4-BE49-F238E27FC236}">
                <ns2:creationId id="{58E52C56-00A9-4B85-8378-263597D0CB5A}"/>
              </a:ext>
            </a:extLst>
          </p:cNvPr>
          <p:cNvSpPr>
            <a:spLocks noGrp="1"/>
          </p:cNvSpPr>
          <p:nvPr/>
        </p:nvSpPr>
        <p:spPr>
          <a:xfrm>
            <a:off x="6855047" y="632555"/>
            <a:ext cx="548831" cy="389287"/>
          </a:xfrm>
          <a:prstGeom prst="roundRect">
            <a:avLst>
              <a:gd name="adj" fmla="val 19574"/>
            </a:avLst>
          </a:prstGeom>
          <a:noFill/>
          <a:ln w="19943">
            <a:solidFill>
              <a:srgbClr val="28463A"/>
            </a:solidFill>
            <a:prstDash val="solid"/>
          </a:ln>
        </p:spPr>
      </p:sp>
      <p:sp>
        <p:nvSpPr>
          <p:cNvPr id="7" name="icon-camera-1030">
            <a:extLst>
              <a:ext uri="{FF2B5EF4-FFF2-40B4-BE49-F238E27FC236}">
                <ns2:creationId id="{0CD595AD-F27C-4960-834F-F6C4F75C1F48}"/>
              </a:ext>
            </a:extLst>
          </p:cNvPr>
          <p:cNvSpPr>
            <a:spLocks noGrp="1"/>
          </p:cNvSpPr>
          <p:nvPr/>
        </p:nvSpPr>
        <p:spPr>
          <a:xfrm>
            <a:off x="7020973" y="549593"/>
            <a:ext cx="210598" cy="108490"/>
          </a:xfrm>
          <a:prstGeom prst="roundRect">
            <a:avLst>
              <a:gd name="adj" fmla="val 50000"/>
            </a:avLst>
          </a:prstGeom>
          <a:noFill/>
          <a:ln w="19943">
            <a:solidFill>
              <a:srgbClr val="28463A"/>
            </a:solidFill>
            <a:prstDash val="solid"/>
          </a:ln>
        </p:spPr>
      </p:sp>
      <p:sp>
        <p:nvSpPr>
          <p:cNvPr id="8" name="icon-camera-1031">
            <a:extLst>
              <a:ext uri="{FF2B5EF4-FFF2-40B4-BE49-F238E27FC236}">
                <ns2:creationId id="{38FD796F-DB6C-4551-97C0-B697EC179407}"/>
              </a:ext>
            </a:extLst>
          </p:cNvPr>
          <p:cNvSpPr>
            <a:spLocks noGrp="1"/>
          </p:cNvSpPr>
          <p:nvPr/>
        </p:nvSpPr>
        <p:spPr>
          <a:xfrm>
            <a:off x="7014591" y="715518"/>
            <a:ext cx="229743" cy="229743"/>
          </a:xfrm>
          <a:prstGeom prst="ellipse">
            <a:avLst/>
          </a:prstGeom>
          <a:noFill/>
          <a:ln w="19943">
            <a:solidFill>
              <a:srgbClr val="28463A"/>
            </a:solidFill>
            <a:prstDash val="solid"/>
          </a:ln>
        </p:spPr>
      </p:sp>
      <p:sp>
        <p:nvSpPr>
          <p:cNvPr id="9" name="icon-camera-1032">
            <a:extLst>
              <a:ext uri="{FF2B5EF4-FFF2-40B4-BE49-F238E27FC236}">
                <ns2:creationId id="{E68D5007-5EA2-4FA7-9E91-DA529C269FF3}"/>
              </a:ext>
            </a:extLst>
          </p:cNvPr>
          <p:cNvSpPr>
            <a:spLocks noGrp="1"/>
          </p:cNvSpPr>
          <p:nvPr/>
        </p:nvSpPr>
        <p:spPr>
          <a:xfrm>
            <a:off x="7282625" y="683609"/>
            <a:ext cx="51054" cy="51054"/>
          </a:xfrm>
          <a:prstGeom prst="ellipse">
            <a:avLst/>
          </a:prstGeom>
          <a:solidFill>
            <a:srgbClr val="28463A"/>
          </a:solidFill>
          <a:ln w="19943">
            <a:solidFill>
              <a:srgbClr val="28463A"/>
            </a:solidFill>
            <a:prstDash val="solid"/>
          </a:ln>
        </p:spPr>
      </p:sp>
      <p:sp>
        <p:nvSpPr>
          <p:cNvPr id="10" name="vector-1033">
            <a:extLst>
              <a:ext uri="{FF2B5EF4-FFF2-40B4-BE49-F238E27FC236}">
                <ns2:creationId id="{207CA9D4-CCCD-4156-A9C8-7AD30C3EC7BC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1273">
            <a:solidFill>
              <a:srgbClr val="28463A"/>
            </a:solidFill>
            <a:prstDash val="solid"/>
          </a:ln>
        </p:spPr>
      </p:sp>
      <p:sp>
        <p:nvSpPr>
          <p:cNvPr id="11" name="vector-1034">
            <a:extLst>
              <a:ext uri="{FF2B5EF4-FFF2-40B4-BE49-F238E27FC236}">
                <ns2:creationId id="{2B20E361-DC6A-45FB-A7D3-4E63A1D03563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1273">
            <a:solidFill>
              <a:srgbClr val="28463A"/>
            </a:solidFill>
            <a:prstDash val="solid"/>
          </a:ln>
        </p:spPr>
      </p:sp>
      <p:sp>
        <p:nvSpPr>
          <p:cNvPr id="12" name="vector-1035">
            <a:extLst>
              <a:ext uri="{FF2B5EF4-FFF2-40B4-BE49-F238E27FC236}">
                <ns2:creationId id="{FCB4BE22-641C-40B2-92EF-FD3BCE9A0FA5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1273">
            <a:solidFill>
              <a:srgbClr val="28463A"/>
            </a:solidFill>
            <a:prstDash val="solid"/>
          </a:ln>
        </p:spPr>
      </p:sp>
      <p:sp>
        <p:nvSpPr>
          <p:cNvPr id="13" name="vector-1036">
            <a:extLst>
              <a:ext uri="{FF2B5EF4-FFF2-40B4-BE49-F238E27FC236}">
                <ns2:creationId id="{A180FDAB-2EEF-402A-B78E-20DB8C7B5F70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1273">
            <a:solidFill>
              <a:srgbClr val="28463A"/>
            </a:solidFill>
            <a:prstDash val="solid"/>
          </a:ln>
        </p:spPr>
      </p:sp>
      <p:sp>
        <p:nvSpPr>
          <p:cNvPr id="14" name="vector-1037">
            <a:extLst>
              <a:ext uri="{FF2B5EF4-FFF2-40B4-BE49-F238E27FC236}">
                <ns2:creationId id="{FC988FD6-C3D7-4085-BD17-37A53DBF3E5B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1273">
            <a:solidFill>
              <a:srgbClr val="28463A"/>
            </a:solidFill>
            <a:prstDash val="solid"/>
          </a:ln>
        </p:spPr>
      </p:sp>
      <p:sp>
        <p:nvSpPr>
          <p:cNvPr id="15" name="vector-1038">
            <a:extLst>
              <a:ext uri="{FF2B5EF4-FFF2-40B4-BE49-F238E27FC236}">
                <ns2:creationId id="{23DDC71A-E1AD-4EB6-8F6C-0830B772DD00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1273">
            <a:solidFill>
              <a:srgbClr val="28463A"/>
            </a:solidFill>
            <a:prstDash val="solid"/>
          </a:ln>
        </p:spPr>
      </p:sp>
      <p:sp>
        <p:nvSpPr>
          <p:cNvPr id="16" name="vector-1039">
            <a:extLst>
              <a:ext uri="{FF2B5EF4-FFF2-40B4-BE49-F238E27FC236}">
                <ns2:creationId id="{305F648B-AB2E-4DE4-B223-F4EBAE2696A7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1273">
            <a:solidFill>
              <a:srgbClr val="28463A"/>
            </a:solidFill>
            <a:prstDash val="solid"/>
          </a:ln>
        </p:spPr>
      </p:sp>
      <p:sp>
        <p:nvSpPr>
          <p:cNvPr id="17" name="icon-network-1040">
            <a:extLst>
              <a:ext uri="{FF2B5EF4-FFF2-40B4-BE49-F238E27FC236}">
                <ns2:creationId id="{2B037542-39E9-461C-8EBA-E9BE14091390}"/>
              </a:ext>
            </a:extLst>
          </p:cNvPr>
          <p:cNvSpPr>
            <a:spLocks noGrp="1"/>
          </p:cNvSpPr>
          <p:nvPr/>
        </p:nvSpPr>
        <p:spPr>
          <a:xfrm>
            <a:off x="10706291" y="686753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28463A"/>
            </a:solidFill>
            <a:prstDash val="solid"/>
          </a:ln>
        </p:spPr>
      </p:sp>
      <p:sp>
        <p:nvSpPr>
          <p:cNvPr id="18" name="icon-network-1041">
            <a:extLst>
              <a:ext uri="{FF2B5EF4-FFF2-40B4-BE49-F238E27FC236}">
                <ns2:creationId id="{46F498EF-4D41-4609-B35F-56F037CAE256}"/>
              </a:ext>
            </a:extLst>
          </p:cNvPr>
          <p:cNvSpPr>
            <a:spLocks noGrp="1"/>
          </p:cNvSpPr>
          <p:nvPr/>
        </p:nvSpPr>
        <p:spPr>
          <a:xfrm>
            <a:off x="10910507" y="527209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28463A"/>
            </a:solidFill>
            <a:prstDash val="solid"/>
          </a:ln>
        </p:spPr>
      </p:sp>
      <p:sp>
        <p:nvSpPr>
          <p:cNvPr id="19" name="icon-network-1042">
            <a:extLst>
              <a:ext uri="{FF2B5EF4-FFF2-40B4-BE49-F238E27FC236}">
                <ns2:creationId id="{D9BB65F7-D9DF-491B-949A-5D5D7A5F0E73}"/>
              </a:ext>
            </a:extLst>
          </p:cNvPr>
          <p:cNvSpPr>
            <a:spLocks noGrp="1"/>
          </p:cNvSpPr>
          <p:nvPr/>
        </p:nvSpPr>
        <p:spPr>
          <a:xfrm>
            <a:off x="11159395" y="642080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28463A"/>
            </a:solidFill>
            <a:prstDash val="solid"/>
          </a:ln>
        </p:spPr>
      </p:sp>
      <p:sp>
        <p:nvSpPr>
          <p:cNvPr id="20" name="icon-network-1043">
            <a:extLst>
              <a:ext uri="{FF2B5EF4-FFF2-40B4-BE49-F238E27FC236}">
                <ns2:creationId id="{72B4FE93-B519-42B8-8FF0-3CCC18638EB3}"/>
              </a:ext>
            </a:extLst>
          </p:cNvPr>
          <p:cNvSpPr>
            <a:spLocks noGrp="1"/>
          </p:cNvSpPr>
          <p:nvPr/>
        </p:nvSpPr>
        <p:spPr>
          <a:xfrm>
            <a:off x="11063669" y="980313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28463A"/>
            </a:solidFill>
            <a:prstDash val="solid"/>
          </a:ln>
        </p:spPr>
      </p:sp>
      <p:sp>
        <p:nvSpPr>
          <p:cNvPr id="21" name="icon-network-1044">
            <a:extLst>
              <a:ext uri="{FF2B5EF4-FFF2-40B4-BE49-F238E27FC236}">
                <ns2:creationId id="{DC373796-B381-46CD-A478-35483FB497E0}"/>
              </a:ext>
            </a:extLst>
          </p:cNvPr>
          <p:cNvSpPr>
            <a:spLocks noGrp="1"/>
          </p:cNvSpPr>
          <p:nvPr/>
        </p:nvSpPr>
        <p:spPr>
          <a:xfrm>
            <a:off x="10776490" y="973931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28463A"/>
            </a:solidFill>
            <a:prstDash val="solid"/>
          </a:ln>
        </p:spPr>
      </p:sp>
      <p:sp>
        <p:nvSpPr>
          <p:cNvPr id="22" name="vector-1045">
            <a:extLst>
              <a:ext uri="{FF2B5EF4-FFF2-40B4-BE49-F238E27FC236}">
                <ns2:creationId id="{4274ABE2-BEA4-48A6-8DE4-3D132964B052}"/>
              </a:ext>
            </a:extLst>
          </p:cNvPr>
          <p:cNvSpPr>
            <a:spLocks noGrp="1"/>
          </p:cNvSpPr>
          <p:nvPr/>
        </p:nvSpPr>
        <p:spPr>
          <a:xfrm>
            <a:off x="6762750" y="3590925"/>
            <a:ext cx="638175" cy="638175"/>
          </a:xfrm>
          <a:custGeom>
            <a:pathLst>
              <a:path w="952500" h="952500">
                <a:moveTo>
                  <a:pt x="342900" y="38100"/>
                </a:moveTo>
                <a:lnTo>
                  <a:pt x="609600" y="38100"/>
                </a:lnTo>
                <a:lnTo>
                  <a:pt x="609600" y="400050"/>
                </a:lnTo>
                <a:lnTo>
                  <a:pt x="838200" y="828675"/>
                </a:lnTo>
                <a:lnTo>
                  <a:pt x="752475" y="904875"/>
                </a:lnTo>
                <a:lnTo>
                  <a:pt x="200025" y="904875"/>
                </a:lnTo>
                <a:lnTo>
                  <a:pt x="114300" y="828675"/>
                </a:lnTo>
                <a:lnTo>
                  <a:pt x="342900" y="400050"/>
                </a:lnTo>
                <a:close/>
              </a:path>
            </a:pathLst>
          </a:custGeom>
          <a:solidFill>
            <a:srgbClr val="EAF0E8"/>
          </a:solidFill>
          <a:ln w="19050">
            <a:solidFill>
              <a:srgbClr val="28463A"/>
            </a:solidFill>
            <a:prstDash val="solid"/>
          </a:ln>
        </p:spPr>
      </p:sp>
      <p:sp>
        <p:nvSpPr>
          <p:cNvPr id="23" name="vector-1046">
            <a:extLst>
              <a:ext uri="{FF2B5EF4-FFF2-40B4-BE49-F238E27FC236}">
                <ns2:creationId id="{0D3B369B-1925-4006-A5A4-345647B347E0}"/>
              </a:ext>
            </a:extLst>
          </p:cNvPr>
          <p:cNvSpPr>
            <a:spLocks noGrp="1"/>
          </p:cNvSpPr>
          <p:nvPr/>
        </p:nvSpPr>
        <p:spPr>
          <a:xfrm>
            <a:off x="6762750" y="3590925"/>
            <a:ext cx="638175" cy="638175"/>
          </a:xfrm>
          <a:custGeom>
            <a:pathLst>
              <a:path w="952500" h="952500">
                <a:moveTo>
                  <a:pt x="247650" y="647700"/>
                </a:moveTo>
                <a:lnTo>
                  <a:pt x="714375" y="647700"/>
                </a:lnTo>
              </a:path>
            </a:pathLst>
          </a:custGeom>
          <a:noFill/>
          <a:ln w="21273">
            <a:solidFill>
              <a:srgbClr val="28463A"/>
            </a:solidFill>
            <a:prstDash val="solid"/>
          </a:ln>
        </p:spPr>
      </p:sp>
      <p:sp>
        <p:nvSpPr>
          <p:cNvPr id="24" name="vector-1047">
            <a:extLst>
              <a:ext uri="{FF2B5EF4-FFF2-40B4-BE49-F238E27FC236}">
                <ns2:creationId id="{B7295F35-6DD2-45D3-A5E0-66327A403B54}"/>
              </a:ext>
            </a:extLst>
          </p:cNvPr>
          <p:cNvSpPr>
            <a:spLocks noGrp="1"/>
          </p:cNvSpPr>
          <p:nvPr/>
        </p:nvSpPr>
        <p:spPr>
          <a:xfrm>
            <a:off x="10763250" y="3524250"/>
            <a:ext cx="638175" cy="6381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1273">
            <a:solidFill>
              <a:srgbClr val="28463A"/>
            </a:solidFill>
            <a:prstDash val="solid"/>
          </a:ln>
        </p:spPr>
      </p:sp>
      <p:sp>
        <p:nvSpPr>
          <p:cNvPr id="25" name="vector-1048">
            <a:extLst>
              <a:ext uri="{FF2B5EF4-FFF2-40B4-BE49-F238E27FC236}">
                <ns2:creationId id="{008B93AD-D0B1-43F1-B0B5-D6C0D10E7B26}"/>
              </a:ext>
            </a:extLst>
          </p:cNvPr>
          <p:cNvSpPr>
            <a:spLocks noGrp="1"/>
          </p:cNvSpPr>
          <p:nvPr/>
        </p:nvSpPr>
        <p:spPr>
          <a:xfrm>
            <a:off x="10763250" y="3524250"/>
            <a:ext cx="638175" cy="6381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1273">
            <a:solidFill>
              <a:srgbClr val="28463A"/>
            </a:solidFill>
            <a:prstDash val="solid"/>
          </a:ln>
        </p:spPr>
      </p:sp>
      <p:sp>
        <p:nvSpPr>
          <p:cNvPr id="26" name="icon-chart-1049">
            <a:extLst>
              <a:ext uri="{FF2B5EF4-FFF2-40B4-BE49-F238E27FC236}">
                <ns2:creationId id="{F63B9922-8319-482C-B6CA-9177B1090CC8}"/>
              </a:ext>
            </a:extLst>
          </p:cNvPr>
          <p:cNvSpPr>
            <a:spLocks noGrp="1"/>
          </p:cNvSpPr>
          <p:nvPr/>
        </p:nvSpPr>
        <p:spPr>
          <a:xfrm>
            <a:off x="10922794" y="3868865"/>
            <a:ext cx="82963" cy="210598"/>
          </a:xfrm>
          <a:prstGeom prst="rect">
            <a:avLst/>
          </a:prstGeom>
          <a:solidFill>
            <a:srgbClr val="28463A"/>
          </a:solidFill>
          <a:ln w="19943">
            <a:solidFill>
              <a:srgbClr val="28463A"/>
            </a:solidFill>
            <a:prstDash val="solid"/>
          </a:ln>
        </p:spPr>
      </p:sp>
      <p:sp>
        <p:nvSpPr>
          <p:cNvPr id="27" name="icon-chart-1050">
            <a:extLst>
              <a:ext uri="{FF2B5EF4-FFF2-40B4-BE49-F238E27FC236}">
                <ns2:creationId id="{D0778A82-AFE8-4CFD-8A9B-922F60359E24}"/>
              </a:ext>
            </a:extLst>
          </p:cNvPr>
          <p:cNvSpPr>
            <a:spLocks noGrp="1"/>
          </p:cNvSpPr>
          <p:nvPr/>
        </p:nvSpPr>
        <p:spPr>
          <a:xfrm>
            <a:off x="11063192" y="3753993"/>
            <a:ext cx="82963" cy="325469"/>
          </a:xfrm>
          <a:prstGeom prst="rect">
            <a:avLst/>
          </a:prstGeom>
          <a:solidFill>
            <a:srgbClr val="5D7795"/>
          </a:solidFill>
          <a:ln w="19943">
            <a:solidFill>
              <a:srgbClr val="28463A"/>
            </a:solidFill>
            <a:prstDash val="solid"/>
          </a:ln>
        </p:spPr>
      </p:sp>
      <p:sp>
        <p:nvSpPr>
          <p:cNvPr id="28" name="icon-chart-1051">
            <a:extLst>
              <a:ext uri="{FF2B5EF4-FFF2-40B4-BE49-F238E27FC236}">
                <ns2:creationId id="{A3A9F975-EF8F-432B-A1B6-01FC3BE4E50E}"/>
              </a:ext>
            </a:extLst>
          </p:cNvPr>
          <p:cNvSpPr>
            <a:spLocks noGrp="1"/>
          </p:cNvSpPr>
          <p:nvPr/>
        </p:nvSpPr>
        <p:spPr>
          <a:xfrm>
            <a:off x="11203591" y="3626358"/>
            <a:ext cx="82963" cy="453104"/>
          </a:xfrm>
          <a:prstGeom prst="rect">
            <a:avLst/>
          </a:prstGeom>
          <a:solidFill>
            <a:srgbClr val="28463A"/>
          </a:solidFill>
          <a:ln w="19943">
            <a:solidFill>
              <a:srgbClr val="28463A"/>
            </a:solidFill>
            <a:prstDash val="solid"/>
          </a:ln>
        </p:spPr>
      </p:sp>
      <p:sp>
        <p:nvSpPr>
          <p:cNvPr id="29" name="line-1052">
            <a:extLst>
              <a:ext uri="{FF2B5EF4-FFF2-40B4-BE49-F238E27FC236}">
                <ns2:creationId id="{C916AB14-3151-4998-9A22-08D6D800BBD5}"/>
              </a:ext>
            </a:extLst>
          </p:cNvPr>
          <p:cNvSpPr>
            <a:spLocks noGrp="1"/>
          </p:cNvSpPr>
          <p:nvPr/>
        </p:nvSpPr>
        <p:spPr>
          <a:xfrm>
            <a:off x="0" y="5372100"/>
            <a:ext cx="12192000" cy="95"/>
          </a:xfrm>
          <a:prstGeom prst="line">
            <a:avLst/>
          </a:prstGeom>
          <a:noFill/>
          <a:ln w="19050">
            <a:solidFill>
              <a:srgbClr val="28463A"/>
            </a:solidFill>
            <a:prstDash val="solid"/>
          </a:ln>
        </p:spPr>
      </p:sp>
      <p:sp>
        <p:nvSpPr>
          <p:cNvPr id="30" name="icon-person-1053">
            <a:extLst>
              <a:ext uri="{FF2B5EF4-FFF2-40B4-BE49-F238E27FC236}">
                <ns2:creationId id="{92625B89-B190-48BA-B604-C2162296F65C}"/>
              </a:ext>
            </a:extLst>
          </p:cNvPr>
          <p:cNvSpPr>
            <a:spLocks noGrp="1"/>
          </p:cNvSpPr>
          <p:nvPr/>
        </p:nvSpPr>
        <p:spPr>
          <a:xfrm>
            <a:off x="465296" y="5875592"/>
            <a:ext cx="88583" cy="88583"/>
          </a:xfrm>
          <a:prstGeom prst="ellipse">
            <a:avLst/>
          </a:prstGeom>
          <a:noFill/>
          <a:ln w="12383">
            <a:solidFill>
              <a:srgbClr val="28463A"/>
            </a:solidFill>
            <a:prstDash val="solid"/>
          </a:ln>
        </p:spPr>
      </p:sp>
      <p:sp>
        <p:nvSpPr>
          <p:cNvPr id="31" name="icon-person-1054">
            <a:extLst>
              <a:ext uri="{FF2B5EF4-FFF2-40B4-BE49-F238E27FC236}">
                <ns2:creationId id="{2F70FE3B-E1D7-4054-90A0-E497DF759AEB}"/>
              </a:ext>
            </a:extLst>
          </p:cNvPr>
          <p:cNvSpPr>
            <a:spLocks noGrp="1"/>
          </p:cNvSpPr>
          <p:nvPr/>
        </p:nvSpPr>
        <p:spPr>
          <a:xfrm>
            <a:off x="412147" y="5984843"/>
            <a:ext cx="191929" cy="135827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28463A"/>
            </a:solidFill>
            <a:prstDash val="solid"/>
          </a:ln>
        </p:spPr>
      </p:sp>
      <p:sp>
        <p:nvSpPr>
          <p:cNvPr id="32" name="text-1055">
            <a:extLst>
              <a:ext uri="{FF2B5EF4-FFF2-40B4-BE49-F238E27FC236}">
                <ns2:creationId id="{2F5F3C28-5451-462C-B48E-ACE750BAC77E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3143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  <a:endParaRPr/>
          </a:p>
        </p:txBody>
      </p:sp>
      <p:sp>
        <p:nvSpPr>
          <p:cNvPr id="33" name="icon-clipboard-1056">
            <a:extLst>
              <a:ext uri="{FF2B5EF4-FFF2-40B4-BE49-F238E27FC236}">
                <ns2:creationId id="{DD9215D2-35D2-4D02-9FA4-CD1E74BDEE98}"/>
              </a:ext>
            </a:extLst>
          </p:cNvPr>
          <p:cNvSpPr>
            <a:spLocks noGrp="1"/>
          </p:cNvSpPr>
          <p:nvPr/>
        </p:nvSpPr>
        <p:spPr>
          <a:xfrm>
            <a:off x="4501134" y="5782056"/>
            <a:ext cx="260033" cy="312039"/>
          </a:xfrm>
          <a:prstGeom prst="roundRect">
            <a:avLst>
              <a:gd name="adj" fmla="val 29304"/>
            </a:avLst>
          </a:prstGeom>
          <a:noFill/>
          <a:ln w="12502">
            <a:solidFill>
              <a:srgbClr val="28463A"/>
            </a:solidFill>
            <a:prstDash val="solid"/>
          </a:ln>
        </p:spPr>
      </p:sp>
      <p:sp>
        <p:nvSpPr>
          <p:cNvPr id="34" name="icon-clipboard-1057">
            <a:extLst>
              <a:ext uri="{FF2B5EF4-FFF2-40B4-BE49-F238E27FC236}">
                <ns2:creationId id="{BD828FB0-C018-47D2-AA3C-A90D4522B0D4}"/>
              </a:ext>
            </a:extLst>
          </p:cNvPr>
          <p:cNvSpPr>
            <a:spLocks noGrp="1"/>
          </p:cNvSpPr>
          <p:nvPr/>
        </p:nvSpPr>
        <p:spPr>
          <a:xfrm>
            <a:off x="4569143" y="5754053"/>
            <a:ext cx="120015" cy="600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502">
            <a:solidFill>
              <a:srgbClr val="28463A"/>
            </a:solidFill>
            <a:prstDash val="solid"/>
          </a:ln>
        </p:spPr>
      </p:sp>
      <p:sp>
        <p:nvSpPr>
          <p:cNvPr id="35" name="vector-1058">
            <a:extLst>
              <a:ext uri="{FF2B5EF4-FFF2-40B4-BE49-F238E27FC236}">
                <ns2:creationId id="{B9E0CBB6-31E1-4772-979B-C1F7146AF936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36" name="vector-1059">
            <a:extLst>
              <a:ext uri="{FF2B5EF4-FFF2-40B4-BE49-F238E27FC236}">
                <ns2:creationId id="{11F633F6-15A8-4DA9-9C5A-0DA38894C877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37" name="vector-1060">
            <a:extLst>
              <a:ext uri="{FF2B5EF4-FFF2-40B4-BE49-F238E27FC236}">
                <ns2:creationId id="{79831547-281B-4648-890A-2C4080EA1DAD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38" name="vector-1061">
            <a:extLst>
              <a:ext uri="{FF2B5EF4-FFF2-40B4-BE49-F238E27FC236}">
                <ns2:creationId id="{0AD41106-1B0F-445D-8B21-6925B61DABC2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39" name="vector-1062">
            <a:extLst>
              <a:ext uri="{FF2B5EF4-FFF2-40B4-BE49-F238E27FC236}">
                <ns2:creationId id="{7155229C-5079-45A6-B185-092B37F6C65C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40" name="vector-1063">
            <a:extLst>
              <a:ext uri="{FF2B5EF4-FFF2-40B4-BE49-F238E27FC236}">
                <ns2:creationId id="{C04D408E-B21F-492B-B469-89698AB79BAF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41" name="vector-1064">
            <a:extLst>
              <a:ext uri="{FF2B5EF4-FFF2-40B4-BE49-F238E27FC236}">
                <ns2:creationId id="{CD69603F-5B16-4918-9F5A-F8CE4A248F0B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42" name="vector-1065">
            <a:extLst>
              <a:ext uri="{FF2B5EF4-FFF2-40B4-BE49-F238E27FC236}">
                <ns2:creationId id="{D3471EB6-E8BC-427D-BBC9-9AF580B4F912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43" name="vector-1066">
            <a:extLst>
              <a:ext uri="{FF2B5EF4-FFF2-40B4-BE49-F238E27FC236}">
                <ns2:creationId id="{C8737E86-F9B2-4CFC-BE61-4691A6D32CDE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44" name="text-1067">
            <a:extLst>
              <a:ext uri="{FF2B5EF4-FFF2-40B4-BE49-F238E27FC236}">
                <ns2:creationId id="{F5EB26CC-8E4D-432E-8AC4-9D16C03DE544}"/>
              </a:ext>
            </a:extLst>
          </p:cNvPr>
          <p:cNvSpPr>
            <a:spLocks noGrp="1"/>
          </p:cNvSpPr>
          <p:nvPr/>
        </p:nvSpPr>
        <p:spPr>
          <a:xfrm>
            <a:off x="495300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endParaRPr/>
          </a:p>
        </p:txBody>
      </p:sp>
      <p:sp>
        <p:nvSpPr>
          <p:cNvPr id="45" name="icon-search-1068">
            <a:extLst>
              <a:ext uri="{FF2B5EF4-FFF2-40B4-BE49-F238E27FC236}">
                <ns2:creationId id="{9DCC8505-3220-497A-ACE4-63689413C14B}"/>
              </a:ext>
            </a:extLst>
          </p:cNvPr>
          <p:cNvSpPr>
            <a:spLocks noGrp="1"/>
          </p:cNvSpPr>
          <p:nvPr/>
        </p:nvSpPr>
        <p:spPr>
          <a:xfrm>
            <a:off x="7031355" y="5774055"/>
            <a:ext cx="232029" cy="232029"/>
          </a:xfrm>
          <a:prstGeom prst="ellipse">
            <a:avLst/>
          </a:prstGeom>
          <a:noFill/>
          <a:ln w="12502">
            <a:solidFill>
              <a:srgbClr val="28463A"/>
            </a:solidFill>
            <a:prstDash val="solid"/>
          </a:ln>
        </p:spPr>
      </p:sp>
      <p:sp>
        <p:nvSpPr>
          <p:cNvPr id="46" name="vector-1069">
            <a:extLst>
              <a:ext uri="{FF2B5EF4-FFF2-40B4-BE49-F238E27FC236}">
                <ns2:creationId id="{6A00402F-604C-465F-99C6-68D97D0C083D}"/>
              </a:ext>
            </a:extLst>
          </p:cNvPr>
          <p:cNvSpPr>
            <a:spLocks noGrp="1"/>
          </p:cNvSpPr>
          <p:nvPr/>
        </p:nvSpPr>
        <p:spPr>
          <a:xfrm>
            <a:off x="6991350" y="5734050"/>
            <a:ext cx="400050" cy="400050"/>
          </a:xfrm>
          <a:custGeom>
            <a:pathLst>
              <a:path w="952500" h="952500">
                <a:moveTo>
                  <a:pt x="571500" y="571500"/>
                </a:moveTo>
                <a:lnTo>
                  <a:pt x="866775" y="866775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47" name="text-1070">
            <a:extLst>
              <a:ext uri="{FF2B5EF4-FFF2-40B4-BE49-F238E27FC236}">
                <ns2:creationId id="{EE58B76C-DD9F-4C00-9273-84E4F39B858A}"/>
              </a:ext>
            </a:extLst>
          </p:cNvPr>
          <p:cNvSpPr>
            <a:spLocks noGrp="1"/>
          </p:cNvSpPr>
          <p:nvPr/>
        </p:nvSpPr>
        <p:spPr>
          <a:xfrm>
            <a:off x="7515225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  <a:endParaRPr/>
          </a:p>
        </p:txBody>
      </p:sp>
      <p:sp>
        <p:nvSpPr>
          <p:cNvPr id="48" name="icon-compass-1071">
            <a:extLst>
              <a:ext uri="{FF2B5EF4-FFF2-40B4-BE49-F238E27FC236}">
                <ns2:creationId id="{F6EDAD83-45E2-420B-A60E-53D6935B2167}"/>
              </a:ext>
            </a:extLst>
          </p:cNvPr>
          <p:cNvSpPr>
            <a:spLocks noGrp="1"/>
          </p:cNvSpPr>
          <p:nvPr/>
        </p:nvSpPr>
        <p:spPr>
          <a:xfrm>
            <a:off x="9577578" y="5758053"/>
            <a:ext cx="352044" cy="352044"/>
          </a:xfrm>
          <a:prstGeom prst="ellipse">
            <a:avLst/>
          </a:prstGeom>
          <a:noFill/>
          <a:ln w="12502">
            <a:solidFill>
              <a:srgbClr val="28463A"/>
            </a:solidFill>
            <a:prstDash val="solid"/>
          </a:ln>
        </p:spPr>
      </p:sp>
      <p:sp>
        <p:nvSpPr>
          <p:cNvPr id="49" name="vector-1072">
            <a:extLst>
              <a:ext uri="{FF2B5EF4-FFF2-40B4-BE49-F238E27FC236}">
                <ns2:creationId id="{5197B925-E643-4B61-9680-53CF7DC39BC4}"/>
              </a:ext>
            </a:extLst>
          </p:cNvPr>
          <p:cNvSpPr>
            <a:spLocks noGrp="1"/>
          </p:cNvSpPr>
          <p:nvPr/>
        </p:nvSpPr>
        <p:spPr>
          <a:xfrm>
            <a:off x="9553575" y="5734050"/>
            <a:ext cx="400050" cy="40005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28463A"/>
          </a:solidFill>
          <a:ln w="14288">
            <a:noFill/>
            <a:prstDash val="solid"/>
          </a:ln>
        </p:spPr>
      </p:sp>
      <p:sp>
        <p:nvSpPr>
          <p:cNvPr id="50" name="vector-1073">
            <a:extLst>
              <a:ext uri="{FF2B5EF4-FFF2-40B4-BE49-F238E27FC236}">
                <ns2:creationId id="{E353FA93-8D3D-4748-B80D-B03F6A91A68B}"/>
              </a:ext>
            </a:extLst>
          </p:cNvPr>
          <p:cNvSpPr>
            <a:spLocks noGrp="1"/>
          </p:cNvSpPr>
          <p:nvPr/>
        </p:nvSpPr>
        <p:spPr>
          <a:xfrm>
            <a:off x="9553575" y="5734050"/>
            <a:ext cx="400050" cy="40005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8562F"/>
          </a:solidFill>
          <a:ln w="14288">
            <a:noFill/>
            <a:prstDash val="solid"/>
          </a:ln>
        </p:spPr>
      </p:sp>
      <p:sp>
        <p:nvSpPr>
          <p:cNvPr id="51" name="text-1074">
            <a:extLst>
              <a:ext uri="{FF2B5EF4-FFF2-40B4-BE49-F238E27FC236}">
                <ns2:creationId id="{B71D1E75-297B-4368-8ED9-545F621B469C}"/>
              </a:ext>
            </a:extLst>
          </p:cNvPr>
          <p:cNvSpPr>
            <a:spLocks noGrp="1"/>
          </p:cNvSpPr>
          <p:nvPr/>
        </p:nvSpPr>
        <p:spPr>
          <a:xfrm>
            <a:off x="1007745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下一步工作</a:t>
            </a:r>
            <a:endParaRPr/>
          </a:p>
        </p:txBody>
      </p:sp>
      <p:sp>
        <p:nvSpPr>
          <p:cNvPr id="52" name="text-1075">
            <a:extLst>
              <a:ext uri="{FF2B5EF4-FFF2-40B4-BE49-F238E27FC236}">
                <ns2:creationId id="{374F29D9-52C4-4636-AF0E-907AA99230BF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53" name="text-1076">
            <a:extLst>
              <a:ext uri="{FF2B5EF4-FFF2-40B4-BE49-F238E27FC236}">
                <ns2:creationId id="{498A1029-233C-4F0B-9D87-3E16AAB23A87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/>
          </a:p>
        </p:txBody>
      </p:sp>
    </p:spTree>
    <p:extLst>
      <p:ext uri="{BB962C8B-B14F-4D97-AF65-F5344CB8AC3E}">
        <ns4:creationId val="71146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6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ScholarFlow contributors</dc:creator>
  <ns0:lastModifiedBy>ScholarFlow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