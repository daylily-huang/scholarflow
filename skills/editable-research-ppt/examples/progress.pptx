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8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AF0E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1567c83f4b6a4b74" /><Relationship Type="http://schemas.openxmlformats.org/officeDocument/2006/relationships/notesMaster" Target="/ppt/notesMasters/notesMaster1.xml" Id="R0926ce8f21de4b11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b8ecb1a0f4c347b8" /><Relationship Type="http://schemas.openxmlformats.org/officeDocument/2006/relationships/notesMaster" Target="/ppt/notesMasters/notesMaster1.xml" Id="R1f9ddf8ce2e948fd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4cf529f6e1c7487c" /><Relationship Type="http://schemas.openxmlformats.org/officeDocument/2006/relationships/notesMaster" Target="/ppt/notesMasters/notesMaster1.xml" Id="Rf4725e725510477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progress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1.xml" Id="Rd2fd00bda74e4d93" /><Relationship Type="http://schemas.openxmlformats.org/officeDocument/2006/relationships/chart" Target="/ppt/charts/chart2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3.xml" Id="Rece6f4e963464ce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3.xml" Id="Rd3976b09d88d407c" /><Relationship Type="http://schemas.openxmlformats.org/officeDocument/2006/relationships/notesSlide" Target="/ppt/notesSlides/notesSlide4.xml" Id="R731d6414eb1540d5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4.xml" Id="R0f90f39fb5cf47f3" /><Relationship Type="http://schemas.openxmlformats.org/officeDocument/2006/relationships/chart" Target="/ppt/charts/chart5.xml" Id="R5ffc3bee95974730" /><Relationship Type="http://schemas.openxmlformats.org/officeDocument/2006/relationships/chart" Target="/ppt/charts/chart6.xml" Id="R5911ad34a6c7462d" /><Relationship Type="http://schemas.openxmlformats.org/officeDocument/2006/relationships/chart" Target="/ppt/charts/chart7.xml" Id="Rffaaf39a0267400e" /><Relationship Type="http://schemas.openxmlformats.org/officeDocument/2006/relationships/notesSlide" Target="/ppt/notesSlides/notesSlide5.xml" Id="R0674bcd17bcf4ba2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28463A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实验进展型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森林动物监测</a:t>
            </a:r>
            <a:endParaRPr/>
          </a:p>
          <a:p>
            <a:pPr algn="l">
              <a:def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28463A"/>
                </a:solidFill>
                <a:latin typeface="Noto Serif CJK SC"/>
                <a:ea typeface="Noto Serif CJK SC"/>
                <a:cs typeface="Noto Serif CJK SC"/>
              </a:rPr>
              <a:t>阶段进展与复测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实验进展汇报</a:t>
            </a:r>
            <a:endParaRPr/>
          </a:p>
          <a:p>
            <a:pPr algn="l">
              <a:def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A9B81"/>
                </a:solidFill>
                <a:latin typeface="Noto Serif CJK SC"/>
                <a:ea typeface="Noto Serif CJK SC"/>
                <a:cs typeface="Noto Serif CJK SC"/>
              </a:rPr>
              <a:t>完成状态、问题与下一步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857750"/>
            <a:ext cx="857250" cy="47625"/>
          </a:xfrm>
          <a:prstGeom prst="rect">
            <a:avLst/>
          </a:prstGeom>
          <a:solidFill>
            <a:srgbClr val="A8562F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228600" y="914400"/>
            <a:ext cx="342900" cy="1428750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295275" y="1104900"/>
            <a:ext cx="2095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228600" y="2571750"/>
            <a:ext cx="342900" cy="1190625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295275" y="2762250"/>
            <a:ext cx="20955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228600" y="3962400"/>
            <a:ext cx="342900" cy="2152650"/>
          </a:xfrm>
          <a:prstGeom prst="roundRect">
            <a:avLst>
              <a:gd name="adj" fmla="val 22222"/>
            </a:avLst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295275" y="4152900"/>
            <a:ext cx="209550" cy="1771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0" name="icon-camera-149">
            <a:extLst>
              <a:ext uri="{FF2B5EF4-FFF2-40B4-BE49-F238E27FC236}">
                <ns2:creationId id="{06E617BC-B606-4C9D-AFAF-CE7A0653007A}"/>
              </a:ext>
            </a:extLst>
          </p:cNvPr>
          <p:cNvSpPr>
            <a:spLocks noGrp="1"/>
          </p:cNvSpPr>
          <p:nvPr/>
        </p:nvSpPr>
        <p:spPr>
          <a:xfrm>
            <a:off x="899446" y="11455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1" name="icon-camera-150">
            <a:extLst>
              <a:ext uri="{FF2B5EF4-FFF2-40B4-BE49-F238E27FC236}">
                <ns2:creationId id="{DC0A11E2-0ACC-4CE9-88CA-3761D06EF21B}"/>
              </a:ext>
            </a:extLst>
          </p:cNvPr>
          <p:cNvSpPr>
            <a:spLocks noGrp="1"/>
          </p:cNvSpPr>
          <p:nvPr/>
        </p:nvSpPr>
        <p:spPr>
          <a:xfrm>
            <a:off x="1020794" y="10848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2" name="icon-camera-151">
            <a:extLst>
              <a:ext uri="{FF2B5EF4-FFF2-40B4-BE49-F238E27FC236}">
                <ns2:creationId id="{67586027-23AB-4F7C-92C0-8CA204AE1EF5}"/>
              </a:ext>
            </a:extLst>
          </p:cNvPr>
          <p:cNvSpPr>
            <a:spLocks noGrp="1"/>
          </p:cNvSpPr>
          <p:nvPr/>
        </p:nvSpPr>
        <p:spPr>
          <a:xfrm>
            <a:off x="1016127" y="1206246"/>
            <a:ext cx="168021" cy="168021"/>
          </a:xfrm>
          <a:prstGeom prst="ellipse">
            <a:avLst/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3" name="icon-camera-152">
            <a:extLst>
              <a:ext uri="{FF2B5EF4-FFF2-40B4-BE49-F238E27FC236}">
                <ns2:creationId id="{EC21702B-4A13-4493-A82A-CF5117B157BA}"/>
              </a:ext>
            </a:extLst>
          </p:cNvPr>
          <p:cNvSpPr>
            <a:spLocks noGrp="1"/>
          </p:cNvSpPr>
          <p:nvPr/>
        </p:nvSpPr>
        <p:spPr>
          <a:xfrm>
            <a:off x="1212152" y="1182910"/>
            <a:ext cx="37338" cy="37338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51447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/>
          </a:p>
        </p:txBody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51447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16" name="icon-camera-155">
            <a:extLst>
              <a:ext uri="{FF2B5EF4-FFF2-40B4-BE49-F238E27FC236}">
                <ns2:creationId id="{43FA40C6-FD70-4C73-9CC5-AB67065E1A07}"/>
              </a:ext>
            </a:extLst>
          </p:cNvPr>
          <p:cNvSpPr>
            <a:spLocks noGrp="1"/>
          </p:cNvSpPr>
          <p:nvPr/>
        </p:nvSpPr>
        <p:spPr>
          <a:xfrm>
            <a:off x="1120521" y="185699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7" name="icon-camera-156">
            <a:extLst>
              <a:ext uri="{FF2B5EF4-FFF2-40B4-BE49-F238E27FC236}">
                <ns2:creationId id="{D2FBFC10-52F4-47B2-8E7D-7E68310C93D8}"/>
              </a:ext>
            </a:extLst>
          </p:cNvPr>
          <p:cNvSpPr>
            <a:spLocks noGrp="1"/>
          </p:cNvSpPr>
          <p:nvPr/>
        </p:nvSpPr>
        <p:spPr>
          <a:xfrm>
            <a:off x="1249299" y="179260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8" name="icon-camera-157">
            <a:extLst>
              <a:ext uri="{FF2B5EF4-FFF2-40B4-BE49-F238E27FC236}">
                <ns2:creationId id="{7CDE9919-1981-4408-A792-0BAD0B4EAEE4}"/>
              </a:ext>
            </a:extLst>
          </p:cNvPr>
          <p:cNvSpPr>
            <a:spLocks noGrp="1"/>
          </p:cNvSpPr>
          <p:nvPr/>
        </p:nvSpPr>
        <p:spPr>
          <a:xfrm>
            <a:off x="1244346" y="1921383"/>
            <a:ext cx="178308" cy="178308"/>
          </a:xfrm>
          <a:prstGeom prst="ellipse">
            <a:avLst/>
          </a:prstGeom>
          <a:noFill/>
          <a:ln w="15478">
            <a:solidFill>
              <a:srgbClr val="28463A"/>
            </a:solidFill>
            <a:prstDash val="solid"/>
          </a:ln>
        </p:spPr>
      </p:sp>
      <p:sp>
        <p:nvSpPr>
          <p:cNvPr id="19" name="icon-camera-158">
            <a:extLst>
              <a:ext uri="{FF2B5EF4-FFF2-40B4-BE49-F238E27FC236}">
                <ns2:creationId id="{CB654160-40AF-477E-8D93-FF0C0AB3A229}"/>
              </a:ext>
            </a:extLst>
          </p:cNvPr>
          <p:cNvSpPr>
            <a:spLocks noGrp="1"/>
          </p:cNvSpPr>
          <p:nvPr/>
        </p:nvSpPr>
        <p:spPr>
          <a:xfrm>
            <a:off x="1452372" y="1896618"/>
            <a:ext cx="39624" cy="39624"/>
          </a:xfrm>
          <a:prstGeom prst="ellipse">
            <a:avLst/>
          </a:prstGeom>
          <a:solidFill>
            <a:srgbClr val="28463A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0" name="vector-159">
            <a:extLst>
              <a:ext uri="{FF2B5EF4-FFF2-40B4-BE49-F238E27FC236}">
                <ns2:creationId id="{A15E7DCE-89E8-4F10-9410-FB46566838EE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1" name="icon-leaf-160">
            <a:extLst>
              <a:ext uri="{FF2B5EF4-FFF2-40B4-BE49-F238E27FC236}">
                <ns2:creationId id="{75BD501B-F9AE-41A1-B6E6-DE508E3EAD3C}"/>
              </a:ext>
            </a:extLst>
          </p:cNvPr>
          <p:cNvSpPr>
            <a:spLocks noGrp="1"/>
          </p:cNvSpPr>
          <p:nvPr/>
        </p:nvSpPr>
        <p:spPr>
          <a:xfrm>
            <a:off x="2228469" y="178269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2" name="icon-leaf-161">
            <a:extLst>
              <a:ext uri="{FF2B5EF4-FFF2-40B4-BE49-F238E27FC236}">
                <ns2:creationId id="{076C9BD3-CEBC-43D7-A1BB-A16178BDB426}"/>
              </a:ext>
            </a:extLst>
          </p:cNvPr>
          <p:cNvSpPr>
            <a:spLocks noGrp="1"/>
          </p:cNvSpPr>
          <p:nvPr/>
        </p:nvSpPr>
        <p:spPr>
          <a:xfrm>
            <a:off x="2367153" y="189166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3" name="vector-162">
            <a:extLst>
              <a:ext uri="{FF2B5EF4-FFF2-40B4-BE49-F238E27FC236}">
                <ns2:creationId id="{A71B14A5-D0CF-4C9F-A344-1BF2BBCA3318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4" name="vector-163">
            <a:extLst>
              <a:ext uri="{FF2B5EF4-FFF2-40B4-BE49-F238E27FC236}">
                <ns2:creationId id="{BC8F4623-1340-480F-B480-F416CA3EF704}"/>
              </a:ext>
            </a:extLst>
          </p:cNvPr>
          <p:cNvSpPr>
            <a:spLocks noGrp="1"/>
          </p:cNvSpPr>
          <p:nvPr/>
        </p:nvSpPr>
        <p:spPr>
          <a:xfrm>
            <a:off x="2114550" y="174307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5" name="vector-164">
            <a:extLst>
              <a:ext uri="{FF2B5EF4-FFF2-40B4-BE49-F238E27FC236}">
                <ns2:creationId id="{C034160B-B611-446C-B45A-14978E50CC90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26" name="vector-165">
            <a:extLst>
              <a:ext uri="{FF2B5EF4-FFF2-40B4-BE49-F238E27FC236}">
                <ns2:creationId id="{2269A7AF-F20B-41EF-BBD9-EBEACFEB0EDA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7" name="vector-166">
            <a:extLst>
              <a:ext uri="{FF2B5EF4-FFF2-40B4-BE49-F238E27FC236}">
                <ns2:creationId id="{E9E55323-5EF5-4A50-8765-E2263B83EA3B}"/>
              </a:ext>
            </a:extLst>
          </p:cNvPr>
          <p:cNvSpPr>
            <a:spLocks noGrp="1"/>
          </p:cNvSpPr>
          <p:nvPr/>
        </p:nvSpPr>
        <p:spPr>
          <a:xfrm>
            <a:off x="3152775" y="1743075"/>
            <a:ext cx="495300" cy="4953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510">
            <a:solidFill>
              <a:srgbClr val="28463A"/>
            </a:solidFill>
            <a:prstDash val="solid"/>
          </a:ln>
        </p:spPr>
      </p:sp>
      <p:sp>
        <p:nvSpPr>
          <p:cNvPr id="28" name="icon-map-167">
            <a:extLst>
              <a:ext uri="{FF2B5EF4-FFF2-40B4-BE49-F238E27FC236}">
                <ns2:creationId id="{A9C098B8-581C-405D-A6DA-A018E81177A4}"/>
              </a:ext>
            </a:extLst>
          </p:cNvPr>
          <p:cNvSpPr>
            <a:spLocks noGrp="1"/>
          </p:cNvSpPr>
          <p:nvPr/>
        </p:nvSpPr>
        <p:spPr>
          <a:xfrm>
            <a:off x="3350895" y="1861947"/>
            <a:ext cx="108966" cy="108966"/>
          </a:xfrm>
          <a:prstGeom prst="ellipse">
            <a:avLst/>
          </a:prstGeom>
          <a:solidFill>
            <a:srgbClr val="28463A"/>
          </a:solidFill>
          <a:ln w="15478">
            <a:solidFill>
              <a:srgbClr val="28463A"/>
            </a:solidFill>
            <a:prstDash val="solid"/>
          </a:ln>
        </p:spPr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05325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0" name="vector-169">
            <a:extLst>
              <a:ext uri="{FF2B5EF4-FFF2-40B4-BE49-F238E27FC236}">
                <ns2:creationId id="{BF54A6B5-DA57-4D13-8E26-AC224EB2D0FC}"/>
              </a:ext>
            </a:extLst>
          </p:cNvPr>
          <p:cNvSpPr>
            <a:spLocks noGrp="1"/>
          </p:cNvSpPr>
          <p:nvPr/>
        </p:nvSpPr>
        <p:spPr>
          <a:xfrm>
            <a:off x="4648200" y="103822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1" name="icon-tree-170">
            <a:extLst>
              <a:ext uri="{FF2B5EF4-FFF2-40B4-BE49-F238E27FC236}">
                <ns2:creationId id="{23B423B1-5440-4B5A-8842-A33092A4CF1B}"/>
              </a:ext>
            </a:extLst>
          </p:cNvPr>
          <p:cNvSpPr>
            <a:spLocks noGrp="1"/>
          </p:cNvSpPr>
          <p:nvPr/>
        </p:nvSpPr>
        <p:spPr>
          <a:xfrm>
            <a:off x="4722876" y="1061561"/>
            <a:ext cx="322040" cy="289370"/>
          </a:xfrm>
          <a:prstGeom prst="cloud">
            <a:avLst/>
          </a:prstGeom>
          <a:solidFill>
            <a:srgbClr val="748BA4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295900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/>
          </a:p>
        </p:txBody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5295900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pic>
        <p:nvPicPr>
          <p:cNvPr id="34" name="">
            <a:extLst>
              <a:ext uri="{FF2B5EF4-FFF2-40B4-BE49-F238E27FC236}">
                <ns2:creationId id="{C7823C26-C23D-4A6B-B62F-7325F074EAEF}"/>
              </a:ext>
            </a:extLst>
          </p:cNvPr>
          <p:cNvPicPr>
            <a:picLocks noChangeAspect="1"/>
          </p:cNvPicPr>
          <p:nvPr/>
        </p:nvPicPr>
        <p:blipFill>
          <a:blip r:embed="R4b4819146d1b40d0">
            <a:duotone>
              <a:srgbClr val="28463A"/>
              <a:srgbClr val="FFFFFF"/>
            </a:duotone>
          </a:blip>
          <a:stretch/>
        </p:blipFill>
        <p:spPr>
          <a:xfrm>
            <a:off x="5741194" y="1657350"/>
            <a:ext cx="957263" cy="638175"/>
          </a:xfrm>
          <a:prstGeom prst="rect">
            <a:avLst/>
          </a:prstGeom>
        </p:spPr>
      </p:pic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86750" y="914400"/>
            <a:ext cx="3648075" cy="1428750"/>
          </a:xfrm>
          <a:prstGeom prst="roundRect">
            <a:avLst>
              <a:gd name="adj" fmla="val 533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6" name="vector-174">
            <a:extLst>
              <a:ext uri="{FF2B5EF4-FFF2-40B4-BE49-F238E27FC236}">
                <ns2:creationId id="{A2A707A0-27BE-4311-80E5-E6ED447EC480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37" name="vector-175">
            <a:extLst>
              <a:ext uri="{FF2B5EF4-FFF2-40B4-BE49-F238E27FC236}">
                <ns2:creationId id="{387DF0DF-1FC6-4E7C-B843-9E5B62494D0C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8" name="vector-176">
            <a:extLst>
              <a:ext uri="{FF2B5EF4-FFF2-40B4-BE49-F238E27FC236}">
                <ns2:creationId id="{609AB834-B4D9-4CF3-BA3D-1B8BF1AAB487}"/>
              </a:ext>
            </a:extLst>
          </p:cNvPr>
          <p:cNvSpPr>
            <a:spLocks noGrp="1"/>
          </p:cNvSpPr>
          <p:nvPr/>
        </p:nvSpPr>
        <p:spPr>
          <a:xfrm>
            <a:off x="8429625" y="10382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39" name="icon-map-177">
            <a:extLst>
              <a:ext uri="{FF2B5EF4-FFF2-40B4-BE49-F238E27FC236}">
                <ns2:creationId id="{0AFCB6CA-ABD4-42A8-9309-EA81C6697EA2}"/>
              </a:ext>
            </a:extLst>
          </p:cNvPr>
          <p:cNvSpPr>
            <a:spLocks noGrp="1"/>
          </p:cNvSpPr>
          <p:nvPr/>
        </p:nvSpPr>
        <p:spPr>
          <a:xfrm>
            <a:off x="8616315" y="1150239"/>
            <a:ext cx="102680" cy="102680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9077325" y="1038225"/>
            <a:ext cx="26479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9077325" y="1428750"/>
            <a:ext cx="26670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2" name="vector-180">
            <a:extLst>
              <a:ext uri="{FF2B5EF4-FFF2-40B4-BE49-F238E27FC236}">
                <ns2:creationId id="{B2638E91-392D-4EDC-BBDD-59CDC9DA2E00}"/>
              </a:ext>
            </a:extLst>
          </p:cNvPr>
          <p:cNvSpPr>
            <a:spLocks noGrp="1"/>
          </p:cNvSpPr>
          <p:nvPr/>
        </p:nvSpPr>
        <p:spPr>
          <a:xfrm>
            <a:off x="9763125" y="1874901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3" name="vector-181">
            <a:extLst>
              <a:ext uri="{FF2B5EF4-FFF2-40B4-BE49-F238E27FC236}">
                <ns2:creationId id="{37A14CA7-9CF9-41EE-806A-3596C0D6D5B5}"/>
              </a:ext>
            </a:extLst>
          </p:cNvPr>
          <p:cNvSpPr>
            <a:spLocks noGrp="1"/>
          </p:cNvSpPr>
          <p:nvPr/>
        </p:nvSpPr>
        <p:spPr>
          <a:xfrm>
            <a:off x="9763125" y="17566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4" name="vector-182">
            <a:extLst>
              <a:ext uri="{FF2B5EF4-FFF2-40B4-BE49-F238E27FC236}">
                <ns2:creationId id="{D1F0AA1B-B5B2-4847-9268-508C7D3FE3CA}"/>
              </a:ext>
            </a:extLst>
          </p:cNvPr>
          <p:cNvSpPr>
            <a:spLocks noGrp="1"/>
          </p:cNvSpPr>
          <p:nvPr/>
        </p:nvSpPr>
        <p:spPr>
          <a:xfrm>
            <a:off x="9763125" y="1638300"/>
            <a:ext cx="657225" cy="3286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28463A"/>
            </a:solidFill>
            <a:prstDash val="solid"/>
          </a:ln>
        </p:spPr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46" name="icon-database-184">
            <a:extLst>
              <a:ext uri="{FF2B5EF4-FFF2-40B4-BE49-F238E27FC236}">
                <ns2:creationId id="{B3C5A90F-D102-4E36-A08B-745B9FE745B3}"/>
              </a:ext>
            </a:extLst>
          </p:cNvPr>
          <p:cNvSpPr>
            <a:spLocks noGrp="1"/>
          </p:cNvSpPr>
          <p:nvPr/>
        </p:nvSpPr>
        <p:spPr>
          <a:xfrm>
            <a:off x="925830" y="2843689"/>
            <a:ext cx="291465" cy="270034"/>
          </a:xfrm>
          <a:prstGeom prst="can">
            <a:avLst/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47" name="vector-185">
            <a:extLst>
              <a:ext uri="{FF2B5EF4-FFF2-40B4-BE49-F238E27FC236}">
                <ns2:creationId id="{28768779-0BDF-4FF1-B025-77E00D196D3E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48" name="vector-186">
            <a:extLst>
              <a:ext uri="{FF2B5EF4-FFF2-40B4-BE49-F238E27FC236}">
                <ns2:creationId id="{C21713C9-F070-4E12-9DD2-513502169E58}"/>
              </a:ext>
            </a:extLst>
          </p:cNvPr>
          <p:cNvSpPr>
            <a:spLocks noGrp="1"/>
          </p:cNvSpPr>
          <p:nvPr/>
        </p:nvSpPr>
        <p:spPr>
          <a:xfrm>
            <a:off x="857250" y="2762250"/>
            <a:ext cx="428625" cy="428625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3906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/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623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51" name="icon-calendar-189">
            <a:extLst>
              <a:ext uri="{FF2B5EF4-FFF2-40B4-BE49-F238E27FC236}">
                <ns2:creationId id="{79ED856C-8695-42B1-902F-0FA1D5652AB8}"/>
              </a:ext>
            </a:extLst>
          </p:cNvPr>
          <p:cNvSpPr>
            <a:spLocks noGrp="1"/>
          </p:cNvSpPr>
          <p:nvPr/>
        </p:nvSpPr>
        <p:spPr>
          <a:xfrm>
            <a:off x="3732371" y="2843689"/>
            <a:ext cx="317183" cy="300038"/>
          </a:xfrm>
          <a:prstGeom prst="roundRect">
            <a:avLst>
              <a:gd name="adj" fmla="val 25397"/>
            </a:avLst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52" name="vector-190">
            <a:extLst>
              <a:ext uri="{FF2B5EF4-FFF2-40B4-BE49-F238E27FC236}">
                <ns2:creationId id="{D4FA6CBC-79CA-4992-9536-CD64CC4F5467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3" name="vector-191">
            <a:extLst>
              <a:ext uri="{FF2B5EF4-FFF2-40B4-BE49-F238E27FC236}">
                <ns2:creationId id="{B19E6ADE-9747-44D9-9650-E62B3960737E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4" name="vector-192">
            <a:extLst>
              <a:ext uri="{FF2B5EF4-FFF2-40B4-BE49-F238E27FC236}">
                <ns2:creationId id="{0CD031E4-E3CB-460E-A526-8D482673B4B5}"/>
              </a:ext>
            </a:extLst>
          </p:cNvPr>
          <p:cNvSpPr>
            <a:spLocks noGrp="1"/>
          </p:cNvSpPr>
          <p:nvPr/>
        </p:nvSpPr>
        <p:spPr>
          <a:xfrm>
            <a:off x="3676650" y="2762250"/>
            <a:ext cx="428625" cy="42862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55" name="icon-calendar-193">
            <a:extLst>
              <a:ext uri="{FF2B5EF4-FFF2-40B4-BE49-F238E27FC236}">
                <ns2:creationId id="{97377C2D-8D3E-42D4-A08E-76ACF9E2576E}"/>
              </a:ext>
            </a:extLst>
          </p:cNvPr>
          <p:cNvSpPr>
            <a:spLocks noGrp="1"/>
          </p:cNvSpPr>
          <p:nvPr/>
        </p:nvSpPr>
        <p:spPr>
          <a:xfrm>
            <a:off x="3783806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6" name="icon-calendar-194">
            <a:extLst>
              <a:ext uri="{FF2B5EF4-FFF2-40B4-BE49-F238E27FC236}">
                <ns2:creationId id="{CE36A950-2254-4411-8AB1-87F80540B08E}"/>
              </a:ext>
            </a:extLst>
          </p:cNvPr>
          <p:cNvSpPr>
            <a:spLocks noGrp="1"/>
          </p:cNvSpPr>
          <p:nvPr/>
        </p:nvSpPr>
        <p:spPr>
          <a:xfrm>
            <a:off x="3783806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7" name="icon-calendar-195">
            <a:extLst>
              <a:ext uri="{FF2B5EF4-FFF2-40B4-BE49-F238E27FC236}">
                <ns2:creationId id="{61C5090B-3FA6-4ADD-91C6-6A850768ED05}"/>
              </a:ext>
            </a:extLst>
          </p:cNvPr>
          <p:cNvSpPr>
            <a:spLocks noGrp="1"/>
          </p:cNvSpPr>
          <p:nvPr/>
        </p:nvSpPr>
        <p:spPr>
          <a:xfrm>
            <a:off x="3873818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8" name="icon-calendar-196">
            <a:extLst>
              <a:ext uri="{FF2B5EF4-FFF2-40B4-BE49-F238E27FC236}">
                <ns2:creationId id="{66C23FCB-84E4-4E15-8AFB-33983645D286}"/>
              </a:ext>
            </a:extLst>
          </p:cNvPr>
          <p:cNvSpPr>
            <a:spLocks noGrp="1"/>
          </p:cNvSpPr>
          <p:nvPr/>
        </p:nvSpPr>
        <p:spPr>
          <a:xfrm>
            <a:off x="3873818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59" name="icon-calendar-197">
            <a:extLst>
              <a:ext uri="{FF2B5EF4-FFF2-40B4-BE49-F238E27FC236}">
                <ns2:creationId id="{B1A7F0DD-9FD8-4DDB-92BA-97E189D4171B}"/>
              </a:ext>
            </a:extLst>
          </p:cNvPr>
          <p:cNvSpPr>
            <a:spLocks noGrp="1"/>
          </p:cNvSpPr>
          <p:nvPr/>
        </p:nvSpPr>
        <p:spPr>
          <a:xfrm>
            <a:off x="3963829" y="2972276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60" name="icon-calendar-198">
            <a:extLst>
              <a:ext uri="{FF2B5EF4-FFF2-40B4-BE49-F238E27FC236}">
                <ns2:creationId id="{32AD25F0-1E0F-4C2F-86E0-C8BB4A7C015B}"/>
              </a:ext>
            </a:extLst>
          </p:cNvPr>
          <p:cNvSpPr>
            <a:spLocks noGrp="1"/>
          </p:cNvSpPr>
          <p:nvPr/>
        </p:nvSpPr>
        <p:spPr>
          <a:xfrm>
            <a:off x="3963829" y="3062288"/>
            <a:ext cx="38576" cy="38576"/>
          </a:xfrm>
          <a:prstGeom prst="rect">
            <a:avLst/>
          </a:prstGeom>
          <a:solidFill>
            <a:srgbClr val="28463A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100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/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817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63" name="vector-201">
            <a:extLst>
              <a:ext uri="{FF2B5EF4-FFF2-40B4-BE49-F238E27FC236}">
                <ns2:creationId id="{1086275B-A5A3-4DD2-9B65-5E3CE612859D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4" name="vector-202">
            <a:extLst>
              <a:ext uri="{FF2B5EF4-FFF2-40B4-BE49-F238E27FC236}">
                <ns2:creationId id="{6CAFA5A1-C0CF-47D0-A1DB-C23A9FEAB7C0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5" name="vector-203">
            <a:extLst>
              <a:ext uri="{FF2B5EF4-FFF2-40B4-BE49-F238E27FC236}">
                <ns2:creationId id="{6026837B-BF7B-4E8E-A185-E8A97D55F451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6" name="vector-204">
            <a:extLst>
              <a:ext uri="{FF2B5EF4-FFF2-40B4-BE49-F238E27FC236}">
                <ns2:creationId id="{E5D7AC89-205F-45A1-A669-0CE98D8DE746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7" name="vector-205">
            <a:extLst>
              <a:ext uri="{FF2B5EF4-FFF2-40B4-BE49-F238E27FC236}">
                <ns2:creationId id="{E2BA1BE9-5F93-4B98-95A9-CF7475EECE27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8" name="vector-206">
            <a:extLst>
              <a:ext uri="{FF2B5EF4-FFF2-40B4-BE49-F238E27FC236}">
                <ns2:creationId id="{92203271-BE32-4543-B339-A8B209B8118B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69" name="vector-207">
            <a:extLst>
              <a:ext uri="{FF2B5EF4-FFF2-40B4-BE49-F238E27FC236}">
                <ns2:creationId id="{0EBFD68F-507A-4FE7-B952-A9FEC727D95F}"/>
              </a:ext>
            </a:extLst>
          </p:cNvPr>
          <p:cNvSpPr>
            <a:spLocks noGrp="1"/>
          </p:cNvSpPr>
          <p:nvPr/>
        </p:nvSpPr>
        <p:spPr>
          <a:xfrm>
            <a:off x="6496050" y="2762250"/>
            <a:ext cx="428625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70" name="icon-network-208">
            <a:extLst>
              <a:ext uri="{FF2B5EF4-FFF2-40B4-BE49-F238E27FC236}">
                <ns2:creationId id="{2E0E7E98-426C-4E61-A75C-D0EC2B4FE9B1}"/>
              </a:ext>
            </a:extLst>
          </p:cNvPr>
          <p:cNvSpPr>
            <a:spLocks noGrp="1"/>
          </p:cNvSpPr>
          <p:nvPr/>
        </p:nvSpPr>
        <p:spPr>
          <a:xfrm>
            <a:off x="6521768" y="2890838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1" name="icon-network-209">
            <a:extLst>
              <a:ext uri="{FF2B5EF4-FFF2-40B4-BE49-F238E27FC236}">
                <ns2:creationId id="{9F6593BE-B5F3-4EA3-A72D-6855F43F64DF}"/>
              </a:ext>
            </a:extLst>
          </p:cNvPr>
          <p:cNvSpPr>
            <a:spLocks noGrp="1"/>
          </p:cNvSpPr>
          <p:nvPr/>
        </p:nvSpPr>
        <p:spPr>
          <a:xfrm>
            <a:off x="6658928" y="2783681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2" name="icon-network-210">
            <a:extLst>
              <a:ext uri="{FF2B5EF4-FFF2-40B4-BE49-F238E27FC236}">
                <ns2:creationId id="{CCAACBE8-2513-4619-91AF-A6283758E21F}"/>
              </a:ext>
            </a:extLst>
          </p:cNvPr>
          <p:cNvSpPr>
            <a:spLocks noGrp="1"/>
          </p:cNvSpPr>
          <p:nvPr/>
        </p:nvSpPr>
        <p:spPr>
          <a:xfrm>
            <a:off x="6826091" y="2860834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3" name="icon-network-211">
            <a:extLst>
              <a:ext uri="{FF2B5EF4-FFF2-40B4-BE49-F238E27FC236}">
                <ns2:creationId id="{127B162F-E53F-4E06-8648-4F628FAE6E52}"/>
              </a:ext>
            </a:extLst>
          </p:cNvPr>
          <p:cNvSpPr>
            <a:spLocks noGrp="1"/>
          </p:cNvSpPr>
          <p:nvPr/>
        </p:nvSpPr>
        <p:spPr>
          <a:xfrm>
            <a:off x="6761798" y="3088005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4" name="icon-network-212">
            <a:extLst>
              <a:ext uri="{FF2B5EF4-FFF2-40B4-BE49-F238E27FC236}">
                <ns2:creationId id="{5FD47032-5DDC-4BD9-B239-06AEBFA7270C}"/>
              </a:ext>
            </a:extLst>
          </p:cNvPr>
          <p:cNvSpPr>
            <a:spLocks noGrp="1"/>
          </p:cNvSpPr>
          <p:nvPr/>
        </p:nvSpPr>
        <p:spPr>
          <a:xfrm>
            <a:off x="6568916" y="3083719"/>
            <a:ext cx="60008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28463A"/>
            </a:solidFill>
            <a:prstDash val="solid"/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/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201150" y="2647950"/>
            <a:ext cx="2571750" cy="666750"/>
          </a:xfrm>
          <a:prstGeom prst="roundRect">
            <a:avLst>
              <a:gd name="adj" fmla="val 11429"/>
            </a:avLst>
          </a:prstGeom>
          <a:solidFill>
            <a:srgbClr val="EAF0E8"/>
          </a:solidFill>
          <a:ln w="9525">
            <a:solidFill>
              <a:srgbClr val="8A9B81"/>
            </a:solidFill>
            <a:prstDash val="solid"/>
          </a:ln>
        </p:spPr>
      </p:sp>
      <p:sp>
        <p:nvSpPr>
          <p:cNvPr id="77" name="icon-check-215">
            <a:extLst>
              <a:ext uri="{FF2B5EF4-FFF2-40B4-BE49-F238E27FC236}">
                <ns2:creationId id="{A9C806C0-D3C4-4370-BE0C-039F362C2C4C}"/>
              </a:ext>
            </a:extLst>
          </p:cNvPr>
          <p:cNvSpPr>
            <a:spLocks noGrp="1"/>
          </p:cNvSpPr>
          <p:nvPr/>
        </p:nvSpPr>
        <p:spPr>
          <a:xfrm>
            <a:off x="9358313" y="2805113"/>
            <a:ext cx="342900" cy="342900"/>
          </a:xfrm>
          <a:prstGeom prst="ellipse">
            <a:avLst/>
          </a:prstGeom>
          <a:noFill/>
          <a:ln w="13395">
            <a:solidFill>
              <a:srgbClr val="28463A"/>
            </a:solidFill>
            <a:prstDash val="solid"/>
          </a:ln>
        </p:spPr>
      </p:sp>
      <p:sp>
        <p:nvSpPr>
          <p:cNvPr id="78" name="vector-216">
            <a:extLst>
              <a:ext uri="{FF2B5EF4-FFF2-40B4-BE49-F238E27FC236}">
                <ns2:creationId id="{23A688B3-03CE-4BE3-AB77-D2C0854E22D2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79" name="vector-217">
            <a:extLst>
              <a:ext uri="{FF2B5EF4-FFF2-40B4-BE49-F238E27FC236}">
                <ns2:creationId id="{2B5C3C5B-6B0C-4592-AD92-A4413671789A}"/>
              </a:ext>
            </a:extLst>
          </p:cNvPr>
          <p:cNvSpPr>
            <a:spLocks noGrp="1"/>
          </p:cNvSpPr>
          <p:nvPr/>
        </p:nvSpPr>
        <p:spPr>
          <a:xfrm>
            <a:off x="9315450" y="2762250"/>
            <a:ext cx="428625" cy="4286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4288">
            <a:solidFill>
              <a:srgbClr val="28463A"/>
            </a:solidFill>
            <a:prstDash val="solid"/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48850" y="2724150"/>
            <a:ext cx="1809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/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147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41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53500" y="2981325"/>
            <a:ext cx="247650" cy="0"/>
          </a:xfrm>
          <a:prstGeom prst="straightConnector1">
            <a:avLst/>
          </a:prstGeom>
          <a:ln w="19050">
            <a:solidFill>
              <a:srgbClr val="28463A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29000" y="3457575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650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原始记录</a:t>
            </a:r>
            <a:r>
              <a:rPr sz="1650" b="1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7429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742950" y="4324350"/>
          <a:ext cx="5467350" cy="1781175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67300" y="452437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43525" y="44386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67300" y="475297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43525" y="466725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4925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419850" y="396240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9850" y="4324350"/>
          <a:ext cx="5467350" cy="1781175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8169402" y="5915025"/>
            <a:ext cx="27336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原始记录</a:t>
            </a: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/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vector-314">
            <a:extLst>
              <a:ext uri="{FF2B5EF4-FFF2-40B4-BE49-F238E27FC236}">
                <ns2:creationId id="{FC205774-5933-4288-A78A-0752A8B1388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4" name="vector-315">
            <a:extLst>
              <a:ext uri="{FF2B5EF4-FFF2-40B4-BE49-F238E27FC236}">
                <ns2:creationId id="{F1CD73A7-35C2-46F4-B8DE-4AE1C58873B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5" name="vector-316">
            <a:extLst>
              <a:ext uri="{FF2B5EF4-FFF2-40B4-BE49-F238E27FC236}">
                <ns2:creationId id="{3BD1FE6B-D696-4B82-B5A8-827A4427A116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466725" cy="4667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6" name="icon-map-317">
            <a:extLst>
              <a:ext uri="{FF2B5EF4-FFF2-40B4-BE49-F238E27FC236}">
                <ns2:creationId id="{2F89FBC3-CAEF-48A9-8532-D9487FA6FA9C}"/>
              </a:ext>
            </a:extLst>
          </p:cNvPr>
          <p:cNvSpPr>
            <a:spLocks noGrp="1"/>
          </p:cNvSpPr>
          <p:nvPr/>
        </p:nvSpPr>
        <p:spPr>
          <a:xfrm>
            <a:off x="643890" y="1188339"/>
            <a:ext cx="102680" cy="102680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0858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0858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447800" y="1828800"/>
            <a:ext cx="2886075" cy="9525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0" name="icon-camera-321">
            <a:extLst>
              <a:ext uri="{FF2B5EF4-FFF2-40B4-BE49-F238E27FC236}">
                <ns2:creationId id="{264481AE-6F86-4DF0-A928-E9076FE082BE}"/>
              </a:ext>
            </a:extLst>
          </p:cNvPr>
          <p:cNvSpPr>
            <a:spLocks noGrp="1"/>
          </p:cNvSpPr>
          <p:nvPr/>
        </p:nvSpPr>
        <p:spPr>
          <a:xfrm>
            <a:off x="4395121" y="1183672"/>
            <a:ext cx="401384" cy="284702"/>
          </a:xfrm>
          <a:prstGeom prst="roundRect">
            <a:avLst>
              <a:gd name="adj" fmla="val 26765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1" name="icon-camera-322">
            <a:extLst>
              <a:ext uri="{FF2B5EF4-FFF2-40B4-BE49-F238E27FC236}">
                <ns2:creationId id="{540F2A6B-52C2-43F5-908A-AB0F133809AD}"/>
              </a:ext>
            </a:extLst>
          </p:cNvPr>
          <p:cNvSpPr>
            <a:spLocks noGrp="1"/>
          </p:cNvSpPr>
          <p:nvPr/>
        </p:nvSpPr>
        <p:spPr>
          <a:xfrm>
            <a:off x="4516469" y="1122998"/>
            <a:ext cx="154019" cy="79343"/>
          </a:xfrm>
          <a:prstGeom prst="roundRect">
            <a:avLst>
              <a:gd name="adj" fmla="val 50000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2" name="icon-camera-323">
            <a:extLst>
              <a:ext uri="{FF2B5EF4-FFF2-40B4-BE49-F238E27FC236}">
                <ns2:creationId id="{977FA58C-644A-4688-83A8-31C85CF52E58}"/>
              </a:ext>
            </a:extLst>
          </p:cNvPr>
          <p:cNvSpPr>
            <a:spLocks noGrp="1"/>
          </p:cNvSpPr>
          <p:nvPr/>
        </p:nvSpPr>
        <p:spPr>
          <a:xfrm>
            <a:off x="4511802" y="1244346"/>
            <a:ext cx="168021" cy="168021"/>
          </a:xfrm>
          <a:prstGeom prst="ellipse">
            <a:avLst/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3" name="icon-camera-324">
            <a:extLst>
              <a:ext uri="{FF2B5EF4-FFF2-40B4-BE49-F238E27FC236}">
                <ns2:creationId id="{82924726-A298-451E-9A2D-34C4BF01FCF6}"/>
              </a:ext>
            </a:extLst>
          </p:cNvPr>
          <p:cNvSpPr>
            <a:spLocks noGrp="1"/>
          </p:cNvSpPr>
          <p:nvPr/>
        </p:nvSpPr>
        <p:spPr>
          <a:xfrm>
            <a:off x="4707827" y="1221010"/>
            <a:ext cx="37338" cy="37338"/>
          </a:xfrm>
          <a:prstGeom prst="ellipse">
            <a:avLst/>
          </a:prstGeom>
          <a:solidFill>
            <a:srgbClr val="28463A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499110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499110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53050" y="1828800"/>
            <a:ext cx="2886075" cy="9525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7" name="icon-clipboard-328">
            <a:extLst>
              <a:ext uri="{FF2B5EF4-FFF2-40B4-BE49-F238E27FC236}">
                <ns2:creationId id="{FCCA30F3-B4E6-4458-970A-AD7C9A16E2F8}"/>
              </a:ext>
            </a:extLst>
          </p:cNvPr>
          <p:cNvSpPr>
            <a:spLocks noGrp="1"/>
          </p:cNvSpPr>
          <p:nvPr/>
        </p:nvSpPr>
        <p:spPr>
          <a:xfrm>
            <a:off x="8351711" y="1132332"/>
            <a:ext cx="303371" cy="364046"/>
          </a:xfrm>
          <a:prstGeom prst="roundRect">
            <a:avLst>
              <a:gd name="adj" fmla="val 25118"/>
            </a:avLst>
          </a:prstGeom>
          <a:noFill/>
          <a:ln w="14585">
            <a:solidFill>
              <a:srgbClr val="28463A"/>
            </a:solidFill>
            <a:prstDash val="solid"/>
          </a:ln>
        </p:spPr>
      </p:sp>
      <p:sp>
        <p:nvSpPr>
          <p:cNvPr id="18" name="icon-clipboard-329">
            <a:extLst>
              <a:ext uri="{FF2B5EF4-FFF2-40B4-BE49-F238E27FC236}">
                <ns2:creationId id="{F537D37F-C6B0-463C-B3A0-4FEBEBCF9300}"/>
              </a:ext>
            </a:extLst>
          </p:cNvPr>
          <p:cNvSpPr>
            <a:spLocks noGrp="1"/>
          </p:cNvSpPr>
          <p:nvPr/>
        </p:nvSpPr>
        <p:spPr>
          <a:xfrm>
            <a:off x="8431054" y="1099661"/>
            <a:ext cx="140018" cy="7000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4585">
            <a:solidFill>
              <a:srgbClr val="28463A"/>
            </a:solidFill>
            <a:prstDash val="solid"/>
          </a:ln>
        </p:spPr>
      </p:sp>
      <p:sp>
        <p:nvSpPr>
          <p:cNvPr id="19" name="vector-330">
            <a:extLst>
              <a:ext uri="{FF2B5EF4-FFF2-40B4-BE49-F238E27FC236}">
                <ns2:creationId id="{53CB485B-3379-487C-B48F-687447C1CA4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0" name="vector-331">
            <a:extLst>
              <a:ext uri="{FF2B5EF4-FFF2-40B4-BE49-F238E27FC236}">
                <ns2:creationId id="{FC7E3414-B6E1-48EB-A6D2-899EDA293C52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1" name="vector-332">
            <a:extLst>
              <a:ext uri="{FF2B5EF4-FFF2-40B4-BE49-F238E27FC236}">
                <ns2:creationId id="{D2E06D15-FA1E-4562-912D-D50999246C35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2" name="vector-333">
            <a:extLst>
              <a:ext uri="{FF2B5EF4-FFF2-40B4-BE49-F238E27FC236}">
                <ns2:creationId id="{8B670515-BDB1-4DE1-A5A1-979DE6290A0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3" name="vector-334">
            <a:extLst>
              <a:ext uri="{FF2B5EF4-FFF2-40B4-BE49-F238E27FC236}">
                <ns2:creationId id="{BA24AC2A-1BF1-4DED-B37D-5074D20B5EE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4" name="vector-335">
            <a:extLst>
              <a:ext uri="{FF2B5EF4-FFF2-40B4-BE49-F238E27FC236}">
                <ns2:creationId id="{95A6C379-B9ED-4CDA-ABCA-0CBF71A11FF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5" name="vector-336">
            <a:extLst>
              <a:ext uri="{FF2B5EF4-FFF2-40B4-BE49-F238E27FC236}">
                <ns2:creationId id="{06B56970-2630-4DAC-A808-10DD322B7746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6" name="vector-337">
            <a:extLst>
              <a:ext uri="{FF2B5EF4-FFF2-40B4-BE49-F238E27FC236}">
                <ns2:creationId id="{44786FAF-F8F5-4EC9-A54B-48D04602C6F8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7" name="vector-338">
            <a:extLst>
              <a:ext uri="{FF2B5EF4-FFF2-40B4-BE49-F238E27FC236}">
                <ns2:creationId id="{F5634CC1-FCAE-44F6-B8E5-27BF1B81E7AF}"/>
              </a:ext>
            </a:extLst>
          </p:cNvPr>
          <p:cNvSpPr>
            <a:spLocks noGrp="1"/>
          </p:cNvSpPr>
          <p:nvPr/>
        </p:nvSpPr>
        <p:spPr>
          <a:xfrm>
            <a:off x="8267700" y="1076325"/>
            <a:ext cx="466725" cy="46672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5558">
            <a:solidFill>
              <a:srgbClr val="28463A"/>
            </a:solidFill>
            <a:prstDash val="solid"/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96350" y="105727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96350" y="1428750"/>
            <a:ext cx="2857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228600" y="2190750"/>
            <a:ext cx="7477125" cy="3876675"/>
          </a:xfrm>
          <a:prstGeom prst="roundRect">
            <a:avLst>
              <a:gd name="adj" fmla="val 196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238125" y="2200275"/>
            <a:ext cx="745807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2" name="vector-343">
            <a:extLst>
              <a:ext uri="{FF2B5EF4-FFF2-40B4-BE49-F238E27FC236}">
                <ns2:creationId id="{6828DF2F-2D21-4FA4-BD85-241229D989A8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3" name="icon-leaf-344">
            <a:extLst>
              <a:ext uri="{FF2B5EF4-FFF2-40B4-BE49-F238E27FC236}">
                <ns2:creationId id="{BFAF68C0-2845-4282-9D09-3EE30C46E314}"/>
              </a:ext>
            </a:extLst>
          </p:cNvPr>
          <p:cNvSpPr>
            <a:spLocks noGrp="1"/>
          </p:cNvSpPr>
          <p:nvPr/>
        </p:nvSpPr>
        <p:spPr>
          <a:xfrm>
            <a:off x="402050" y="2287524"/>
            <a:ext cx="69437" cy="115729"/>
          </a:xfrm>
          <a:prstGeom prst="ellipse">
            <a:avLst/>
          </a:prstGeom>
          <a:solidFill>
            <a:srgbClr val="68819C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4" name="icon-leaf-345">
            <a:extLst>
              <a:ext uri="{FF2B5EF4-FFF2-40B4-BE49-F238E27FC236}">
                <ns2:creationId id="{EB44C034-2AE5-4095-AB5D-040D4FBAC28D}"/>
              </a:ext>
            </a:extLst>
          </p:cNvPr>
          <p:cNvSpPr>
            <a:spLocks noGrp="1"/>
          </p:cNvSpPr>
          <p:nvPr/>
        </p:nvSpPr>
        <p:spPr>
          <a:xfrm>
            <a:off x="474059" y="2344103"/>
            <a:ext cx="77153" cy="115729"/>
          </a:xfrm>
          <a:prstGeom prst="ellipse">
            <a:avLst/>
          </a:prstGeom>
          <a:solidFill>
            <a:srgbClr val="9EAEB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5" name="vector-346">
            <a:extLst>
              <a:ext uri="{FF2B5EF4-FFF2-40B4-BE49-F238E27FC236}">
                <ns2:creationId id="{4BDAB9CE-EA87-48FF-978F-C942F1068F75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6" name="vector-347">
            <a:extLst>
              <a:ext uri="{FF2B5EF4-FFF2-40B4-BE49-F238E27FC236}">
                <ns2:creationId id="{8FCB1EA1-6CF3-4EE3-9A41-FE20FA7C22E3}"/>
              </a:ext>
            </a:extLst>
          </p:cNvPr>
          <p:cNvSpPr>
            <a:spLocks noGrp="1"/>
          </p:cNvSpPr>
          <p:nvPr/>
        </p:nvSpPr>
        <p:spPr>
          <a:xfrm>
            <a:off x="342900" y="2266950"/>
            <a:ext cx="257175" cy="25717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685800" y="2257425"/>
            <a:ext cx="69056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361950" y="2686050"/>
          <a:ext cx="7210425" cy="2781300"/>
        </p:xfrm>
        <a:graphic>
          <a:graphicData uri="http://schemas.openxmlformats.org/drawingml/2006/table">
            <a:tbl>
              <a:tblPr/>
              <a:tblGrid>
                <a:gridCol w="1201738"/>
                <a:gridCol w="1201738"/>
                <a:gridCol w="1201738"/>
                <a:gridCol w="1201738"/>
                <a:gridCol w="1201738"/>
                <a:gridCol w="1201738"/>
              </a:tblGrid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8562F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8A9B81"/>
                          </a:solidFill>
                        </a:rPr>
                        <a:t>○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626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28463A"/>
                          </a:solidFill>
                        </a:rPr>
                        <a:t>●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2250" b="0">
                          <a:latin typeface="Noto Sans CJK SC"/>
                          <a:ea typeface="Noto Sans CJK SC"/>
                          <a:cs typeface="Noto Sans CJK SC"/>
                          <a:solidFill>
                            <a:srgbClr val="A8562F"/>
                          </a:solidFill>
                        </a:rPr>
                        <a:t>△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EAF0E8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657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96225" y="2190750"/>
            <a:ext cx="4067175" cy="135255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905750" y="2200275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42" name="icon-warning-352">
            <a:extLst>
              <a:ext uri="{FF2B5EF4-FFF2-40B4-BE49-F238E27FC236}">
                <ns2:creationId id="{5EC905F8-5924-4635-9C69-AF5ED6CF0BF6}"/>
              </a:ext>
            </a:extLst>
          </p:cNvPr>
          <p:cNvSpPr>
            <a:spLocks noGrp="1"/>
          </p:cNvSpPr>
          <p:nvPr/>
        </p:nvSpPr>
        <p:spPr>
          <a:xfrm>
            <a:off x="8023384" y="2284952"/>
            <a:ext cx="231458" cy="210884"/>
          </a:xfrm>
          <a:prstGeom prst="triangle">
            <a:avLst/>
          </a:prstGeom>
          <a:solidFill>
            <a:srgbClr val="A8562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43" name="text-353">
            <a:extLst>
              <a:ext uri="{FF2B5EF4-FFF2-40B4-BE49-F238E27FC236}">
                <ns2:creationId id="{6DCC3C4D-8445-45A7-B3A6-6CC97A8280EB}"/>
              </a:ext>
            </a:extLst>
          </p:cNvPr>
          <p:cNvSpPr>
            <a:spLocks noGrp="1"/>
          </p:cNvSpPr>
          <p:nvPr/>
        </p:nvSpPr>
        <p:spPr>
          <a:xfrm>
            <a:off x="8095393" y="2338959"/>
            <a:ext cx="90011" cy="1208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52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!</a:t>
            </a:r>
          </a:p>
        </p:txBody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53425" y="2257425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86725" y="26765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86725" y="3019425"/>
            <a:ext cx="36957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96225" y="3686175"/>
            <a:ext cx="4067175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905750" y="3695700"/>
            <a:ext cx="4048125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49" name="icon-calendar-359">
            <a:extLst>
              <a:ext uri="{FF2B5EF4-FFF2-40B4-BE49-F238E27FC236}">
                <ns2:creationId id="{4675DC48-0722-4805-809D-3C7C3F80F10C}"/>
              </a:ext>
            </a:extLst>
          </p:cNvPr>
          <p:cNvSpPr>
            <a:spLocks noGrp="1"/>
          </p:cNvSpPr>
          <p:nvPr/>
        </p:nvSpPr>
        <p:spPr>
          <a:xfrm>
            <a:off x="8043958" y="3811238"/>
            <a:ext cx="190310" cy="180023"/>
          </a:xfrm>
          <a:prstGeom prst="roundRect">
            <a:avLst>
              <a:gd name="adj" fmla="val 42328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50" name="vector-360">
            <a:extLst>
              <a:ext uri="{FF2B5EF4-FFF2-40B4-BE49-F238E27FC236}">
                <ns2:creationId id="{E4BBCE4D-5865-4DED-87E0-EC2C7E906384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1" name="vector-361">
            <a:extLst>
              <a:ext uri="{FF2B5EF4-FFF2-40B4-BE49-F238E27FC236}">
                <ns2:creationId id="{7E582E4A-0908-40D0-8A93-C0386E571E9C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2" name="vector-362">
            <a:extLst>
              <a:ext uri="{FF2B5EF4-FFF2-40B4-BE49-F238E27FC236}">
                <ns2:creationId id="{B22B1C51-A973-4119-B93D-FC64743307BB}"/>
              </a:ext>
            </a:extLst>
          </p:cNvPr>
          <p:cNvSpPr>
            <a:spLocks noGrp="1"/>
          </p:cNvSpPr>
          <p:nvPr/>
        </p:nvSpPr>
        <p:spPr>
          <a:xfrm>
            <a:off x="8010525" y="3762375"/>
            <a:ext cx="257175" cy="257175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3" name="icon-calendar-363">
            <a:extLst>
              <a:ext uri="{FF2B5EF4-FFF2-40B4-BE49-F238E27FC236}">
                <ns2:creationId id="{30BFEF92-F035-43E6-9D2A-90B7BBC3CDBA}"/>
              </a:ext>
            </a:extLst>
          </p:cNvPr>
          <p:cNvSpPr>
            <a:spLocks noGrp="1"/>
          </p:cNvSpPr>
          <p:nvPr/>
        </p:nvSpPr>
        <p:spPr>
          <a:xfrm>
            <a:off x="8074819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4" name="icon-calendar-364">
            <a:extLst>
              <a:ext uri="{FF2B5EF4-FFF2-40B4-BE49-F238E27FC236}">
                <ns2:creationId id="{17C95D46-6394-47BE-9AEB-F0E2C87ED61E}"/>
              </a:ext>
            </a:extLst>
          </p:cNvPr>
          <p:cNvSpPr>
            <a:spLocks noGrp="1"/>
          </p:cNvSpPr>
          <p:nvPr/>
        </p:nvSpPr>
        <p:spPr>
          <a:xfrm>
            <a:off x="8074819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5" name="icon-calendar-365">
            <a:extLst>
              <a:ext uri="{FF2B5EF4-FFF2-40B4-BE49-F238E27FC236}">
                <ns2:creationId id="{958091BF-6EEC-49A0-87E5-9DC2B5040C39}"/>
              </a:ext>
            </a:extLst>
          </p:cNvPr>
          <p:cNvSpPr>
            <a:spLocks noGrp="1"/>
          </p:cNvSpPr>
          <p:nvPr/>
        </p:nvSpPr>
        <p:spPr>
          <a:xfrm>
            <a:off x="8128826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6" name="icon-calendar-366">
            <a:extLst>
              <a:ext uri="{FF2B5EF4-FFF2-40B4-BE49-F238E27FC236}">
                <ns2:creationId id="{FD15E3C5-6544-42DB-8BF8-B949AC425EA4}"/>
              </a:ext>
            </a:extLst>
          </p:cNvPr>
          <p:cNvSpPr>
            <a:spLocks noGrp="1"/>
          </p:cNvSpPr>
          <p:nvPr/>
        </p:nvSpPr>
        <p:spPr>
          <a:xfrm>
            <a:off x="8128826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7" name="icon-calendar-367">
            <a:extLst>
              <a:ext uri="{FF2B5EF4-FFF2-40B4-BE49-F238E27FC236}">
                <ns2:creationId id="{B023625F-825C-43AE-9CC5-1096056BF58A}"/>
              </a:ext>
            </a:extLst>
          </p:cNvPr>
          <p:cNvSpPr>
            <a:spLocks noGrp="1"/>
          </p:cNvSpPr>
          <p:nvPr/>
        </p:nvSpPr>
        <p:spPr>
          <a:xfrm>
            <a:off x="8182832" y="3888391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8" name="icon-calendar-368">
            <a:extLst>
              <a:ext uri="{FF2B5EF4-FFF2-40B4-BE49-F238E27FC236}">
                <ns2:creationId id="{71D2F947-F5CD-4612-90EA-FB1FE2706BE5}"/>
              </a:ext>
            </a:extLst>
          </p:cNvPr>
          <p:cNvSpPr>
            <a:spLocks noGrp="1"/>
          </p:cNvSpPr>
          <p:nvPr/>
        </p:nvSpPr>
        <p:spPr>
          <a:xfrm>
            <a:off x="8182832" y="3942398"/>
            <a:ext cx="23146" cy="23146"/>
          </a:xfrm>
          <a:prstGeom prst="rect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53425" y="3752850"/>
            <a:ext cx="34956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58150" y="423862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77250" y="421005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58150" y="48006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77250" y="4772025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58150" y="5362575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77250" y="5334000"/>
            <a:ext cx="3286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/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2286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2381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icon-camera-5">
            <a:extLst>
              <a:ext uri="{FF2B5EF4-FFF2-40B4-BE49-F238E27FC236}">
                <ns2:creationId id="{E40AF063-6431-4FEC-BC6B-4DB36C680517}"/>
              </a:ext>
            </a:extLst>
          </p:cNvPr>
          <p:cNvSpPr>
            <a:spLocks noGrp="1"/>
          </p:cNvSpPr>
          <p:nvPr/>
        </p:nvSpPr>
        <p:spPr>
          <a:xfrm>
            <a:off x="360902" y="11069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6" name="icon-camera-6">
            <a:extLst>
              <a:ext uri="{FF2B5EF4-FFF2-40B4-BE49-F238E27FC236}">
                <ns2:creationId id="{B9579A72-2C7A-4551-A555-267725AC0AE5}"/>
              </a:ext>
            </a:extLst>
          </p:cNvPr>
          <p:cNvSpPr>
            <a:spLocks noGrp="1"/>
          </p:cNvSpPr>
          <p:nvPr/>
        </p:nvSpPr>
        <p:spPr>
          <a:xfrm>
            <a:off x="427768" y="10734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" name="icon-camera-7">
            <a:extLst>
              <a:ext uri="{FF2B5EF4-FFF2-40B4-BE49-F238E27FC236}">
                <ns2:creationId id="{A17AB117-BAF2-40BB-A7CE-00104A6F0D05}"/>
              </a:ext>
            </a:extLst>
          </p:cNvPr>
          <p:cNvSpPr>
            <a:spLocks noGrp="1"/>
          </p:cNvSpPr>
          <p:nvPr/>
        </p:nvSpPr>
        <p:spPr>
          <a:xfrm>
            <a:off x="425196" y="1140333"/>
            <a:ext cx="92583" cy="92583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8" name="icon-camera-8">
            <a:extLst>
              <a:ext uri="{FF2B5EF4-FFF2-40B4-BE49-F238E27FC236}">
                <ns2:creationId id="{A6BC5B62-FD5D-44C4-9321-75B5A9CC7D36}"/>
              </a:ext>
            </a:extLst>
          </p:cNvPr>
          <p:cNvSpPr>
            <a:spLocks noGrp="1"/>
          </p:cNvSpPr>
          <p:nvPr/>
        </p:nvSpPr>
        <p:spPr>
          <a:xfrm>
            <a:off x="533210" y="1127474"/>
            <a:ext cx="20574" cy="20574"/>
          </a:xfrm>
          <a:prstGeom prst="ellipse">
            <a:avLst/>
          </a:prstGeom>
          <a:solidFill>
            <a:srgbClr val="28463A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6858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000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整合相机与样点记录，保留来源与时间</a:t>
            </a:r>
            <a:endParaRPr/>
          </a:p>
        </p:txBody>
      </p:sp>
      <p:sp>
        <p:nvSpPr>
          <p:cNvPr id="11" name="icon-camera-11">
            <a:extLst>
              <a:ext uri="{FF2B5EF4-FFF2-40B4-BE49-F238E27FC236}">
                <ns2:creationId id="{B4CFC10A-676D-4EA4-BDFC-72313CA01D37}"/>
              </a:ext>
            </a:extLst>
          </p:cNvPr>
          <p:cNvSpPr>
            <a:spLocks noGrp="1"/>
          </p:cNvSpPr>
          <p:nvPr/>
        </p:nvSpPr>
        <p:spPr>
          <a:xfrm>
            <a:off x="525113" y="2158079"/>
            <a:ext cx="483299" cy="342805"/>
          </a:xfrm>
          <a:prstGeom prst="roundRect">
            <a:avLst>
              <a:gd name="adj" fmla="val 22228"/>
            </a:avLst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2" name="icon-camera-12">
            <a:extLst>
              <a:ext uri="{FF2B5EF4-FFF2-40B4-BE49-F238E27FC236}">
                <ns2:creationId id="{0DC8BEA0-6028-43D6-9614-A925E3A5D607}"/>
              </a:ext>
            </a:extLst>
          </p:cNvPr>
          <p:cNvSpPr>
            <a:spLocks noGrp="1"/>
          </p:cNvSpPr>
          <p:nvPr/>
        </p:nvSpPr>
        <p:spPr>
          <a:xfrm>
            <a:off x="671227" y="2085023"/>
            <a:ext cx="185452" cy="95536"/>
          </a:xfrm>
          <a:prstGeom prst="roundRect">
            <a:avLst>
              <a:gd name="adj" fmla="val 50000"/>
            </a:avLst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3" name="icon-camera-13">
            <a:extLst>
              <a:ext uri="{FF2B5EF4-FFF2-40B4-BE49-F238E27FC236}">
                <ns2:creationId id="{40D718F7-4E4A-47D8-AA63-8C9A5F83B099}"/>
              </a:ext>
            </a:extLst>
          </p:cNvPr>
          <p:cNvSpPr>
            <a:spLocks noGrp="1"/>
          </p:cNvSpPr>
          <p:nvPr/>
        </p:nvSpPr>
        <p:spPr>
          <a:xfrm>
            <a:off x="665607" y="2231136"/>
            <a:ext cx="202311" cy="202311"/>
          </a:xfrm>
          <a:prstGeom prst="ellipse">
            <a:avLst/>
          </a:prstGeom>
          <a:noFill/>
          <a:ln w="17562">
            <a:solidFill>
              <a:srgbClr val="28463A"/>
            </a:solidFill>
            <a:prstDash val="solid"/>
          </a:ln>
        </p:spPr>
      </p:sp>
      <p:sp>
        <p:nvSpPr>
          <p:cNvPr id="14" name="icon-camera-14">
            <a:extLst>
              <a:ext uri="{FF2B5EF4-FFF2-40B4-BE49-F238E27FC236}">
                <ns2:creationId id="{764A2D40-7351-4B56-970D-7B8C50A87175}"/>
              </a:ext>
            </a:extLst>
          </p:cNvPr>
          <p:cNvSpPr>
            <a:spLocks noGrp="1"/>
          </p:cNvSpPr>
          <p:nvPr/>
        </p:nvSpPr>
        <p:spPr>
          <a:xfrm>
            <a:off x="901637" y="2203037"/>
            <a:ext cx="44958" cy="44958"/>
          </a:xfrm>
          <a:prstGeom prst="ellipse">
            <a:avLst/>
          </a:prstGeom>
          <a:solidFill>
            <a:srgbClr val="28463A"/>
          </a:solidFill>
          <a:ln w="17562">
            <a:solidFill>
              <a:srgbClr val="28463A"/>
            </a:solidFill>
            <a:prstDash val="solid"/>
          </a:ln>
        </p:spPr>
      </p:sp>
      <p:sp>
        <p:nvSpPr>
          <p:cNvPr id="15" name="arrow-15">
            <a:extLst>
              <a:ext uri="{FF2B5EF4-FFF2-40B4-BE49-F238E27FC236}">
                <ns2:creationId id="{3B41100B-3731-4E96-8C0E-5FE056927839}"/>
              </a:ext>
            </a:extLst>
          </p:cNvPr>
          <p:cNvSpPr>
            <a:spLocks noGrp="1"/>
          </p:cNvSpPr>
          <p:nvPr/>
        </p:nvSpPr>
        <p:spPr>
          <a:xfrm>
            <a:off x="1209675" y="2276475"/>
            <a:ext cx="514350" cy="152400"/>
          </a:xfrm>
          <a:prstGeom prst="rightArrow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16" name="icon-database-16">
            <a:extLst>
              <a:ext uri="{FF2B5EF4-FFF2-40B4-BE49-F238E27FC236}">
                <ns2:creationId id="{BFB9EF2D-09EA-4146-899E-7CFF18723CBD}"/>
              </a:ext>
            </a:extLst>
          </p:cNvPr>
          <p:cNvSpPr>
            <a:spLocks noGrp="1"/>
          </p:cNvSpPr>
          <p:nvPr/>
        </p:nvSpPr>
        <p:spPr>
          <a:xfrm>
            <a:off x="1974342" y="2133791"/>
            <a:ext cx="375666" cy="348044"/>
          </a:xfrm>
          <a:prstGeom prst="can">
            <a:avLst/>
          </a:prstGeom>
          <a:noFill/>
          <a:ln w="17264">
            <a:solidFill>
              <a:srgbClr val="28463A"/>
            </a:solidFill>
            <a:prstDash val="solid"/>
          </a:ln>
        </p:spPr>
      </p:sp>
      <p:sp>
        <p:nvSpPr>
          <p:cNvPr id="17" name="vector-17">
            <a:extLst>
              <a:ext uri="{FF2B5EF4-FFF2-40B4-BE49-F238E27FC236}">
                <ns2:creationId id="{5D338C03-29A4-4ABC-9597-A47E375EB639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8415">
            <a:solidFill>
              <a:srgbClr val="28463A"/>
            </a:solidFill>
            <a:prstDash val="solid"/>
          </a:ln>
        </p:spPr>
      </p:sp>
      <p:sp>
        <p:nvSpPr>
          <p:cNvPr id="18" name="vector-18">
            <a:extLst>
              <a:ext uri="{FF2B5EF4-FFF2-40B4-BE49-F238E27FC236}">
                <ns2:creationId id="{4A0F57E7-19A9-4201-A233-CB98E2D269BB}"/>
              </a:ext>
            </a:extLst>
          </p:cNvPr>
          <p:cNvSpPr>
            <a:spLocks noGrp="1"/>
          </p:cNvSpPr>
          <p:nvPr/>
        </p:nvSpPr>
        <p:spPr>
          <a:xfrm>
            <a:off x="1885950" y="2028825"/>
            <a:ext cx="552450" cy="5524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8415">
            <a:solidFill>
              <a:srgbClr val="28463A"/>
            </a:solidFill>
            <a:prstDash val="solid"/>
          </a:ln>
        </p:spPr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342900" y="2695575"/>
          <a:ext cx="3686175" cy="523875"/>
        </p:xfrm>
        <a:graphic>
          <a:graphicData uri="http://schemas.openxmlformats.org/drawingml/2006/table">
            <a:tbl>
              <a:tblPr/>
              <a:tblGrid>
                <a:gridCol w="1228725"/>
                <a:gridCol w="1228725"/>
                <a:gridCol w="1228725"/>
              </a:tblGrid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T w="5715">
                      <a:solidFill>
                        <a:srgbClr val="DAE0DE"/>
                      </a:solidFill>
                      <a:prstDash val="solid"/>
                    </a:lnT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28463A"/>
                    </a:solidFill>
                  </a:tcPr>
                </a:tc>
              </a:tr>
              <a:tr h="261938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AE0DE"/>
                      </a:solidFill>
                      <a:prstDash val="solid"/>
                    </a:lnL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97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AE0DE"/>
                      </a:solidFill>
                      <a:prstDash val="solid"/>
                    </a:lnR>
                    <a:lnB w="5715">
                      <a:solidFill>
                        <a:srgbClr val="DAE0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39100" y="971550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48625" y="981075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2" name="vector-21">
            <a:extLst>
              <a:ext uri="{FF2B5EF4-FFF2-40B4-BE49-F238E27FC236}">
                <ns2:creationId id="{31F6CEEE-7617-45A0-A601-663E1092A943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3" name="vector-22">
            <a:extLst>
              <a:ext uri="{FF2B5EF4-FFF2-40B4-BE49-F238E27FC236}">
                <ns2:creationId id="{1EE5B244-D419-4F32-AE03-D0DA63CA2E0D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4" name="vector-23">
            <a:extLst>
              <a:ext uri="{FF2B5EF4-FFF2-40B4-BE49-F238E27FC236}">
                <ns2:creationId id="{529956F8-0108-4435-A1CD-1A15888FED37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5" name="vector-24">
            <a:extLst>
              <a:ext uri="{FF2B5EF4-FFF2-40B4-BE49-F238E27FC236}">
                <ns2:creationId id="{82CBF375-0878-48DA-A369-5F170632B692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6" name="vector-25">
            <a:extLst>
              <a:ext uri="{FF2B5EF4-FFF2-40B4-BE49-F238E27FC236}">
                <ns2:creationId id="{6C1C4267-951D-44AE-BAE3-78A31CEE8170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7" name="vector-26">
            <a:extLst>
              <a:ext uri="{FF2B5EF4-FFF2-40B4-BE49-F238E27FC236}">
                <ns2:creationId id="{55497356-0670-44DD-9E65-5B5EA93963C8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8" name="vector-27">
            <a:extLst>
              <a:ext uri="{FF2B5EF4-FFF2-40B4-BE49-F238E27FC236}">
                <ns2:creationId id="{30CBC7AE-F2BC-45AE-A8F1-434D6B87B845}"/>
              </a:ext>
            </a:extLst>
          </p:cNvPr>
          <p:cNvSpPr>
            <a:spLocks noGrp="1"/>
          </p:cNvSpPr>
          <p:nvPr/>
        </p:nvSpPr>
        <p:spPr>
          <a:xfrm>
            <a:off x="8153400" y="104775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29" name="icon-network-28">
            <a:extLst>
              <a:ext uri="{FF2B5EF4-FFF2-40B4-BE49-F238E27FC236}">
                <ns2:creationId id="{6E12A5F9-7284-4DA1-912C-B60CF8102E96}"/>
              </a:ext>
            </a:extLst>
          </p:cNvPr>
          <p:cNvSpPr>
            <a:spLocks noGrp="1"/>
          </p:cNvSpPr>
          <p:nvPr/>
        </p:nvSpPr>
        <p:spPr>
          <a:xfrm>
            <a:off x="8168831" y="11249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0" name="icon-network-29">
            <a:extLst>
              <a:ext uri="{FF2B5EF4-FFF2-40B4-BE49-F238E27FC236}">
                <ns2:creationId id="{ED9C9AFF-10A2-4293-B818-6C3A681D8732}"/>
              </a:ext>
            </a:extLst>
          </p:cNvPr>
          <p:cNvSpPr>
            <a:spLocks noGrp="1"/>
          </p:cNvSpPr>
          <p:nvPr/>
        </p:nvSpPr>
        <p:spPr>
          <a:xfrm>
            <a:off x="8251127" y="106060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1" name="icon-network-30">
            <a:extLst>
              <a:ext uri="{FF2B5EF4-FFF2-40B4-BE49-F238E27FC236}">
                <ns2:creationId id="{BB68628D-CB1A-49D1-9CEE-8D4327A163D6}"/>
              </a:ext>
            </a:extLst>
          </p:cNvPr>
          <p:cNvSpPr>
            <a:spLocks noGrp="1"/>
          </p:cNvSpPr>
          <p:nvPr/>
        </p:nvSpPr>
        <p:spPr>
          <a:xfrm>
            <a:off x="8351425" y="110690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2" name="icon-network-31">
            <a:extLst>
              <a:ext uri="{FF2B5EF4-FFF2-40B4-BE49-F238E27FC236}">
                <ns2:creationId id="{0A7660EF-6D1D-48DF-A360-DBDC86A865A9}"/>
              </a:ext>
            </a:extLst>
          </p:cNvPr>
          <p:cNvSpPr>
            <a:spLocks noGrp="1"/>
          </p:cNvSpPr>
          <p:nvPr/>
        </p:nvSpPr>
        <p:spPr>
          <a:xfrm>
            <a:off x="8312849" y="124320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3" name="icon-network-32">
            <a:extLst>
              <a:ext uri="{FF2B5EF4-FFF2-40B4-BE49-F238E27FC236}">
                <ns2:creationId id="{B8D0BDCC-2BCF-414A-8A83-757C6EEBF67C}"/>
              </a:ext>
            </a:extLst>
          </p:cNvPr>
          <p:cNvSpPr>
            <a:spLocks noGrp="1"/>
          </p:cNvSpPr>
          <p:nvPr/>
        </p:nvSpPr>
        <p:spPr>
          <a:xfrm>
            <a:off x="8197120" y="124063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96300" y="1038225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210550" y="1457325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sp>
        <p:nvSpPr>
          <p:cNvPr id="36" name="vector-35">
            <a:extLst>
              <a:ext uri="{FF2B5EF4-FFF2-40B4-BE49-F238E27FC236}">
                <ns2:creationId id="{1CFEA93C-1648-41BE-BD34-F4C1EA09DACC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7" name="vector-36">
            <a:extLst>
              <a:ext uri="{FF2B5EF4-FFF2-40B4-BE49-F238E27FC236}">
                <ns2:creationId id="{9F8971EB-A853-4691-BEA7-6DA50CFC1DED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8" name="vector-37">
            <a:extLst>
              <a:ext uri="{FF2B5EF4-FFF2-40B4-BE49-F238E27FC236}">
                <ns2:creationId id="{91D432D5-C176-4A4F-B49F-74BB0C137DD3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39" name="vector-38">
            <a:extLst>
              <a:ext uri="{FF2B5EF4-FFF2-40B4-BE49-F238E27FC236}">
                <ns2:creationId id="{F19E1B0B-46EE-42C3-8F02-67527C150065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0" name="vector-39">
            <a:extLst>
              <a:ext uri="{FF2B5EF4-FFF2-40B4-BE49-F238E27FC236}">
                <ns2:creationId id="{47BF0708-F817-496D-AC8B-6ED6ED8F6709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1" name="vector-40">
            <a:extLst>
              <a:ext uri="{FF2B5EF4-FFF2-40B4-BE49-F238E27FC236}">
                <ns2:creationId id="{E6B4D16F-AE32-43B8-841C-990F3C9A2364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2" name="vector-41">
            <a:extLst>
              <a:ext uri="{FF2B5EF4-FFF2-40B4-BE49-F238E27FC236}">
                <ns2:creationId id="{E94242AE-84AB-41B6-8409-0B52A7F8A08E}"/>
              </a:ext>
            </a:extLst>
          </p:cNvPr>
          <p:cNvSpPr>
            <a:spLocks noGrp="1"/>
          </p:cNvSpPr>
          <p:nvPr/>
        </p:nvSpPr>
        <p:spPr>
          <a:xfrm>
            <a:off x="8201025" y="2085975"/>
            <a:ext cx="904875" cy="9048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0163">
            <a:solidFill>
              <a:srgbClr val="28463A"/>
            </a:solidFill>
            <a:prstDash val="solid"/>
          </a:ln>
        </p:spPr>
      </p:sp>
      <p:sp>
        <p:nvSpPr>
          <p:cNvPr id="43" name="icon-network-42">
            <a:extLst>
              <a:ext uri="{FF2B5EF4-FFF2-40B4-BE49-F238E27FC236}">
                <ns2:creationId id="{8D0A1C92-7920-4457-8590-B9DA5EC15556}"/>
              </a:ext>
            </a:extLst>
          </p:cNvPr>
          <p:cNvSpPr>
            <a:spLocks noGrp="1"/>
          </p:cNvSpPr>
          <p:nvPr/>
        </p:nvSpPr>
        <p:spPr>
          <a:xfrm>
            <a:off x="8255318" y="2357438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4" name="icon-network-43">
            <a:extLst>
              <a:ext uri="{FF2B5EF4-FFF2-40B4-BE49-F238E27FC236}">
                <ns2:creationId id="{431E3371-028A-4420-8650-A0CF2BF3DE5E}"/>
              </a:ext>
            </a:extLst>
          </p:cNvPr>
          <p:cNvSpPr>
            <a:spLocks noGrp="1"/>
          </p:cNvSpPr>
          <p:nvPr/>
        </p:nvSpPr>
        <p:spPr>
          <a:xfrm>
            <a:off x="8544878" y="2131219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5" name="icon-network-44">
            <a:extLst>
              <a:ext uri="{FF2B5EF4-FFF2-40B4-BE49-F238E27FC236}">
                <ns2:creationId id="{59137A1D-84FD-4813-B749-B6B6386392BB}"/>
              </a:ext>
            </a:extLst>
          </p:cNvPr>
          <p:cNvSpPr>
            <a:spLocks noGrp="1"/>
          </p:cNvSpPr>
          <p:nvPr/>
        </p:nvSpPr>
        <p:spPr>
          <a:xfrm>
            <a:off x="8897779" y="2294096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6" name="icon-network-45">
            <a:extLst>
              <a:ext uri="{FF2B5EF4-FFF2-40B4-BE49-F238E27FC236}">
                <ns2:creationId id="{821B0214-3B3F-4347-8171-AD83496D7DE8}"/>
              </a:ext>
            </a:extLst>
          </p:cNvPr>
          <p:cNvSpPr>
            <a:spLocks noGrp="1"/>
          </p:cNvSpPr>
          <p:nvPr/>
        </p:nvSpPr>
        <p:spPr>
          <a:xfrm>
            <a:off x="8762048" y="2773680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sp>
        <p:nvSpPr>
          <p:cNvPr id="47" name="icon-network-46">
            <a:extLst>
              <a:ext uri="{FF2B5EF4-FFF2-40B4-BE49-F238E27FC236}">
                <ns2:creationId id="{BE73A308-2A44-4D21-9321-97105C3B1ACE}"/>
              </a:ext>
            </a:extLst>
          </p:cNvPr>
          <p:cNvSpPr>
            <a:spLocks noGrp="1"/>
          </p:cNvSpPr>
          <p:nvPr/>
        </p:nvSpPr>
        <p:spPr>
          <a:xfrm>
            <a:off x="8354854" y="2764631"/>
            <a:ext cx="126683" cy="126683"/>
          </a:xfrm>
          <a:prstGeom prst="ellipse">
            <a:avLst/>
          </a:prstGeom>
          <a:solidFill>
            <a:srgbClr val="FFFFFF"/>
          </a:solidFill>
          <a:ln w="28277">
            <a:solidFill>
              <a:srgbClr val="28463A"/>
            </a:solidFill>
            <a:prstDash val="solid"/>
          </a:ln>
        </p:spPr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9305925" y="1990725"/>
          <a:ext cx="2514600" cy="1247775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10110597" y="3048000"/>
            <a:ext cx="1257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9808845" y="1857375"/>
            <a:ext cx="100584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391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486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3" name="icon-check-51">
            <a:extLst>
              <a:ext uri="{FF2B5EF4-FFF2-40B4-BE49-F238E27FC236}">
                <ns2:creationId id="{F6422369-E765-4727-9A49-9864E4885CEC}"/>
              </a:ext>
            </a:extLst>
          </p:cNvPr>
          <p:cNvSpPr>
            <a:spLocks noGrp="1"/>
          </p:cNvSpPr>
          <p:nvPr/>
        </p:nvSpPr>
        <p:spPr>
          <a:xfrm>
            <a:off x="8179118" y="3807143"/>
            <a:ext cx="205740" cy="205740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54" name="vector-52">
            <a:extLst>
              <a:ext uri="{FF2B5EF4-FFF2-40B4-BE49-F238E27FC236}">
                <ns2:creationId id="{3BE24C2F-A6FA-418D-8755-FDAF485CD818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5" name="vector-53">
            <a:extLst>
              <a:ext uri="{FF2B5EF4-FFF2-40B4-BE49-F238E27FC236}">
                <ns2:creationId id="{4388A000-9E65-45A6-BBF8-743DCC964A3E}"/>
              </a:ext>
            </a:extLst>
          </p:cNvPr>
          <p:cNvSpPr>
            <a:spLocks noGrp="1"/>
          </p:cNvSpPr>
          <p:nvPr/>
        </p:nvSpPr>
        <p:spPr>
          <a:xfrm>
            <a:off x="8153400" y="3781425"/>
            <a:ext cx="25717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963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2105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58" name="icon-check-56">
            <a:extLst>
              <a:ext uri="{FF2B5EF4-FFF2-40B4-BE49-F238E27FC236}">
                <ns2:creationId id="{3C7D2087-2EA3-4DCB-BC19-F38E77920FBD}"/>
              </a:ext>
            </a:extLst>
          </p:cNvPr>
          <p:cNvSpPr>
            <a:spLocks noGrp="1"/>
          </p:cNvSpPr>
          <p:nvPr/>
        </p:nvSpPr>
        <p:spPr>
          <a:xfrm>
            <a:off x="8410575" y="4905375"/>
            <a:ext cx="685800" cy="685800"/>
          </a:xfrm>
          <a:prstGeom prst="ellipse">
            <a:avLst/>
          </a:prstGeom>
          <a:noFill/>
          <a:ln w="26789">
            <a:solidFill>
              <a:srgbClr val="28463A"/>
            </a:solidFill>
            <a:prstDash val="solid"/>
          </a:ln>
        </p:spPr>
      </p:sp>
      <p:sp>
        <p:nvSpPr>
          <p:cNvPr id="59" name="vector-57">
            <a:extLst>
              <a:ext uri="{FF2B5EF4-FFF2-40B4-BE49-F238E27FC236}">
                <ns2:creationId id="{F82D5B1E-D38E-4E9C-8726-7158D525896C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60" name="vector-58">
            <a:extLst>
              <a:ext uri="{FF2B5EF4-FFF2-40B4-BE49-F238E27FC236}">
                <ns2:creationId id="{D98FA649-F325-45F6-8E72-738835F9A550}"/>
              </a:ext>
            </a:extLst>
          </p:cNvPr>
          <p:cNvSpPr>
            <a:spLocks noGrp="1"/>
          </p:cNvSpPr>
          <p:nvPr/>
        </p:nvSpPr>
        <p:spPr>
          <a:xfrm>
            <a:off x="8324850" y="4819650"/>
            <a:ext cx="857250" cy="857250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9467850" y="49530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96012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9467850" y="52578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96012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9467850" y="55626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96012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228600" y="3705225"/>
            <a:ext cx="3924300" cy="23622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238125" y="3714750"/>
            <a:ext cx="3905250" cy="400050"/>
          </a:xfrm>
          <a:prstGeom prst="roundRect">
            <a:avLst>
              <a:gd name="adj" fmla="val 19048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69" name="icon-clipboard-67">
            <a:extLst>
              <a:ext uri="{FF2B5EF4-FFF2-40B4-BE49-F238E27FC236}">
                <ns2:creationId id="{3B3B703F-9BEB-45B6-B8FC-601741A5B965}"/>
              </a:ext>
            </a:extLst>
          </p:cNvPr>
          <p:cNvSpPr>
            <a:spLocks noGrp="1"/>
          </p:cNvSpPr>
          <p:nvPr/>
        </p:nvSpPr>
        <p:spPr>
          <a:xfrm>
            <a:off x="389192" y="3812286"/>
            <a:ext cx="167164" cy="200597"/>
          </a:xfrm>
          <a:prstGeom prst="roundRect">
            <a:avLst>
              <a:gd name="adj" fmla="val 45584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70" name="icon-clipboard-68">
            <a:extLst>
              <a:ext uri="{FF2B5EF4-FFF2-40B4-BE49-F238E27FC236}">
                <ns2:creationId id="{55E6B8DC-8572-42A5-B1B1-F295E7C0C535}"/>
              </a:ext>
            </a:extLst>
          </p:cNvPr>
          <p:cNvSpPr>
            <a:spLocks noGrp="1"/>
          </p:cNvSpPr>
          <p:nvPr/>
        </p:nvSpPr>
        <p:spPr>
          <a:xfrm>
            <a:off x="432911" y="3794284"/>
            <a:ext cx="77153" cy="385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28463A"/>
            </a:solidFill>
            <a:prstDash val="solid"/>
          </a:ln>
        </p:spPr>
      </p:sp>
      <p:sp>
        <p:nvSpPr>
          <p:cNvPr id="71" name="vector-69">
            <a:extLst>
              <a:ext uri="{FF2B5EF4-FFF2-40B4-BE49-F238E27FC236}">
                <ns2:creationId id="{60A3D713-940E-4142-BE33-6098719C94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2" name="vector-70">
            <a:extLst>
              <a:ext uri="{FF2B5EF4-FFF2-40B4-BE49-F238E27FC236}">
                <ns2:creationId id="{66F809C0-CB1D-45F9-8D68-94E479A22C23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3" name="vector-71">
            <a:extLst>
              <a:ext uri="{FF2B5EF4-FFF2-40B4-BE49-F238E27FC236}">
                <ns2:creationId id="{DDB897FB-FA83-4EC6-9001-1F2C4C16158F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4" name="vector-72">
            <a:extLst>
              <a:ext uri="{FF2B5EF4-FFF2-40B4-BE49-F238E27FC236}">
                <ns2:creationId id="{90F052FA-7966-44B3-A240-0FC5DAD5FD04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5" name="vector-73">
            <a:extLst>
              <a:ext uri="{FF2B5EF4-FFF2-40B4-BE49-F238E27FC236}">
                <ns2:creationId id="{E0C24D4B-3FFA-4DF8-9432-1F3BC5F80452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6" name="vector-74">
            <a:extLst>
              <a:ext uri="{FF2B5EF4-FFF2-40B4-BE49-F238E27FC236}">
                <ns2:creationId id="{4800114E-D16D-4CB5-93F4-2DB4FBCD52CC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7" name="vector-75">
            <a:extLst>
              <a:ext uri="{FF2B5EF4-FFF2-40B4-BE49-F238E27FC236}">
                <ns2:creationId id="{1040FDC5-02A1-4E79-9C80-87D180494C49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8" name="vector-76">
            <a:extLst>
              <a:ext uri="{FF2B5EF4-FFF2-40B4-BE49-F238E27FC236}">
                <ns2:creationId id="{5212A0EF-838A-4BB8-BB32-8A32174E33A7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79" name="vector-77">
            <a:extLst>
              <a:ext uri="{FF2B5EF4-FFF2-40B4-BE49-F238E27FC236}">
                <ns2:creationId id="{532C0313-242C-4010-9171-9CC30C2D8D6A}"/>
              </a:ext>
            </a:extLst>
          </p:cNvPr>
          <p:cNvSpPr>
            <a:spLocks noGrp="1"/>
          </p:cNvSpPr>
          <p:nvPr/>
        </p:nvSpPr>
        <p:spPr>
          <a:xfrm>
            <a:off x="342900" y="3781425"/>
            <a:ext cx="257175" cy="2571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685800" y="3771900"/>
            <a:ext cx="335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5909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82" name="icon-clipboard-80">
            <a:extLst>
              <a:ext uri="{FF2B5EF4-FFF2-40B4-BE49-F238E27FC236}">
                <ns2:creationId id="{E6D349E5-87CB-4DEB-B7E3-36FACBDC8729}"/>
              </a:ext>
            </a:extLst>
          </p:cNvPr>
          <p:cNvSpPr>
            <a:spLocks noGrp="1"/>
          </p:cNvSpPr>
          <p:nvPr/>
        </p:nvSpPr>
        <p:spPr>
          <a:xfrm>
            <a:off x="668655" y="4922520"/>
            <a:ext cx="557213" cy="668655"/>
          </a:xfrm>
          <a:prstGeom prst="roundRect">
            <a:avLst>
              <a:gd name="adj" fmla="val 13675"/>
            </a:avLst>
          </a:prstGeom>
          <a:noFill/>
          <a:ln w="26789">
            <a:solidFill>
              <a:srgbClr val="28463A"/>
            </a:solidFill>
            <a:prstDash val="solid"/>
          </a:ln>
        </p:spPr>
      </p:sp>
      <p:sp>
        <p:nvSpPr>
          <p:cNvPr id="83" name="icon-clipboard-81">
            <a:extLst>
              <a:ext uri="{FF2B5EF4-FFF2-40B4-BE49-F238E27FC236}">
                <ns2:creationId id="{01D5B825-60FB-4208-AD27-4AD36D933864}"/>
              </a:ext>
            </a:extLst>
          </p:cNvPr>
          <p:cNvSpPr>
            <a:spLocks noGrp="1"/>
          </p:cNvSpPr>
          <p:nvPr/>
        </p:nvSpPr>
        <p:spPr>
          <a:xfrm>
            <a:off x="814388" y="4862513"/>
            <a:ext cx="257175" cy="1285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6789">
            <a:solidFill>
              <a:srgbClr val="28463A"/>
            </a:solidFill>
            <a:prstDash val="solid"/>
          </a:ln>
        </p:spPr>
      </p:sp>
      <p:sp>
        <p:nvSpPr>
          <p:cNvPr id="84" name="vector-82">
            <a:extLst>
              <a:ext uri="{FF2B5EF4-FFF2-40B4-BE49-F238E27FC236}">
                <ns2:creationId id="{0E64141D-EB27-462B-AB25-8FF7241008EF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5" name="vector-83">
            <a:extLst>
              <a:ext uri="{FF2B5EF4-FFF2-40B4-BE49-F238E27FC236}">
                <ns2:creationId id="{9C0ED6E0-2113-4279-8680-4367F379DD7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6" name="vector-84">
            <a:extLst>
              <a:ext uri="{FF2B5EF4-FFF2-40B4-BE49-F238E27FC236}">
                <ns2:creationId id="{D5DB0178-2CDD-431B-9FFA-31E2D5567DF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7" name="vector-85">
            <a:extLst>
              <a:ext uri="{FF2B5EF4-FFF2-40B4-BE49-F238E27FC236}">
                <ns2:creationId id="{A590106C-058D-4F8C-ACD8-044306A9DE77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8" name="vector-86">
            <a:extLst>
              <a:ext uri="{FF2B5EF4-FFF2-40B4-BE49-F238E27FC236}">
                <ns2:creationId id="{08A735D7-5485-49D0-88F7-D162B3552AB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89" name="vector-87">
            <a:extLst>
              <a:ext uri="{FF2B5EF4-FFF2-40B4-BE49-F238E27FC236}">
                <ns2:creationId id="{51F2C3A5-5D0C-44CE-9D5E-1585B2762960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0" name="vector-88">
            <a:extLst>
              <a:ext uri="{FF2B5EF4-FFF2-40B4-BE49-F238E27FC236}">
                <ns2:creationId id="{D6725923-C6A3-4863-8479-784DA953BDBA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1" name="vector-89">
            <a:extLst>
              <a:ext uri="{FF2B5EF4-FFF2-40B4-BE49-F238E27FC236}">
                <ns2:creationId id="{AAEC04F3-67FA-40F2-B18E-1B13139E5699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2" name="vector-90">
            <a:extLst>
              <a:ext uri="{FF2B5EF4-FFF2-40B4-BE49-F238E27FC236}">
                <ns2:creationId id="{D5BBAEE8-7B53-4456-BDBA-9EE1A927A8B4}"/>
              </a:ext>
            </a:extLst>
          </p:cNvPr>
          <p:cNvSpPr>
            <a:spLocks noGrp="1"/>
          </p:cNvSpPr>
          <p:nvPr/>
        </p:nvSpPr>
        <p:spPr>
          <a:xfrm>
            <a:off x="514350" y="4819650"/>
            <a:ext cx="857250" cy="8572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28575">
            <a:solidFill>
              <a:srgbClr val="28463A"/>
            </a:solidFill>
            <a:prstDash val="solid"/>
          </a:ln>
        </p:spPr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1657350" y="49530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1790700" y="48577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1657350" y="52578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1790700" y="51625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1657350" y="5562600"/>
            <a:ext cx="47625" cy="47625"/>
          </a:xfrm>
          <a:prstGeom prst="rect">
            <a:avLst/>
          </a:prstGeom>
          <a:solidFill>
            <a:srgbClr val="8A9B81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1790700" y="5467350"/>
            <a:ext cx="220027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28463A"/>
          </a:solidFill>
          <a:ln w="14288">
            <a:noFill/>
            <a:prstDash val="solid"/>
          </a:ln>
        </p:spPr>
      </p:sp>
      <p:sp>
        <p:nvSpPr>
          <p:cNvPr id="100" name="icon-camera-98">
            <a:extLst>
              <a:ext uri="{FF2B5EF4-FFF2-40B4-BE49-F238E27FC236}">
                <ns2:creationId id="{C79A9E76-B353-4FE8-A874-E2C5D9159D47}"/>
              </a:ext>
            </a:extLst>
          </p:cNvPr>
          <p:cNvSpPr>
            <a:spLocks noGrp="1"/>
          </p:cNvSpPr>
          <p:nvPr/>
        </p:nvSpPr>
        <p:spPr>
          <a:xfrm>
            <a:off x="5894246" y="2010691"/>
            <a:ext cx="286703" cy="203359"/>
          </a:xfrm>
          <a:prstGeom prst="roundRect">
            <a:avLst>
              <a:gd name="adj" fmla="val 37471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1" name="icon-camera-99">
            <a:extLst>
              <a:ext uri="{FF2B5EF4-FFF2-40B4-BE49-F238E27FC236}">
                <ns2:creationId id="{4A74D456-B40B-46FC-80E9-D3802A25D3CC}"/>
              </a:ext>
            </a:extLst>
          </p:cNvPr>
          <p:cNvSpPr>
            <a:spLocks noGrp="1"/>
          </p:cNvSpPr>
          <p:nvPr/>
        </p:nvSpPr>
        <p:spPr>
          <a:xfrm>
            <a:off x="5980923" y="1967352"/>
            <a:ext cx="110014" cy="56674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2" name="icon-camera-100">
            <a:extLst>
              <a:ext uri="{FF2B5EF4-FFF2-40B4-BE49-F238E27FC236}">
                <ns2:creationId id="{A1262A7B-92BC-41B9-AB09-AD246545A2E0}"/>
              </a:ext>
            </a:extLst>
          </p:cNvPr>
          <p:cNvSpPr>
            <a:spLocks noGrp="1"/>
          </p:cNvSpPr>
          <p:nvPr/>
        </p:nvSpPr>
        <p:spPr>
          <a:xfrm>
            <a:off x="5977590" y="2054029"/>
            <a:ext cx="120015" cy="120015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03" name="icon-camera-101">
            <a:extLst>
              <a:ext uri="{FF2B5EF4-FFF2-40B4-BE49-F238E27FC236}">
                <ns2:creationId id="{54FC14E3-E1E6-4322-B3FA-2F15B0DDF48E}"/>
              </a:ext>
            </a:extLst>
          </p:cNvPr>
          <p:cNvSpPr>
            <a:spLocks noGrp="1"/>
          </p:cNvSpPr>
          <p:nvPr/>
        </p:nvSpPr>
        <p:spPr>
          <a:xfrm>
            <a:off x="6117607" y="2037361"/>
            <a:ext cx="26670" cy="26670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42285" y="2324539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4D655B"/>
          </a:solidFill>
          <a:ln w="14288">
            <a:noFill/>
            <a:prstDash val="solid"/>
          </a:ln>
        </p:spPr>
      </p:sp>
      <p:sp>
        <p:nvSpPr>
          <p:cNvPr id="106" name="vector-104">
            <a:extLst>
              <a:ext uri="{FF2B5EF4-FFF2-40B4-BE49-F238E27FC236}">
                <ns2:creationId id="{CBA78343-18F6-4F72-8BA6-4F8EA2D4ED67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7" name="vector-105">
            <a:extLst>
              <a:ext uri="{FF2B5EF4-FFF2-40B4-BE49-F238E27FC236}">
                <ns2:creationId id="{B3D8AE40-1909-4599-A515-9CD8368DA60B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8" name="vector-106">
            <a:extLst>
              <a:ext uri="{FF2B5EF4-FFF2-40B4-BE49-F238E27FC236}">
                <ns2:creationId id="{258012DE-FBDC-42DB-B673-1EF0D56EC74D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09" name="vector-107">
            <a:extLst>
              <a:ext uri="{FF2B5EF4-FFF2-40B4-BE49-F238E27FC236}">
                <ns2:creationId id="{959D0038-2556-4903-9C8E-D43161F531A5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0" name="vector-108">
            <a:extLst>
              <a:ext uri="{FF2B5EF4-FFF2-40B4-BE49-F238E27FC236}">
                <ns2:creationId id="{5560FA72-44BD-4C6F-90DF-E5F135334941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1" name="vector-109">
            <a:extLst>
              <a:ext uri="{FF2B5EF4-FFF2-40B4-BE49-F238E27FC236}">
                <ns2:creationId id="{00F9FE66-F8A2-4D11-84E6-E0FFB5374A0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2" name="vector-110">
            <a:extLst>
              <a:ext uri="{FF2B5EF4-FFF2-40B4-BE49-F238E27FC236}">
                <ns2:creationId id="{11416929-7900-404F-88BF-842278BE9C50}"/>
              </a:ext>
            </a:extLst>
          </p:cNvPr>
          <p:cNvSpPr>
            <a:spLocks noGrp="1"/>
          </p:cNvSpPr>
          <p:nvPr/>
        </p:nvSpPr>
        <p:spPr>
          <a:xfrm>
            <a:off x="7267136" y="3261060"/>
            <a:ext cx="333375" cy="3333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13" name="icon-network-111">
            <a:extLst>
              <a:ext uri="{FF2B5EF4-FFF2-40B4-BE49-F238E27FC236}">
                <ns2:creationId id="{EC5794E0-3574-4FE8-B103-E18B74E8F27F}"/>
              </a:ext>
            </a:extLst>
          </p:cNvPr>
          <p:cNvSpPr>
            <a:spLocks noGrp="1"/>
          </p:cNvSpPr>
          <p:nvPr/>
        </p:nvSpPr>
        <p:spPr>
          <a:xfrm>
            <a:off x="7287138" y="3361072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4" name="icon-network-112">
            <a:extLst>
              <a:ext uri="{FF2B5EF4-FFF2-40B4-BE49-F238E27FC236}">
                <ns2:creationId id="{1C460D55-FBAE-4A4E-BF0F-B74B235797FA}"/>
              </a:ext>
            </a:extLst>
          </p:cNvPr>
          <p:cNvSpPr>
            <a:spLocks noGrp="1"/>
          </p:cNvSpPr>
          <p:nvPr/>
        </p:nvSpPr>
        <p:spPr>
          <a:xfrm>
            <a:off x="7393818" y="3277728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5" name="icon-network-113">
            <a:extLst>
              <a:ext uri="{FF2B5EF4-FFF2-40B4-BE49-F238E27FC236}">
                <ns2:creationId id="{F897F1B5-BBB6-4F96-8707-1FDD4491BF99}"/>
              </a:ext>
            </a:extLst>
          </p:cNvPr>
          <p:cNvSpPr>
            <a:spLocks noGrp="1"/>
          </p:cNvSpPr>
          <p:nvPr/>
        </p:nvSpPr>
        <p:spPr>
          <a:xfrm>
            <a:off x="7523834" y="3337736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6" name="icon-network-114">
            <a:extLst>
              <a:ext uri="{FF2B5EF4-FFF2-40B4-BE49-F238E27FC236}">
                <ns2:creationId id="{F2B6BE0F-DF0E-4DA8-9CF7-3C670FEC93E4}"/>
              </a:ext>
            </a:extLst>
          </p:cNvPr>
          <p:cNvSpPr>
            <a:spLocks noGrp="1"/>
          </p:cNvSpPr>
          <p:nvPr/>
        </p:nvSpPr>
        <p:spPr>
          <a:xfrm>
            <a:off x="7473828" y="3514425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7" name="icon-network-115">
            <a:extLst>
              <a:ext uri="{FF2B5EF4-FFF2-40B4-BE49-F238E27FC236}">
                <ns2:creationId id="{C08EFD76-0BA2-4D65-B6F8-594D53B3B5C3}"/>
              </a:ext>
            </a:extLst>
          </p:cNvPr>
          <p:cNvSpPr>
            <a:spLocks noGrp="1"/>
          </p:cNvSpPr>
          <p:nvPr/>
        </p:nvSpPr>
        <p:spPr>
          <a:xfrm>
            <a:off x="7323809" y="3511091"/>
            <a:ext cx="46673" cy="46673"/>
          </a:xfrm>
          <a:prstGeom prst="ellipse">
            <a:avLst/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6838511" y="365158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71857D"/>
          </a:solidFill>
          <a:ln w="14288">
            <a:noFill/>
            <a:prstDash val="solid"/>
          </a:ln>
        </p:spPr>
      </p:sp>
      <p:sp>
        <p:nvSpPr>
          <p:cNvPr id="120" name="icon-check-118">
            <a:extLst>
              <a:ext uri="{FF2B5EF4-FFF2-40B4-BE49-F238E27FC236}">
                <ns2:creationId id="{B290F1E6-A0A7-49CD-9360-023D658DA27D}"/>
              </a:ext>
            </a:extLst>
          </p:cNvPr>
          <p:cNvSpPr>
            <a:spLocks noGrp="1"/>
          </p:cNvSpPr>
          <p:nvPr/>
        </p:nvSpPr>
        <p:spPr>
          <a:xfrm>
            <a:off x="5973428" y="4690623"/>
            <a:ext cx="266700" cy="266700"/>
          </a:xfrm>
          <a:prstGeom prst="ellipse">
            <a:avLst/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1" name="vector-119">
            <a:extLst>
              <a:ext uri="{FF2B5EF4-FFF2-40B4-BE49-F238E27FC236}">
                <ns2:creationId id="{DA8DC2A1-F0AA-458F-9F94-B1F3F1789466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2" name="vector-120">
            <a:extLst>
              <a:ext uri="{FF2B5EF4-FFF2-40B4-BE49-F238E27FC236}">
                <ns2:creationId id="{8D44AAA7-D130-4E5E-B80E-B9F81800615C}"/>
              </a:ext>
            </a:extLst>
          </p:cNvPr>
          <p:cNvSpPr>
            <a:spLocks noGrp="1"/>
          </p:cNvSpPr>
          <p:nvPr/>
        </p:nvSpPr>
        <p:spPr>
          <a:xfrm>
            <a:off x="5940090" y="4657286"/>
            <a:ext cx="333375" cy="3333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511465" y="5047811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295775" y="1752600"/>
            <a:ext cx="3600450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96A49E"/>
          </a:solidFill>
          <a:ln w="14288">
            <a:noFill/>
            <a:prstDash val="solid"/>
          </a:ln>
        </p:spPr>
      </p:sp>
      <p:sp>
        <p:nvSpPr>
          <p:cNvPr id="125" name="icon-clipboard-123">
            <a:extLst>
              <a:ext uri="{FF2B5EF4-FFF2-40B4-BE49-F238E27FC236}">
                <ns2:creationId id="{109D32EA-24C6-40F3-8BFD-06A919E102DD}"/>
              </a:ext>
            </a:extLst>
          </p:cNvPr>
          <p:cNvSpPr>
            <a:spLocks noGrp="1"/>
          </p:cNvSpPr>
          <p:nvPr/>
        </p:nvSpPr>
        <p:spPr>
          <a:xfrm>
            <a:off x="4603872" y="3370245"/>
            <a:ext cx="216694" cy="260033"/>
          </a:xfrm>
          <a:prstGeom prst="roundRect">
            <a:avLst>
              <a:gd name="adj" fmla="val 35165"/>
            </a:avLst>
          </a:prstGeom>
          <a:noFill/>
          <a:ln w="12383">
            <a:solidFill>
              <a:srgbClr val="FFFFFF"/>
            </a:solidFill>
            <a:prstDash val="solid"/>
          </a:ln>
        </p:spPr>
      </p:sp>
      <p:sp>
        <p:nvSpPr>
          <p:cNvPr id="126" name="icon-clipboard-124">
            <a:extLst>
              <a:ext uri="{FF2B5EF4-FFF2-40B4-BE49-F238E27FC236}">
                <ns2:creationId id="{31AF4C73-C3BB-4F40-8215-1DB938DDFF5C}"/>
              </a:ext>
            </a:extLst>
          </p:cNvPr>
          <p:cNvSpPr>
            <a:spLocks noGrp="1"/>
          </p:cNvSpPr>
          <p:nvPr/>
        </p:nvSpPr>
        <p:spPr>
          <a:xfrm>
            <a:off x="4660546" y="3346909"/>
            <a:ext cx="100013" cy="5000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FFFFFF"/>
            </a:solidFill>
            <a:prstDash val="solid"/>
          </a:ln>
        </p:spPr>
      </p:sp>
      <p:sp>
        <p:nvSpPr>
          <p:cNvPr id="127" name="vector-125">
            <a:extLst>
              <a:ext uri="{FF2B5EF4-FFF2-40B4-BE49-F238E27FC236}">
                <ns2:creationId id="{0A9201C3-50F1-4B0E-A354-C11F9F17D8DB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8" name="vector-126">
            <a:extLst>
              <a:ext uri="{FF2B5EF4-FFF2-40B4-BE49-F238E27FC236}">
                <ns2:creationId id="{8311963C-5CFA-4A12-85EB-76D4B38B3A13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29" name="vector-127">
            <a:extLst>
              <a:ext uri="{FF2B5EF4-FFF2-40B4-BE49-F238E27FC236}">
                <ns2:creationId id="{2B3641FC-E2AD-4FE2-9EBD-73D61B35DFBA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0" name="vector-128">
            <a:extLst>
              <a:ext uri="{FF2B5EF4-FFF2-40B4-BE49-F238E27FC236}">
                <ns2:creationId id="{5391C59F-9FA4-48F6-A4FC-897C7B23AF74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1" name="vector-129">
            <a:extLst>
              <a:ext uri="{FF2B5EF4-FFF2-40B4-BE49-F238E27FC236}">
                <ns2:creationId id="{600562BA-DAE0-448D-BE11-6E80CA3DE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2" name="vector-130">
            <a:extLst>
              <a:ext uri="{FF2B5EF4-FFF2-40B4-BE49-F238E27FC236}">
                <ns2:creationId id="{6AACA9C2-D714-4308-963F-86B96305EED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3" name="vector-131">
            <a:extLst>
              <a:ext uri="{FF2B5EF4-FFF2-40B4-BE49-F238E27FC236}">
                <ns2:creationId id="{073486F1-0C3D-4A5A-9A9B-44EA69D314B2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4" name="vector-132">
            <a:extLst>
              <a:ext uri="{FF2B5EF4-FFF2-40B4-BE49-F238E27FC236}">
                <ns2:creationId id="{BD5D7DB0-8F72-448C-AA25-4C1CE8450977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5" name="vector-133">
            <a:extLst>
              <a:ext uri="{FF2B5EF4-FFF2-40B4-BE49-F238E27FC236}">
                <ns2:creationId id="{A13F0DF8-F74F-441F-B330-27E614D439C1}"/>
              </a:ext>
            </a:extLst>
          </p:cNvPr>
          <p:cNvSpPr>
            <a:spLocks noGrp="1"/>
          </p:cNvSpPr>
          <p:nvPr/>
        </p:nvSpPr>
        <p:spPr>
          <a:xfrm>
            <a:off x="4543864" y="3330240"/>
            <a:ext cx="333375" cy="333375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FFFFFF"/>
            </a:solidFill>
            <a:prstDash val="solid"/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115239" y="3720765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53025" y="3095625"/>
            <a:ext cx="1885950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8562F"/>
                </a:solidFill>
              </a:rPr>
              <a:t>验证结果</a:t>
            </a: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/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8562F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28463A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28463A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EAF0E8"/>
          </a:solidFill>
          <a:ln w="19050">
            <a:solidFill>
              <a:srgbClr val="28463A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28463A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28463A"/>
          </a:solidFill>
          <a:ln w="19943">
            <a:solidFill>
              <a:srgbClr val="28463A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28463A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28463A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28463A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28463A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28463A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8562F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