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28463A"/>
            </a:solidFill>
            <a:ln w="19050">
              <a:solidFill>
                <a:srgbClr val="28463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8562F"/>
            </a:solidFill>
            <a:ln w="19050">
              <a:solidFill>
                <a:srgbClr val="A8562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562F"/>
              </a:solidFill>
              <a:ln w="8890">
                <a:solidFill>
                  <a:srgbClr val="A8562F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trendline>
            <c:spPr>
              <a:ln w="19050">
                <a:solidFill>
                  <a:srgbClr val="2846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8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trendline>
            <c:spPr>
              <a:ln w="19050">
                <a:solidFill>
                  <a:srgbClr val="2846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trendline>
            <c:spPr>
              <a:ln w="19050">
                <a:solidFill>
                  <a:srgbClr val="2846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8A9B81"/>
            </a:solidFill>
            <a:ln w="11430">
              <a:solidFill>
                <a:srgbClr val="28463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8A9B81"/>
            </a:solidFill>
            <a:ln w="11430">
              <a:solidFill>
                <a:srgbClr val="28463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AF0E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28463A"/>
            </a:solidFill>
            <a:ln w="19050">
              <a:solidFill>
                <a:srgbClr val="28463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8562F"/>
            </a:solidFill>
            <a:ln w="19050">
              <a:solidFill>
                <a:srgbClr val="A8562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562F"/>
              </a:solidFill>
              <a:ln w="8890">
                <a:solidFill>
                  <a:srgbClr val="A8562F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fc6e8ac78c5545a3" /><Relationship Type="http://schemas.openxmlformats.org/officeDocument/2006/relationships/notesMaster" Target="/ppt/notesMasters/notesMaster1.xml" Id="Rf0bb6a3157794807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1567c83f4b6a4b74" /><Relationship Type="http://schemas.openxmlformats.org/officeDocument/2006/relationships/notesMaster" Target="/ppt/notesMasters/notesMaster1.xml" Id="R0926ce8f21de4b11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b8ecb1a0f4c347b8" /><Relationship Type="http://schemas.openxmlformats.org/officeDocument/2006/relationships/notesMaster" Target="/ppt/notesMasters/notesMaster1.xml" Id="R1f9ddf8ce2e948fd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4cf529f6e1c7487c" /><Relationship Type="http://schemas.openxmlformats.org/officeDocument/2006/relationships/notesMaster" Target="/ppt/notesMasters/notesMaster1.xml" Id="Rf4725e7255104779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1.xml" Id="R68f0df05906a4f2e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.xml" Id="Rd2fd00bda74e4d93" /><Relationship Type="http://schemas.openxmlformats.org/officeDocument/2006/relationships/chart" Target="/ppt/charts/chart2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3.xml" Id="Rece6f4e963464ce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3.xml" Id="Rd3976b09d88d407c" /><Relationship Type="http://schemas.openxmlformats.org/officeDocument/2006/relationships/notesSlide" Target="/ppt/notesSlides/notesSlide4.xml" Id="R731d6414eb1540d5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4.xml" Id="R0f90f39fb5cf47f3" /><Relationship Type="http://schemas.openxmlformats.org/officeDocument/2006/relationships/chart" Target="/ppt/charts/chart5.xml" Id="R5ffc3bee95974730" /><Relationship Type="http://schemas.openxmlformats.org/officeDocument/2006/relationships/chart" Target="/ppt/charts/chart6.xml" Id="R5911ad34a6c7462d" /><Relationship Type="http://schemas.openxmlformats.org/officeDocument/2006/relationships/chart" Target="/ppt/charts/chart7.xml" Id="Rffaaf39a0267400e" /><Relationship Type="http://schemas.openxmlformats.org/officeDocument/2006/relationships/notesSlide" Target="/ppt/notesSlides/notesSlide5.xml" Id="R0674bcd17bcf4ba2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6.xml" Id="R42f6f6e0deef48f7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>
            <a:duotone>
              <a:srgbClr val="28463A"/>
              <a:srgbClr val="FFFFFF"/>
            </a:duotone>
          </a:blip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rPr>
              <a:t>实验进展型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rPr>
              <a:t>森林动物监测</a:t>
            </a:r>
            <a:endParaRPr/>
          </a:p>
          <a:p>
            <a: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rPr>
              <a:t>阶段进展与复测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rPr>
              <a:t>实验进展汇报</a:t>
            </a:r>
            <a:endParaRPr/>
          </a:p>
          <a:p>
            <a: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rPr>
              <a:t>完成状态、问题与下一步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857750"/>
            <a:ext cx="857250" cy="47625"/>
          </a:xfrm>
          <a:prstGeom prst="rect">
            <a:avLst/>
          </a:prstGeom>
          <a:solidFill>
            <a:srgbClr val="A8562F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228600" y="914400"/>
            <a:ext cx="342900" cy="1428750"/>
          </a:xfrm>
          <a:prstGeom prst="roundRect">
            <a:avLst>
              <a:gd name="adj" fmla="val 22222"/>
            </a:avLst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295275" y="1104900"/>
            <a:ext cx="209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228600" y="2571750"/>
            <a:ext cx="342900" cy="1190625"/>
          </a:xfrm>
          <a:prstGeom prst="roundRect">
            <a:avLst>
              <a:gd name="adj" fmla="val 22222"/>
            </a:avLst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295275" y="2762250"/>
            <a:ext cx="20955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228600" y="3962400"/>
            <a:ext cx="342900" cy="2152650"/>
          </a:xfrm>
          <a:prstGeom prst="roundRect">
            <a:avLst>
              <a:gd name="adj" fmla="val 22222"/>
            </a:avLst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295275" y="4152900"/>
            <a:ext cx="2095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899446" y="11455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20794" y="10848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16127" y="1206246"/>
            <a:ext cx="168021" cy="168021"/>
          </a:xfrm>
          <a:prstGeom prst="ellipse">
            <a:avLst/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212152" y="1182910"/>
            <a:ext cx="37338" cy="37338"/>
          </a:xfrm>
          <a:prstGeom prst="ellipse">
            <a:avLst/>
          </a:prstGeom>
          <a:solidFill>
            <a:srgbClr val="28463A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51447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/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1447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20521" y="185699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28463A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249299" y="179260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28463A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244346" y="1921383"/>
            <a:ext cx="178308" cy="178308"/>
          </a:xfrm>
          <a:prstGeom prst="ellipse">
            <a:avLst/>
          </a:prstGeom>
          <a:noFill/>
          <a:ln w="15478">
            <a:solidFill>
              <a:srgbClr val="28463A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452372" y="1896618"/>
            <a:ext cx="39624" cy="39624"/>
          </a:xfrm>
          <a:prstGeom prst="ellipse">
            <a:avLst/>
          </a:prstGeom>
          <a:solidFill>
            <a:srgbClr val="28463A"/>
          </a:solidFill>
          <a:ln w="15478">
            <a:solidFill>
              <a:srgbClr val="28463A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28469" y="178269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28463A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367153" y="189166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28463A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AF0E8"/>
          </a:solidFill>
          <a:ln w="19050">
            <a:solidFill>
              <a:srgbClr val="28463A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50895" y="1861947"/>
            <a:ext cx="108966" cy="108966"/>
          </a:xfrm>
          <a:prstGeom prst="ellipse">
            <a:avLst/>
          </a:prstGeom>
          <a:solidFill>
            <a:srgbClr val="28463A"/>
          </a:solidFill>
          <a:ln w="15478">
            <a:solidFill>
              <a:srgbClr val="28463A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05325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48200" y="103822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22876" y="1061561"/>
            <a:ext cx="322040" cy="289370"/>
          </a:xfrm>
          <a:prstGeom prst="cloud">
            <a:avLst/>
          </a:prstGeom>
          <a:solidFill>
            <a:srgbClr val="748BA4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295900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/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295900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28463A"/>
              <a:srgbClr val="FFFFFF"/>
            </a:duotone>
          </a:blip>
          <a:stretch/>
        </p:blipFill>
        <p:spPr>
          <a:xfrm>
            <a:off x="5741194" y="1657350"/>
            <a:ext cx="957263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8675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AF0E8"/>
          </a:solidFill>
          <a:ln w="19050">
            <a:solidFill>
              <a:srgbClr val="28463A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616315" y="1150239"/>
            <a:ext cx="102680" cy="102680"/>
          </a:xfrm>
          <a:prstGeom prst="ellipse">
            <a:avLst/>
          </a:prstGeom>
          <a:solidFill>
            <a:srgbClr val="28463A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907732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7732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63125" y="1874901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28463A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63125" y="17566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28463A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63125" y="16383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28463A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AF0E8"/>
          </a:solidFill>
          <a:ln w="9525">
            <a:solidFill>
              <a:srgbClr val="8A9B81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25830" y="2843689"/>
            <a:ext cx="291465" cy="270034"/>
          </a:xfrm>
          <a:prstGeom prst="can">
            <a:avLst/>
          </a:prstGeom>
          <a:noFill/>
          <a:ln w="13395">
            <a:solidFill>
              <a:srgbClr val="28463A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3906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/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623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AF0E8"/>
          </a:solidFill>
          <a:ln w="9525">
            <a:solidFill>
              <a:srgbClr val="8A9B81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32371" y="2843689"/>
            <a:ext cx="317183" cy="300038"/>
          </a:xfrm>
          <a:prstGeom prst="roundRect">
            <a:avLst>
              <a:gd name="adj" fmla="val 25397"/>
            </a:avLst>
          </a:prstGeom>
          <a:noFill/>
          <a:ln w="13395">
            <a:solidFill>
              <a:srgbClr val="28463A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783806" y="2972276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783806" y="3062288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873818" y="2972276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873818" y="3062288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63829" y="2972276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63829" y="3062288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100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/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817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AF0E8"/>
          </a:solidFill>
          <a:ln w="9525">
            <a:solidFill>
              <a:srgbClr val="8A9B81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21768" y="28908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8928" y="27836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26091" y="28608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61798" y="30880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8916" y="30837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/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2011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AF0E8"/>
          </a:solidFill>
          <a:ln w="9525">
            <a:solidFill>
              <a:srgbClr val="8A9B81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58313" y="2805113"/>
            <a:ext cx="342900" cy="342900"/>
          </a:xfrm>
          <a:prstGeom prst="ellipse">
            <a:avLst/>
          </a:prstGeom>
          <a:noFill/>
          <a:ln w="13395">
            <a:solidFill>
              <a:srgbClr val="28463A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488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/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14700" y="2981325"/>
            <a:ext cx="247650" cy="0"/>
          </a:xfrm>
          <a:prstGeom prst="straightConnector1">
            <a:avLst/>
          </a:prstGeom>
          <a:ln w="19050">
            <a:solidFill>
              <a:srgbClr val="28463A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4100" y="2981325"/>
            <a:ext cx="247650" cy="0"/>
          </a:xfrm>
          <a:prstGeom prst="straightConnector1">
            <a:avLst/>
          </a:prstGeom>
          <a:ln w="19050">
            <a:solidFill>
              <a:srgbClr val="28463A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53500" y="2981325"/>
            <a:ext cx="247650" cy="0"/>
          </a:xfrm>
          <a:prstGeom prst="straightConnector1">
            <a:avLst/>
          </a:prstGeom>
          <a:ln w="19050">
            <a:solidFill>
              <a:srgbClr val="28463A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29000" y="3457575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650" b="1">
                <a:latin typeface="Noto Sans CJK SC"/>
                <a:ea typeface="Noto Sans CJK SC"/>
                <a:cs typeface="Noto Sans CJK SC"/>
                <a:solidFill>
                  <a:srgbClr val="A8562F"/>
                </a:solidFill>
              </a:rPr>
              <a:t>原始记录</a:t>
            </a:r>
            <a:r>
              <a: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7429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742950" y="4324350"/>
          <a:ext cx="5467350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67300" y="4524375"/>
            <a:ext cx="209550" cy="95"/>
          </a:xfrm>
          <a:prstGeom prst="line">
            <a:avLst/>
          </a:prstGeom>
          <a:noFill/>
          <a:ln w="19050">
            <a:solidFill>
              <a:srgbClr val="28463A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43525" y="44386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67300" y="4752975"/>
            <a:ext cx="209550" cy="95"/>
          </a:xfrm>
          <a:prstGeom prst="line">
            <a:avLst/>
          </a:prstGeom>
          <a:noFill/>
          <a:ln w="19050">
            <a:solidFill>
              <a:srgbClr val="A8562F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43525" y="46672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4925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4198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9850" y="4324350"/>
          <a:ext cx="5467350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694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8562F"/>
                </a:solidFill>
              </a:rPr>
              <a:t>原始记录</a:t>
            </a: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/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AF0E8"/>
          </a:solidFill>
          <a:ln w="19050">
            <a:solidFill>
              <a:srgbClr val="28463A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643890" y="1188339"/>
            <a:ext cx="102680" cy="102680"/>
          </a:xfrm>
          <a:prstGeom prst="ellipse">
            <a:avLst/>
          </a:prstGeom>
          <a:solidFill>
            <a:srgbClr val="28463A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0858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0858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2886075" cy="95250"/>
          </a:xfrm>
          <a:prstGeom prst="rightArrow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395121" y="11836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16469" y="11229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11802" y="1244346"/>
            <a:ext cx="168021" cy="168021"/>
          </a:xfrm>
          <a:prstGeom prst="ellipse">
            <a:avLst/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07827" y="1221010"/>
            <a:ext cx="37338" cy="37338"/>
          </a:xfrm>
          <a:prstGeom prst="ellipse">
            <a:avLst/>
          </a:prstGeom>
          <a:solidFill>
            <a:srgbClr val="28463A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499110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499110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53050" y="1828800"/>
            <a:ext cx="2886075" cy="95250"/>
          </a:xfrm>
          <a:prstGeom prst="rightArrow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51711" y="1132332"/>
            <a:ext cx="303371" cy="364046"/>
          </a:xfrm>
          <a:prstGeom prst="roundRect">
            <a:avLst>
              <a:gd name="adj" fmla="val 25118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31054" y="1099661"/>
            <a:ext cx="140018" cy="7000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963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963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228600" y="2190750"/>
            <a:ext cx="7477125" cy="3876675"/>
          </a:xfrm>
          <a:prstGeom prst="roundRect">
            <a:avLst>
              <a:gd name="adj" fmla="val 196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238125" y="2200275"/>
            <a:ext cx="7458075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02050" y="2287524"/>
            <a:ext cx="69437" cy="115729"/>
          </a:xfrm>
          <a:prstGeom prst="ellipse">
            <a:avLst/>
          </a:prstGeom>
          <a:solidFill>
            <a:srgbClr val="68819C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474059" y="2344103"/>
            <a:ext cx="77153" cy="115729"/>
          </a:xfrm>
          <a:prstGeom prst="ellipse">
            <a:avLst/>
          </a:prstGeom>
          <a:solidFill>
            <a:srgbClr val="9EAEB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6905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361950" y="2686050"/>
          <a:ext cx="7210425" cy="2781300"/>
        </p:xfrm>
        <a:graphic>
          <a:graphicData uri="http://schemas.openxmlformats.org/drawingml/2006/table">
            <a:tbl>
              <a:tblPr/>
              <a:tblGrid>
                <a:gridCol w="1201738"/>
                <a:gridCol w="1201738"/>
                <a:gridCol w="1201738"/>
                <a:gridCol w="1201738"/>
                <a:gridCol w="1201738"/>
                <a:gridCol w="1201738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8562F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A9B81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A9B81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A9B81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8562F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657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96225" y="2190750"/>
            <a:ext cx="4067175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905750" y="22002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8023384" y="2284952"/>
            <a:ext cx="231458" cy="210884"/>
          </a:xfrm>
          <a:prstGeom prst="triangle">
            <a:avLst/>
          </a:prstGeom>
          <a:solidFill>
            <a:srgbClr val="A8562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95393" y="2338959"/>
            <a:ext cx="90011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53425" y="2257425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86725" y="26765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86725" y="30194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96225" y="3686175"/>
            <a:ext cx="4067175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905750" y="36957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43958" y="3811238"/>
            <a:ext cx="190310" cy="180023"/>
          </a:xfrm>
          <a:prstGeom prst="roundRect">
            <a:avLst>
              <a:gd name="adj" fmla="val 42328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74819" y="3888391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74819" y="3942398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28826" y="3888391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28826" y="3942398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82832" y="3888391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82832" y="3942398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53425" y="3752850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77250" y="421005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77250" y="4772025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77250" y="533400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/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2286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2381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360902" y="11069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427768" y="10734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25196" y="1140333"/>
            <a:ext cx="92583" cy="92583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533210" y="1127474"/>
            <a:ext cx="20574" cy="20574"/>
          </a:xfrm>
          <a:prstGeom prst="ellipse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6858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000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25113" y="2158079"/>
            <a:ext cx="483299" cy="342805"/>
          </a:xfrm>
          <a:prstGeom prst="roundRect">
            <a:avLst>
              <a:gd name="adj" fmla="val 22228"/>
            </a:avLst>
          </a:prstGeom>
          <a:noFill/>
          <a:ln w="17562">
            <a:solidFill>
              <a:srgbClr val="28463A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671227" y="2085023"/>
            <a:ext cx="185452" cy="95536"/>
          </a:xfrm>
          <a:prstGeom prst="roundRect">
            <a:avLst>
              <a:gd name="adj" fmla="val 50000"/>
            </a:avLst>
          </a:prstGeom>
          <a:noFill/>
          <a:ln w="17562">
            <a:solidFill>
              <a:srgbClr val="28463A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665607" y="2231136"/>
            <a:ext cx="202311" cy="202311"/>
          </a:xfrm>
          <a:prstGeom prst="ellipse">
            <a:avLst/>
          </a:prstGeom>
          <a:noFill/>
          <a:ln w="17562">
            <a:solidFill>
              <a:srgbClr val="28463A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01637" y="2203037"/>
            <a:ext cx="44958" cy="44958"/>
          </a:xfrm>
          <a:prstGeom prst="ellipse">
            <a:avLst/>
          </a:prstGeom>
          <a:solidFill>
            <a:srgbClr val="28463A"/>
          </a:solidFill>
          <a:ln w="17562">
            <a:solidFill>
              <a:srgbClr val="28463A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09675" y="2276475"/>
            <a:ext cx="514350" cy="152400"/>
          </a:xfrm>
          <a:prstGeom prst="rightArrow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1974342" y="2133791"/>
            <a:ext cx="375666" cy="348044"/>
          </a:xfrm>
          <a:prstGeom prst="can">
            <a:avLst/>
          </a:prstGeom>
          <a:noFill/>
          <a:ln w="17264">
            <a:solidFill>
              <a:srgbClr val="28463A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8415">
            <a:solidFill>
              <a:srgbClr val="28463A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8415">
            <a:solidFill>
              <a:srgbClr val="28463A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342900" y="2695575"/>
          <a:ext cx="3686175" cy="523875"/>
        </p:xfrm>
        <a:graphic>
          <a:graphicData uri="http://schemas.openxmlformats.org/drawingml/2006/table">
            <a:tbl>
              <a:tblPr/>
              <a:tblGrid>
                <a:gridCol w="1228725"/>
                <a:gridCol w="1228725"/>
                <a:gridCol w="1228725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391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486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68831" y="11249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51127" y="106060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51425" y="110690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312849" y="12432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97120" y="124063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963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2105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55318" y="2357438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44878" y="2131219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97779" y="2294096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62048" y="2773680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54854" y="2764631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305925" y="1990725"/>
          <a:ext cx="2514600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110597" y="3048000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808845" y="1857375"/>
            <a:ext cx="100584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391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486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79118" y="3807143"/>
            <a:ext cx="205740" cy="205740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963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2105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410575" y="4905375"/>
            <a:ext cx="685800" cy="685800"/>
          </a:xfrm>
          <a:prstGeom prst="ellipse">
            <a:avLst/>
          </a:prstGeom>
          <a:noFill/>
          <a:ln w="26789">
            <a:solidFill>
              <a:srgbClr val="28463A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67850" y="49530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6012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67850" y="52578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6012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67850" y="55626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6012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2286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2381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389192" y="3812286"/>
            <a:ext cx="167164" cy="200597"/>
          </a:xfrm>
          <a:prstGeom prst="roundRect">
            <a:avLst>
              <a:gd name="adj" fmla="val 45584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432911" y="3794284"/>
            <a:ext cx="77153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000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668655" y="4922520"/>
            <a:ext cx="557213" cy="668655"/>
          </a:xfrm>
          <a:prstGeom prst="roundRect">
            <a:avLst>
              <a:gd name="adj" fmla="val 13675"/>
            </a:avLst>
          </a:prstGeom>
          <a:noFill/>
          <a:ln w="26789">
            <a:solidFill>
              <a:srgbClr val="28463A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14388" y="4862513"/>
            <a:ext cx="257175" cy="1285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6789">
            <a:solidFill>
              <a:srgbClr val="28463A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657350" y="49530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7907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657350" y="52578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7907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657350" y="55626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7907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28463A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4246" y="2010691"/>
            <a:ext cx="286703" cy="203359"/>
          </a:xfrm>
          <a:prstGeom prst="roundRect">
            <a:avLst>
              <a:gd name="adj" fmla="val 37471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0923" y="1967352"/>
            <a:ext cx="110014" cy="56674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7590" y="2054029"/>
            <a:ext cx="120015" cy="120015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607" y="2037361"/>
            <a:ext cx="26670" cy="26670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42285" y="2324539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4D655B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87138" y="3361072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93818" y="3277728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23834" y="3337736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73828" y="3514425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23809" y="3511091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38511" y="365158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71857D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3428" y="4690623"/>
            <a:ext cx="266700" cy="266700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1465" y="5047811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96A49E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03872" y="3370245"/>
            <a:ext cx="216694" cy="260033"/>
          </a:xfrm>
          <a:prstGeom prst="roundRect">
            <a:avLst>
              <a:gd name="adj" fmla="val 35165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60546" y="3346909"/>
            <a:ext cx="100013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15239" y="372076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53025" y="3095625"/>
            <a:ext cx="1885950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8562F"/>
                </a:solidFill>
              </a:rPr>
              <a:t>验证结果</a:t>
            </a: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/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5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28463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8562F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/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/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8562F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/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>
            <a:duotone>
              <a:srgbClr val="28463A"/>
              <a:srgbClr val="FFFFFF"/>
            </a:duotone>
          </a:blip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noFill/>
          <a:ln w="19943">
            <a:solidFill>
              <a:srgbClr val="28463A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noFill/>
          <a:ln w="19943">
            <a:solidFill>
              <a:srgbClr val="28463A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noFill/>
          <a:ln w="19943">
            <a:solidFill>
              <a:srgbClr val="28463A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28463A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EAF0E8"/>
          </a:solidFill>
          <a:ln w="19050">
            <a:solidFill>
              <a:srgbClr val="28463A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28463A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5D7795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28463A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28463A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noFill/>
          <a:ln w="12502">
            <a:solidFill>
              <a:srgbClr val="28463A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502">
            <a:solidFill>
              <a:srgbClr val="28463A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noFill/>
          <a:ln w="12502">
            <a:solidFill>
              <a:srgbClr val="28463A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noFill/>
          <a:ln w="12502">
            <a:solidFill>
              <a:srgbClr val="28463A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28463A"/>
          </a:solidFill>
          <a:ln w="14288">
            <a:noFill/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8562F"/>
          </a:solidFill>
          <a:ln w="14288">
            <a:noFill/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6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