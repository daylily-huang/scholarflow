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  <p:sldId id="262" r:id="researchSlide7"/>
    <p:sldId id="263" r:id="researchSlide8"/>
    <p:sldId id="264" r:id="researchSlide9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Relationship Id="researchSlide7" Type="http://schemas.openxmlformats.org/officeDocument/2006/relationships/slide" Target="/ppt/slides/slide7.xml" /><Relationship Id="researchSlide8" Type="http://schemas.openxmlformats.org/officeDocument/2006/relationships/slide" Target="/ppt/slides/slide8.xml" /><Relationship Id="researchSlide9" Type="http://schemas.openxmlformats.org/officeDocument/2006/relationships/slide" Target="/ppt/slides/slide9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8.xlsx" /></Relationships>
</file>

<file path=ppt/charts/_rels/chart9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9.xlsx" /></Relationships>
</file>

<file path=ppt/charts/_rels/chart10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0.xlsx" /></Relationships>
</file>

<file path=ppt/charts/_rels/chart1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1.xlsx" /></Relationships>
</file>

<file path=ppt/charts/_rels/chart1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2.xlsx" /></Relationships>
</file>

<file path=ppt/charts/_rels/chart1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3.xlsx" /></Relationships>
</file>

<file path=ppt/charts/_rels/chart1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4.xlsx" /></Relationships>
</file>

<file path=ppt/charts/_rels/chart1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5.xlsx" /></Relationships>
</file>

<file path=ppt/charts/_rels/chart1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6.xlsx" /></Relationships>
</file>

<file path=ppt/charts/_rels/chart1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7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36742"/>
            </a:solidFill>
            <a:ln w="19050">
              <a:solidFill>
                <a:srgbClr val="13674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6742"/>
              </a:solidFill>
              <a:ln w="8890">
                <a:solidFill>
                  <a:srgbClr val="136742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BD4F22"/>
            </a:solidFill>
            <a:ln w="19050">
              <a:solidFill>
                <a:srgbClr val="BD4F2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D4F22"/>
              </a:solidFill>
              <a:ln w="8890">
                <a:solidFill>
                  <a:srgbClr val="BD4F2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6742"/>
              </a:solidFill>
              <a:ln w="8890">
                <a:solidFill>
                  <a:srgbClr val="136742"/>
                </a:solidFill>
              </a:ln>
            </c:spPr>
          </c:marker>
          <c:trendline>
            <c:spPr>
              <a:ln w="19050">
                <a:solidFill>
                  <a:srgbClr val="136742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07556B"/>
            </a:solidFill>
            <a:ln w="19050">
              <a:solidFill>
                <a:srgbClr val="07556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07556B"/>
              </a:solidFill>
              <a:ln w="8890">
                <a:solidFill>
                  <a:srgbClr val="07556B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B77B08"/>
            </a:solidFill>
            <a:ln w="19050">
              <a:solidFill>
                <a:srgbClr val="B77B08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77B08"/>
              </a:solidFill>
              <a:ln w="8890">
                <a:solidFill>
                  <a:srgbClr val="B77B08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07556B"/>
              </a:solidFill>
              <a:ln w="8890">
                <a:solidFill>
                  <a:srgbClr val="07556B"/>
                </a:solidFill>
              </a:ln>
            </c:spPr>
          </c:marker>
          <c:trendline>
            <c:spPr>
              <a:ln w="19050">
                <a:solidFill>
                  <a:srgbClr val="07556B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8F2445"/>
            </a:solidFill>
            <a:ln w="19050">
              <a:solidFill>
                <a:srgbClr val="8F244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8F2445"/>
              </a:solidFill>
              <a:ln w="8890">
                <a:solidFill>
                  <a:srgbClr val="8F2445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AB7210"/>
            </a:solidFill>
            <a:ln w="19050">
              <a:solidFill>
                <a:srgbClr val="AB721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B7210"/>
              </a:solidFill>
              <a:ln w="8890">
                <a:solidFill>
                  <a:srgbClr val="AB7210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8F2445"/>
              </a:solidFill>
              <a:ln w="8890">
                <a:solidFill>
                  <a:srgbClr val="8F2445"/>
                </a:solidFill>
              </a:ln>
            </c:spPr>
          </c:marker>
          <c:trendline>
            <c:spPr>
              <a:ln w="19050">
                <a:solidFill>
                  <a:srgbClr val="8F2445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4D319F"/>
            </a:solidFill>
            <a:ln w="19050">
              <a:solidFill>
                <a:srgbClr val="4D319F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4D319F"/>
              </a:solidFill>
              <a:ln w="8890">
                <a:solidFill>
                  <a:srgbClr val="4D319F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A87D05"/>
            </a:solidFill>
            <a:ln w="19050">
              <a:solidFill>
                <a:srgbClr val="A87D0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87D05"/>
              </a:solidFill>
              <a:ln w="8890">
                <a:solidFill>
                  <a:srgbClr val="A87D05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4D319F"/>
              </a:solidFill>
              <a:ln w="8890">
                <a:solidFill>
                  <a:srgbClr val="4D319F"/>
                </a:solidFill>
              </a:ln>
            </c:spPr>
          </c:marker>
          <c:trendline>
            <c:spPr>
              <a:ln w="19050">
                <a:solidFill>
                  <a:srgbClr val="4D319F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087F9A"/>
            </a:solidFill>
            <a:ln w="19050">
              <a:solidFill>
                <a:srgbClr val="087F9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CB4442"/>
            </a:solidFill>
            <a:ln w="19050">
              <a:solidFill>
                <a:srgbClr val="CB444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B4442"/>
              </a:solidFill>
              <a:ln w="8890">
                <a:solidFill>
                  <a:srgbClr val="CB444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trendline>
            <c:spPr>
              <a:ln w="19050">
                <a:solidFill>
                  <a:srgbClr val="087F9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DF5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2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6742"/>
              </a:solidFill>
              <a:ln w="8890">
                <a:solidFill>
                  <a:srgbClr val="136742"/>
                </a:solidFill>
              </a:ln>
            </c:spPr>
          </c:marker>
          <c:trendline>
            <c:spPr>
              <a:ln w="19050">
                <a:solidFill>
                  <a:srgbClr val="136742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9a7bfe174d0e4ccf" /><Relationship Type="http://schemas.openxmlformats.org/officeDocument/2006/relationships/notesMaster" Target="/ppt/notesMasters/notesMaster1.xml" Id="R0c5b9a79d98d42e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9a7bfe174d0e4ccf" /><Relationship Type="http://schemas.openxmlformats.org/officeDocument/2006/relationships/notesMaster" Target="/ppt/notesMasters/notesMaster1.xml" Id="R0c5b9a79d98d42ed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9a7bfe174d0e4ccf" /><Relationship Type="http://schemas.openxmlformats.org/officeDocument/2006/relationships/notesMaster" Target="/ppt/notesMasters/notesMaster1.xml" Id="R0c5b9a79d98d42ed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9a7bfe174d0e4ccf" /><Relationship Type="http://schemas.openxmlformats.org/officeDocument/2006/relationships/notesMaster" Target="/ppt/notesMasters/notesMaster1.xml" Id="R0c5b9a79d98d42ed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9a7bfe174d0e4ccf" /><Relationship Type="http://schemas.openxmlformats.org/officeDocument/2006/relationships/notesMaster" Target="/ppt/notesMasters/notesMaster1.xml" Id="R0c5b9a79d98d42ed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4cf529f6e1c7487c" /><Relationship Type="http://schemas.openxmlformats.org/officeDocument/2006/relationships/notesMaster" Target="/ppt/notesMasters/notesMaster1.xml" Id="Rf4725e7255104779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b8ecb1a0f4c347b8" /><Relationship Type="http://schemas.openxmlformats.org/officeDocument/2006/relationships/notesMaster" Target="/ppt/notesMasters/notesMaster1.xml" Id="R1f9ddf8ce2e948fd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1567c83f4b6a4b74" /><Relationship Type="http://schemas.openxmlformats.org/officeDocument/2006/relationships/notesMaster" Target="/ppt/notesMasters/notesMaster1.xml" Id="R0926ce8f21de4b1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P3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P4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L1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P4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1.xml" Id="Rd2fd00bda74e4d93" /><Relationship Type="http://schemas.openxmlformats.org/officeDocument/2006/relationships/chart" Target="/ppt/charts/chart2.xml" Id="Re728cd7a426649f7" /><Relationship Type="http://schemas.openxmlformats.org/officeDocument/2006/relationships/notesSlide" Target="/ppt/notesSlides/notesSlide1.xml" Id="R4c85476b41b04e9a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3.xml" Id="Rd2fd00bda74e4d93" /><Relationship Type="http://schemas.openxmlformats.org/officeDocument/2006/relationships/chart" Target="/ppt/charts/chart4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5.xml" Id="Rd2fd00bda74e4d93" /><Relationship Type="http://schemas.openxmlformats.org/officeDocument/2006/relationships/chart" Target="/ppt/charts/chart6.xml" Id="Re728cd7a426649f7" /><Relationship Type="http://schemas.openxmlformats.org/officeDocument/2006/relationships/notesSlide" Target="/ppt/notesSlides/notesSlide3.xml" Id="R4c85476b41b04e9a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7.xml" Id="Rd2fd00bda74e4d93" /><Relationship Type="http://schemas.openxmlformats.org/officeDocument/2006/relationships/chart" Target="/ppt/charts/chart8.xml" Id="Re728cd7a426649f7" /><Relationship Type="http://schemas.openxmlformats.org/officeDocument/2006/relationships/notesSlide" Target="/ppt/notesSlides/notesSlide4.xml" Id="R4c85476b41b04e9a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9.xml" Id="Rd2fd00bda74e4d93" /><Relationship Type="http://schemas.openxmlformats.org/officeDocument/2006/relationships/chart" Target="/ppt/charts/chart10.xml" Id="Re728cd7a426649f7" /><Relationship Type="http://schemas.openxmlformats.org/officeDocument/2006/relationships/notesSlide" Target="/ppt/notesSlides/notesSlide5.xml" Id="R4c85476b41b04e9a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11.xml" Id="Rd2fd00bda74e4d93" /><Relationship Type="http://schemas.openxmlformats.org/officeDocument/2006/relationships/chart" Target="/ppt/charts/chart12.xml" Id="Re728cd7a426649f7" /><Relationship Type="http://schemas.openxmlformats.org/officeDocument/2006/relationships/notesSlide" Target="/ppt/notesSlides/notesSlide6.xml" Id="R4c85476b41b04e9a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13.xml" Id="R0f90f39fb5cf47f3" /><Relationship Type="http://schemas.openxmlformats.org/officeDocument/2006/relationships/chart" Target="/ppt/charts/chart14.xml" Id="R5ffc3bee95974730" /><Relationship Type="http://schemas.openxmlformats.org/officeDocument/2006/relationships/chart" Target="/ppt/charts/chart15.xml" Id="R5911ad34a6c7462d" /><Relationship Type="http://schemas.openxmlformats.org/officeDocument/2006/relationships/chart" Target="/ppt/charts/chart16.xml" Id="Rffaaf39a0267400e" /><Relationship Type="http://schemas.openxmlformats.org/officeDocument/2006/relationships/notesSlide" Target="/ppt/notesSlides/notesSlide7.xml" Id="R0674bcd17bcf4ba2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charts/chart17.xml" Id="Rd3976b09d88d407c" /><Relationship Type="http://schemas.openxmlformats.org/officeDocument/2006/relationships/notesSlide" Target="/ppt/notesSlides/notesSlide8.xml" Id="R731d6414eb1540d5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9.xml" Id="Rece6f4e963464ce2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厚实实底｜蓝白朱红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1359A0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B82D32"/>
                </a:solidFill>
              </a:rPr>
              <a:t>原始记录</a:t>
            </a: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厚实实底｜松绿米白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6742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136742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6742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6742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6742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136742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136742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136742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BD4F22"/>
                </a:solidFill>
              </a:rPr>
              <a:t>原始记录</a:t>
            </a:r>
            <a:r>
              <a:rPr sz="187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136742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BD4F2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厚实实底｜石墨青金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07556B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07556B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07556B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07556B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07556B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07556B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07556B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07556B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7556B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7556B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7556B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7556B"/>
          </a:solidFill>
          <a:ln w="14288" cap="rnd">
            <a:solidFill>
              <a:srgbClr val="07556B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7556B"/>
          </a:solidFill>
          <a:ln w="14288" cap="rnd">
            <a:solidFill>
              <a:srgbClr val="07556B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07556B"/>
          </a:solidFill>
          <a:ln w="20002" cap="rnd">
            <a:solidFill>
              <a:srgbClr val="07556B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7556B"/>
          </a:solidFill>
          <a:ln w="14288" cap="rnd">
            <a:solidFill>
              <a:srgbClr val="07556B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7556B"/>
          </a:solidFill>
          <a:ln w="14288" cap="rnd">
            <a:solidFill>
              <a:srgbClr val="07556B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07556B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07556B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07556B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07556B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B77B08"/>
                </a:solidFill>
              </a:rPr>
              <a:t>原始记录</a:t>
            </a:r>
            <a:r>
              <a:rPr sz="1875" b="1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07556B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B77B08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07556B"/>
          </a:solidFill>
          <a:ln w="14288" cap="rnd">
            <a:solidFill>
              <a:srgbClr val="07556B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498AD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4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厚实实底｜酒红灰蓝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8F2445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8F2445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8F2445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8F2445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8F2445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8F2445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8F2445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8F2445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8F2445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8F2445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8F2445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8F2445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8F2445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8F2445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AB7210"/>
                </a:solidFill>
              </a:rPr>
              <a:t>原始记录</a:t>
            </a:r>
            <a:r>
              <a:rPr sz="1875" b="1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8F2445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AB7210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5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厚实实底｜靛紫芥黄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4D319F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4D319F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4D319F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4D319F"/>
          </a:solidFill>
          <a:ln w="20002" cap="rnd">
            <a:solidFill>
              <a:srgbClr val="4D319F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4D319F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A87D05"/>
                </a:solidFill>
              </a:rPr>
              <a:t>原始记录</a:t>
            </a:r>
            <a:r>
              <a:rPr sz="187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4D319F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A87D05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4D319F"/>
          </a:solidFill>
          <a:ln w="14288" cap="rnd">
            <a:solidFill>
              <a:srgbClr val="4D319F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6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厚实实底｜湖蓝珊瑚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087F9A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087F9A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087F9A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087F9A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087F9A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87F9A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87F9A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087F9A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87F9A"/>
          </a:solidFill>
          <a:ln w="14288" cap="rnd">
            <a:solidFill>
              <a:srgbClr val="087F9A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87F9A"/>
          </a:solidFill>
          <a:ln w="14288" cap="rnd">
            <a:solidFill>
              <a:srgbClr val="087F9A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087F9A"/>
          </a:solidFill>
          <a:ln w="20002" cap="rnd">
            <a:solidFill>
              <a:srgbClr val="087F9A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87F9A"/>
          </a:solidFill>
          <a:ln w="14288" cap="rnd">
            <a:solidFill>
              <a:srgbClr val="087F9A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087F9A"/>
          </a:solidFill>
          <a:ln w="14288" cap="rnd">
            <a:solidFill>
              <a:srgbClr val="087F9A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087F9A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087F9A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087F9A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087F9A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CB4442"/>
                </a:solidFill>
              </a:rPr>
              <a:t>原始记录</a:t>
            </a:r>
            <a:r>
              <a:rPr sz="1875" b="1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087F9A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CB444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087F9A"/>
          </a:solidFill>
          <a:ln w="14288" cap="rnd">
            <a:solidFill>
              <a:srgbClr val="087F9A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7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8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研究框架｜监测与分析的反馈循环</a:t>
            </a:r>
            <a:endParaRPr/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6742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304800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314201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5" name="icon-camera-5">
            <a:extLst>
              <a:ext uri="{FF2B5EF4-FFF2-40B4-BE49-F238E27FC236}">
                <ns2:creationId id="{E40AF063-6431-4FEC-BC6B-4DB36C680517}"/>
              </a:ext>
            </a:extLst>
          </p:cNvPr>
          <p:cNvSpPr>
            <a:spLocks noGrp="1"/>
          </p:cNvSpPr>
          <p:nvPr/>
        </p:nvSpPr>
        <p:spPr>
          <a:xfrm>
            <a:off x="435384" y="1106900"/>
            <a:ext cx="218299" cy="156877"/>
          </a:xfrm>
          <a:prstGeom prst="roundRect">
            <a:avLst>
              <a:gd name="adj" fmla="val 48573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" name="icon-camera-6">
            <a:extLst>
              <a:ext uri="{FF2B5EF4-FFF2-40B4-BE49-F238E27FC236}">
                <ns2:creationId id="{B9579A72-2C7A-4551-A555-267725AC0AE5}"/>
              </a:ext>
            </a:extLst>
          </p:cNvPr>
          <p:cNvSpPr>
            <a:spLocks noGrp="1"/>
          </p:cNvSpPr>
          <p:nvPr/>
        </p:nvSpPr>
        <p:spPr>
          <a:xfrm>
            <a:off x="501381" y="1073468"/>
            <a:ext cx="83766" cy="43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" name="icon-camera-7">
            <a:extLst>
              <a:ext uri="{FF2B5EF4-FFF2-40B4-BE49-F238E27FC236}">
                <ns2:creationId id="{A17AB117-BAF2-40BB-A7CE-00104A6F0D05}"/>
              </a:ext>
            </a:extLst>
          </p:cNvPr>
          <p:cNvSpPr>
            <a:spLocks noGrp="1"/>
          </p:cNvSpPr>
          <p:nvPr/>
        </p:nvSpPr>
        <p:spPr>
          <a:xfrm>
            <a:off x="498843" y="1140333"/>
            <a:ext cx="91381" cy="92583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8" name="icon-camera-8">
            <a:extLst>
              <a:ext uri="{FF2B5EF4-FFF2-40B4-BE49-F238E27FC236}">
                <ns2:creationId id="{A6BC5B62-FD5D-44C4-9321-75B5A9CC7D36}"/>
              </a:ext>
            </a:extLst>
          </p:cNvPr>
          <p:cNvSpPr>
            <a:spLocks noGrp="1"/>
          </p:cNvSpPr>
          <p:nvPr/>
        </p:nvSpPr>
        <p:spPr>
          <a:xfrm>
            <a:off x="605454" y="1127474"/>
            <a:ext cx="20307" cy="20574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756062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74023" y="1457325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整合相机与样点记录，</a:t>
            </a:r>
            <a:br/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保留来源与时间</a:t>
            </a:r>
            <a:endParaRPr/>
          </a:p>
        </p:txBody>
      </p:sp>
      <p:sp>
        <p:nvSpPr>
          <p:cNvPr id="11" name="icon-camera-11">
            <a:extLst>
              <a:ext uri="{FF2B5EF4-FFF2-40B4-BE49-F238E27FC236}">
                <ns2:creationId id="{B4CFC10A-676D-4EA4-BDFC-72313CA01D37}"/>
              </a:ext>
            </a:extLst>
          </p:cNvPr>
          <p:cNvSpPr>
            <a:spLocks noGrp="1"/>
          </p:cNvSpPr>
          <p:nvPr/>
        </p:nvSpPr>
        <p:spPr>
          <a:xfrm>
            <a:off x="597462" y="2158079"/>
            <a:ext cx="477022" cy="342805"/>
          </a:xfrm>
          <a:prstGeom prst="roundRect">
            <a:avLst>
              <a:gd name="adj" fmla="val 22228"/>
            </a:avLst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2" name="icon-camera-12">
            <a:extLst>
              <a:ext uri="{FF2B5EF4-FFF2-40B4-BE49-F238E27FC236}">
                <ns2:creationId id="{0DC8BEA0-6028-43D6-9614-A925E3A5D607}"/>
              </a:ext>
            </a:extLst>
          </p:cNvPr>
          <p:cNvSpPr>
            <a:spLocks noGrp="1"/>
          </p:cNvSpPr>
          <p:nvPr/>
        </p:nvSpPr>
        <p:spPr>
          <a:xfrm>
            <a:off x="741679" y="2085023"/>
            <a:ext cx="183044" cy="95536"/>
          </a:xfrm>
          <a:prstGeom prst="roundRect">
            <a:avLst>
              <a:gd name="adj" fmla="val 50000"/>
            </a:avLst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3" name="icon-camera-13">
            <a:extLst>
              <a:ext uri="{FF2B5EF4-FFF2-40B4-BE49-F238E27FC236}">
                <ns2:creationId id="{40D718F7-4E4A-47D8-AA63-8C9A5F83B099}"/>
              </a:ext>
            </a:extLst>
          </p:cNvPr>
          <p:cNvSpPr>
            <a:spLocks noGrp="1"/>
          </p:cNvSpPr>
          <p:nvPr/>
        </p:nvSpPr>
        <p:spPr>
          <a:xfrm>
            <a:off x="736132" y="2231136"/>
            <a:ext cx="199684" cy="202311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4" name="icon-camera-14">
            <a:extLst>
              <a:ext uri="{FF2B5EF4-FFF2-40B4-BE49-F238E27FC236}">
                <ns2:creationId id="{764A2D40-7351-4B56-970D-7B8C50A87175}"/>
              </a:ext>
            </a:extLst>
          </p:cNvPr>
          <p:cNvSpPr>
            <a:spLocks noGrp="1"/>
          </p:cNvSpPr>
          <p:nvPr/>
        </p:nvSpPr>
        <p:spPr>
          <a:xfrm>
            <a:off x="969096" y="2203037"/>
            <a:ext cx="44374" cy="4495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5" name="arrow-15">
            <a:extLst>
              <a:ext uri="{FF2B5EF4-FFF2-40B4-BE49-F238E27FC236}">
                <ns2:creationId id="{3B41100B-3731-4E96-8C0E-5FE056927839}"/>
              </a:ext>
            </a:extLst>
          </p:cNvPr>
          <p:cNvSpPr>
            <a:spLocks noGrp="1"/>
          </p:cNvSpPr>
          <p:nvPr/>
        </p:nvSpPr>
        <p:spPr>
          <a:xfrm>
            <a:off x="1273134" y="2276475"/>
            <a:ext cx="507670" cy="152400"/>
          </a:xfrm>
          <a:prstGeom prst="rightArrow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16" name="icon-database-16">
            <a:extLst>
              <a:ext uri="{FF2B5EF4-FFF2-40B4-BE49-F238E27FC236}">
                <ns2:creationId id="{BFB9EF2D-09EA-4146-899E-7CFF18723CBD}"/>
              </a:ext>
            </a:extLst>
          </p:cNvPr>
          <p:cNvSpPr>
            <a:spLocks noGrp="1"/>
          </p:cNvSpPr>
          <p:nvPr/>
        </p:nvSpPr>
        <p:spPr>
          <a:xfrm>
            <a:off x="2027870" y="2133791"/>
            <a:ext cx="370787" cy="348044"/>
          </a:xfrm>
          <a:prstGeom prst="can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7" name="vector-17">
            <a:extLst>
              <a:ext uri="{FF2B5EF4-FFF2-40B4-BE49-F238E27FC236}">
                <ns2:creationId id="{5D338C03-29A4-4ABC-9597-A47E375EB639}"/>
              </a:ext>
            </a:extLst>
          </p:cNvPr>
          <p:cNvSpPr>
            <a:spLocks noGrp="1"/>
          </p:cNvSpPr>
          <p:nvPr/>
        </p:nvSpPr>
        <p:spPr>
          <a:xfrm>
            <a:off x="1940626" y="2028825"/>
            <a:ext cx="545275" cy="5524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8" name="vector-18">
            <a:extLst>
              <a:ext uri="{FF2B5EF4-FFF2-40B4-BE49-F238E27FC236}">
                <ns2:creationId id="{4A0F57E7-19A9-4201-A233-CB98E2D269BB}"/>
              </a:ext>
            </a:extLst>
          </p:cNvPr>
          <p:cNvSpPr>
            <a:spLocks noGrp="1"/>
          </p:cNvSpPr>
          <p:nvPr/>
        </p:nvSpPr>
        <p:spPr>
          <a:xfrm>
            <a:off x="1940626" y="2028825"/>
            <a:ext cx="545275" cy="5524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417616" y="2695575"/>
          <a:ext cx="3638303" cy="523875"/>
        </p:xfrm>
        <a:graphic>
          <a:graphicData uri="http://schemas.openxmlformats.org/drawingml/2006/table">
            <a:tbl>
              <a:tblPr/>
              <a:tblGrid>
                <a:gridCol w="1212768"/>
                <a:gridCol w="1212768"/>
                <a:gridCol w="1212768"/>
              </a:tblGrid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</a:tr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相机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物种与位置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13865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23266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22" name="vector-21">
            <a:extLst>
              <a:ext uri="{FF2B5EF4-FFF2-40B4-BE49-F238E27FC236}">
                <ns2:creationId id="{31F6CEEE-7617-45A0-A601-663E1092A943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3" name="vector-22">
            <a:extLst>
              <a:ext uri="{FF2B5EF4-FFF2-40B4-BE49-F238E27FC236}">
                <ns2:creationId id="{1EE5B244-D419-4F32-AE03-D0DA63CA2E0D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4" name="vector-23">
            <a:extLst>
              <a:ext uri="{FF2B5EF4-FFF2-40B4-BE49-F238E27FC236}">
                <ns2:creationId id="{529956F8-0108-4435-A1CD-1A15888FED37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5" name="vector-24">
            <a:extLst>
              <a:ext uri="{FF2B5EF4-FFF2-40B4-BE49-F238E27FC236}">
                <ns2:creationId id="{82CBF375-0878-48DA-A369-5F170632B692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6" name="vector-25">
            <a:extLst>
              <a:ext uri="{FF2B5EF4-FFF2-40B4-BE49-F238E27FC236}">
                <ns2:creationId id="{6C1C4267-951D-44AE-BAE3-78A31CEE8170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26">
            <a:extLst>
              <a:ext uri="{FF2B5EF4-FFF2-40B4-BE49-F238E27FC236}">
                <ns2:creationId id="{55497356-0670-44DD-9E65-5B5EA93963C8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vector-27">
            <a:extLst>
              <a:ext uri="{FF2B5EF4-FFF2-40B4-BE49-F238E27FC236}">
                <ns2:creationId id="{30CBC7AE-F2BC-45AE-A8F1-434D6B87B845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icon-network-28">
            <a:extLst>
              <a:ext uri="{FF2B5EF4-FFF2-40B4-BE49-F238E27FC236}">
                <ns2:creationId id="{6E12A5F9-7284-4DA1-912C-B60CF8102E96}"/>
              </a:ext>
            </a:extLst>
          </p:cNvPr>
          <p:cNvSpPr>
            <a:spLocks noGrp="1"/>
          </p:cNvSpPr>
          <p:nvPr/>
        </p:nvSpPr>
        <p:spPr>
          <a:xfrm>
            <a:off x="8141911" y="1124903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0" name="icon-network-29">
            <a:extLst>
              <a:ext uri="{FF2B5EF4-FFF2-40B4-BE49-F238E27FC236}">
                <ns2:creationId id="{ED9C9AFF-10A2-4293-B818-6C3A681D8732}"/>
              </a:ext>
            </a:extLst>
          </p:cNvPr>
          <p:cNvSpPr>
            <a:spLocks noGrp="1"/>
          </p:cNvSpPr>
          <p:nvPr/>
        </p:nvSpPr>
        <p:spPr>
          <a:xfrm>
            <a:off x="8223138" y="1060609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network-30">
            <a:extLst>
              <a:ext uri="{FF2B5EF4-FFF2-40B4-BE49-F238E27FC236}">
                <ns2:creationId id="{BB68628D-CB1A-49D1-9CEE-8D4327A163D6}"/>
              </a:ext>
            </a:extLst>
          </p:cNvPr>
          <p:cNvSpPr>
            <a:spLocks noGrp="1"/>
          </p:cNvSpPr>
          <p:nvPr/>
        </p:nvSpPr>
        <p:spPr>
          <a:xfrm>
            <a:off x="8322134" y="1106900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icon-network-31">
            <a:extLst>
              <a:ext uri="{FF2B5EF4-FFF2-40B4-BE49-F238E27FC236}">
                <ns2:creationId id="{0A7660EF-6D1D-48DF-A360-DBDC86A865A9}"/>
              </a:ext>
            </a:extLst>
          </p:cNvPr>
          <p:cNvSpPr>
            <a:spLocks noGrp="1"/>
          </p:cNvSpPr>
          <p:nvPr/>
        </p:nvSpPr>
        <p:spPr>
          <a:xfrm>
            <a:off x="8284059" y="1243203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3" name="icon-network-32">
            <a:extLst>
              <a:ext uri="{FF2B5EF4-FFF2-40B4-BE49-F238E27FC236}">
                <ns2:creationId id="{B8D0BDCC-2BCF-414A-8A83-757C6EEBF67C}"/>
              </a:ext>
            </a:extLst>
          </p:cNvPr>
          <p:cNvSpPr>
            <a:spLocks noGrp="1"/>
          </p:cNvSpPr>
          <p:nvPr/>
        </p:nvSpPr>
        <p:spPr>
          <a:xfrm>
            <a:off x="8169833" y="1240631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65127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183088" y="1457325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定义响应与解释变量，比较候选模型</a:t>
            </a:r>
            <a:endParaRPr/>
          </a:p>
        </p:txBody>
      </p:sp>
      <p:sp>
        <p:nvSpPr>
          <p:cNvPr id="36" name="vector-35">
            <a:extLst>
              <a:ext uri="{FF2B5EF4-FFF2-40B4-BE49-F238E27FC236}">
                <ns2:creationId id="{1CFEA93C-1648-41BE-BD34-F4C1EA09DACC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37" name="vector-36">
            <a:extLst>
              <a:ext uri="{FF2B5EF4-FFF2-40B4-BE49-F238E27FC236}">
                <ns2:creationId id="{9F8971EB-A853-4691-BEA7-6DA50CFC1DED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38" name="vector-37">
            <a:extLst>
              <a:ext uri="{FF2B5EF4-FFF2-40B4-BE49-F238E27FC236}">
                <ns2:creationId id="{91D432D5-C176-4A4F-B49F-74BB0C137DD3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39" name="vector-38">
            <a:extLst>
              <a:ext uri="{FF2B5EF4-FFF2-40B4-BE49-F238E27FC236}">
                <ns2:creationId id="{F19E1B0B-46EE-42C3-8F02-67527C150065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40" name="vector-39">
            <a:extLst>
              <a:ext uri="{FF2B5EF4-FFF2-40B4-BE49-F238E27FC236}">
                <ns2:creationId id="{47BF0708-F817-496D-AC8B-6ED6ED8F6709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41" name="vector-40">
            <a:extLst>
              <a:ext uri="{FF2B5EF4-FFF2-40B4-BE49-F238E27FC236}">
                <ns2:creationId id="{E6B4D16F-AE32-43B8-841C-990F3C9A2364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42" name="vector-41">
            <a:extLst>
              <a:ext uri="{FF2B5EF4-FFF2-40B4-BE49-F238E27FC236}">
                <ns2:creationId id="{E94242AE-84AB-41B6-8409-0B52A7F8A08E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43" name="icon-network-42">
            <a:extLst>
              <a:ext uri="{FF2B5EF4-FFF2-40B4-BE49-F238E27FC236}">
                <ns2:creationId id="{8D0A1C92-7920-4457-8590-B9DA5EC15556}"/>
              </a:ext>
            </a:extLst>
          </p:cNvPr>
          <p:cNvSpPr>
            <a:spLocks noGrp="1"/>
          </p:cNvSpPr>
          <p:nvPr/>
        </p:nvSpPr>
        <p:spPr>
          <a:xfrm>
            <a:off x="8227275" y="2357438"/>
            <a:ext cx="125038" cy="126683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44" name="icon-network-43">
            <a:extLst>
              <a:ext uri="{FF2B5EF4-FFF2-40B4-BE49-F238E27FC236}">
                <ns2:creationId id="{431E3371-028A-4420-8650-A0CF2BF3DE5E}"/>
              </a:ext>
            </a:extLst>
          </p:cNvPr>
          <p:cNvSpPr>
            <a:spLocks noGrp="1"/>
          </p:cNvSpPr>
          <p:nvPr/>
        </p:nvSpPr>
        <p:spPr>
          <a:xfrm>
            <a:off x="8513074" y="2131219"/>
            <a:ext cx="125038" cy="126683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45" name="icon-network-44">
            <a:extLst>
              <a:ext uri="{FF2B5EF4-FFF2-40B4-BE49-F238E27FC236}">
                <ns2:creationId id="{59137A1D-84FD-4813-B749-B6B6386392BB}"/>
              </a:ext>
            </a:extLst>
          </p:cNvPr>
          <p:cNvSpPr>
            <a:spLocks noGrp="1"/>
          </p:cNvSpPr>
          <p:nvPr/>
        </p:nvSpPr>
        <p:spPr>
          <a:xfrm>
            <a:off x="8861392" y="2294096"/>
            <a:ext cx="125038" cy="126683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46" name="icon-network-45">
            <a:extLst>
              <a:ext uri="{FF2B5EF4-FFF2-40B4-BE49-F238E27FC236}">
                <ns2:creationId id="{821B0214-3B3F-4347-8171-AD83496D7DE8}"/>
              </a:ext>
            </a:extLst>
          </p:cNvPr>
          <p:cNvSpPr>
            <a:spLocks noGrp="1"/>
          </p:cNvSpPr>
          <p:nvPr/>
        </p:nvSpPr>
        <p:spPr>
          <a:xfrm>
            <a:off x="8727424" y="2773680"/>
            <a:ext cx="125038" cy="126683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47" name="icon-network-46">
            <a:extLst>
              <a:ext uri="{FF2B5EF4-FFF2-40B4-BE49-F238E27FC236}">
                <ns2:creationId id="{BE73A308-2A44-4D21-9321-97105C3B1ACE}"/>
              </a:ext>
            </a:extLst>
          </p:cNvPr>
          <p:cNvSpPr>
            <a:spLocks noGrp="1"/>
          </p:cNvSpPr>
          <p:nvPr/>
        </p:nvSpPr>
        <p:spPr>
          <a:xfrm>
            <a:off x="8325518" y="2764631"/>
            <a:ext cx="125038" cy="126683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9264238" y="1990725"/>
          <a:ext cx="2481943" cy="1247775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10058459" y="3048000"/>
            <a:ext cx="124097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9760626" y="1857375"/>
            <a:ext cx="992777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观测值</a:t>
            </a:r>
            <a:endParaRPr/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13865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23266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53" name="icon-check-51">
            <a:extLst>
              <a:ext uri="{FF2B5EF4-FFF2-40B4-BE49-F238E27FC236}">
                <ns2:creationId id="{F6422369-E765-4727-9A49-9864E4885CEC}"/>
              </a:ext>
            </a:extLst>
          </p:cNvPr>
          <p:cNvSpPr>
            <a:spLocks noGrp="1"/>
          </p:cNvSpPr>
          <p:nvPr/>
        </p:nvSpPr>
        <p:spPr>
          <a:xfrm>
            <a:off x="8152065" y="3807143"/>
            <a:ext cx="203068" cy="20574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52">
            <a:extLst>
              <a:ext uri="{FF2B5EF4-FFF2-40B4-BE49-F238E27FC236}">
                <ns2:creationId id="{3BE24C2F-A6FA-418D-8755-FDAF485CD818}"/>
              </a:ext>
            </a:extLst>
          </p:cNvPr>
          <p:cNvSpPr>
            <a:spLocks noGrp="1"/>
          </p:cNvSpPr>
          <p:nvPr/>
        </p:nvSpPr>
        <p:spPr>
          <a:xfrm>
            <a:off x="8126681" y="3781425"/>
            <a:ext cx="25383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55" name="vector-53">
            <a:extLst>
              <a:ext uri="{FF2B5EF4-FFF2-40B4-BE49-F238E27FC236}">
                <ns2:creationId id="{4388A000-9E65-45A6-BBF8-743DCC964A3E}"/>
              </a:ext>
            </a:extLst>
          </p:cNvPr>
          <p:cNvSpPr>
            <a:spLocks noGrp="1"/>
          </p:cNvSpPr>
          <p:nvPr/>
        </p:nvSpPr>
        <p:spPr>
          <a:xfrm>
            <a:off x="8126681" y="3781425"/>
            <a:ext cx="25383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65127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183088" y="4191000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开展独立复测，核对预测与现场记录</a:t>
            </a:r>
            <a:endParaRPr/>
          </a:p>
        </p:txBody>
      </p:sp>
      <p:sp>
        <p:nvSpPr>
          <p:cNvPr id="58" name="icon-check-56">
            <a:extLst>
              <a:ext uri="{FF2B5EF4-FFF2-40B4-BE49-F238E27FC236}">
                <ns2:creationId id="{3C7D2087-2EA3-4DCB-BC19-F38E77920FBD}"/>
              </a:ext>
            </a:extLst>
          </p:cNvPr>
          <p:cNvSpPr>
            <a:spLocks noGrp="1"/>
          </p:cNvSpPr>
          <p:nvPr/>
        </p:nvSpPr>
        <p:spPr>
          <a:xfrm>
            <a:off x="8380516" y="4905375"/>
            <a:ext cx="676894" cy="685800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59" name="vector-57">
            <a:extLst>
              <a:ext uri="{FF2B5EF4-FFF2-40B4-BE49-F238E27FC236}">
                <ns2:creationId id="{F82D5B1E-D38E-4E9C-8726-7158D525896C}"/>
              </a:ext>
            </a:extLst>
          </p:cNvPr>
          <p:cNvSpPr>
            <a:spLocks noGrp="1"/>
          </p:cNvSpPr>
          <p:nvPr/>
        </p:nvSpPr>
        <p:spPr>
          <a:xfrm>
            <a:off x="8295904" y="4819650"/>
            <a:ext cx="846117" cy="857250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0" name="vector-58">
            <a:extLst>
              <a:ext uri="{FF2B5EF4-FFF2-40B4-BE49-F238E27FC236}">
                <ns2:creationId id="{D98FA649-F325-45F6-8E72-738835F9A550}"/>
              </a:ext>
            </a:extLst>
          </p:cNvPr>
          <p:cNvSpPr>
            <a:spLocks noGrp="1"/>
          </p:cNvSpPr>
          <p:nvPr/>
        </p:nvSpPr>
        <p:spPr>
          <a:xfrm>
            <a:off x="8295904" y="4819650"/>
            <a:ext cx="846117" cy="857250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9424060" y="4953000"/>
            <a:ext cx="47006" cy="47625"/>
          </a:xfrm>
          <a:prstGeom prst="rect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9555678" y="48577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样地复测</a:t>
            </a:r>
            <a:endParaRPr/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9424060" y="5257800"/>
            <a:ext cx="47006" cy="47625"/>
          </a:xfrm>
          <a:prstGeom prst="rect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9555678" y="51625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保留差异记录</a:t>
            </a:r>
            <a:endParaRPr/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9424060" y="5562600"/>
            <a:ext cx="47006" cy="47625"/>
          </a:xfrm>
          <a:prstGeom prst="rect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9555678" y="54673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核对检测过程</a:t>
            </a:r>
            <a:endParaRPr/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304800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314201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69" name="icon-clipboard-67">
            <a:extLst>
              <a:ext uri="{FF2B5EF4-FFF2-40B4-BE49-F238E27FC236}">
                <ns2:creationId id="{3B3B703F-9BEB-45B6-B8FC-601741A5B965}"/>
              </a:ext>
            </a:extLst>
          </p:cNvPr>
          <p:cNvSpPr>
            <a:spLocks noGrp="1"/>
          </p:cNvSpPr>
          <p:nvPr/>
        </p:nvSpPr>
        <p:spPr>
          <a:xfrm>
            <a:off x="463306" y="3812286"/>
            <a:ext cx="164993" cy="200597"/>
          </a:xfrm>
          <a:prstGeom prst="roundRect">
            <a:avLst>
              <a:gd name="adj" fmla="val 45584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clipboard-68">
            <a:extLst>
              <a:ext uri="{FF2B5EF4-FFF2-40B4-BE49-F238E27FC236}">
                <ns2:creationId id="{55E6B8DC-8572-42A5-B1B1-F295E7C0C535}"/>
              </a:ext>
            </a:extLst>
          </p:cNvPr>
          <p:cNvSpPr>
            <a:spLocks noGrp="1"/>
          </p:cNvSpPr>
          <p:nvPr/>
        </p:nvSpPr>
        <p:spPr>
          <a:xfrm>
            <a:off x="506458" y="3794284"/>
            <a:ext cx="76151" cy="38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vector-69">
            <a:extLst>
              <a:ext uri="{FF2B5EF4-FFF2-40B4-BE49-F238E27FC236}">
                <ns2:creationId id="{60A3D713-940E-4142-BE33-6098719C948F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2" name="vector-70">
            <a:extLst>
              <a:ext uri="{FF2B5EF4-FFF2-40B4-BE49-F238E27FC236}">
                <ns2:creationId id="{66F809C0-CB1D-45F9-8D68-94E479A22C23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3" name="vector-71">
            <a:extLst>
              <a:ext uri="{FF2B5EF4-FFF2-40B4-BE49-F238E27FC236}">
                <ns2:creationId id="{DDB897FB-FA83-4EC6-9001-1F2C4C16158F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4" name="vector-72">
            <a:extLst>
              <a:ext uri="{FF2B5EF4-FFF2-40B4-BE49-F238E27FC236}">
                <ns2:creationId id="{90F052FA-7966-44B3-A240-0FC5DAD5FD04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5" name="vector-73">
            <a:extLst>
              <a:ext uri="{FF2B5EF4-FFF2-40B4-BE49-F238E27FC236}">
                <ns2:creationId id="{E0C24D4B-3FFA-4DF8-9432-1F3BC5F80452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6" name="vector-74">
            <a:extLst>
              <a:ext uri="{FF2B5EF4-FFF2-40B4-BE49-F238E27FC236}">
                <ns2:creationId id="{4800114E-D16D-4CB5-93F4-2DB4FBCD52CC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7" name="vector-75">
            <a:extLst>
              <a:ext uri="{FF2B5EF4-FFF2-40B4-BE49-F238E27FC236}">
                <ns2:creationId id="{1040FDC5-02A1-4E79-9C80-87D180494C49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8" name="vector-76">
            <a:extLst>
              <a:ext uri="{FF2B5EF4-FFF2-40B4-BE49-F238E27FC236}">
                <ns2:creationId id="{5212A0EF-838A-4BB8-BB32-8A32174E33A7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79" name="vector-77">
            <a:extLst>
              <a:ext uri="{FF2B5EF4-FFF2-40B4-BE49-F238E27FC236}">
                <ns2:creationId id="{532C0313-242C-4010-9171-9CC30C2D8D6A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756062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74023" y="4191000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追查偏差来源，调整采样与分析方案</a:t>
            </a:r>
            <a:endParaRPr/>
          </a:p>
        </p:txBody>
      </p:sp>
      <p:sp>
        <p:nvSpPr>
          <p:cNvPr id="82" name="icon-clipboard-80">
            <a:extLst>
              <a:ext uri="{FF2B5EF4-FFF2-40B4-BE49-F238E27FC236}">
                <ns2:creationId id="{E6D349E5-87CB-4DEB-B7E3-36FACBDC8729}"/>
              </a:ext>
            </a:extLst>
          </p:cNvPr>
          <p:cNvSpPr>
            <a:spLocks noGrp="1"/>
          </p:cNvSpPr>
          <p:nvPr/>
        </p:nvSpPr>
        <p:spPr>
          <a:xfrm>
            <a:off x="739140" y="4922520"/>
            <a:ext cx="549976" cy="668655"/>
          </a:xfrm>
          <a:prstGeom prst="roundRect">
            <a:avLst>
              <a:gd name="adj" fmla="val 13675"/>
            </a:avLst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83" name="icon-clipboard-81">
            <a:extLst>
              <a:ext uri="{FF2B5EF4-FFF2-40B4-BE49-F238E27FC236}">
                <ns2:creationId id="{01D5B825-60FB-4208-AD27-4AD36D933864}"/>
              </a:ext>
            </a:extLst>
          </p:cNvPr>
          <p:cNvSpPr>
            <a:spLocks noGrp="1"/>
          </p:cNvSpPr>
          <p:nvPr/>
        </p:nvSpPr>
        <p:spPr>
          <a:xfrm>
            <a:off x="882980" y="4862513"/>
            <a:ext cx="253835" cy="128588"/>
          </a:xfrm>
          <a:prstGeom prst="roundRect">
            <a:avLst>
              <a:gd name="adj" fmla="val 50000"/>
            </a:avLst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84" name="vector-82">
            <a:extLst>
              <a:ext uri="{FF2B5EF4-FFF2-40B4-BE49-F238E27FC236}">
                <ns2:creationId id="{0E64141D-EB27-462B-AB25-8FF7241008EF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5" name="vector-83">
            <a:extLst>
              <a:ext uri="{FF2B5EF4-FFF2-40B4-BE49-F238E27FC236}">
                <ns2:creationId id="{9C0ED6E0-2113-4279-8680-4367F379DD70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6" name="vector-84">
            <a:extLst>
              <a:ext uri="{FF2B5EF4-FFF2-40B4-BE49-F238E27FC236}">
                <ns2:creationId id="{D5DB0178-2CDD-431B-9FFA-31E2D5567DF7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7" name="vector-85">
            <a:extLst>
              <a:ext uri="{FF2B5EF4-FFF2-40B4-BE49-F238E27FC236}">
                <ns2:creationId id="{A590106C-058D-4F8C-ACD8-044306A9DE77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8" name="vector-86">
            <a:extLst>
              <a:ext uri="{FF2B5EF4-FFF2-40B4-BE49-F238E27FC236}">
                <ns2:creationId id="{08A735D7-5485-49D0-88F7-D162B3552AB9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9" name="vector-87">
            <a:extLst>
              <a:ext uri="{FF2B5EF4-FFF2-40B4-BE49-F238E27FC236}">
                <ns2:creationId id="{51F2C3A5-5D0C-44CE-9D5E-1585B2762960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0" name="vector-88">
            <a:extLst>
              <a:ext uri="{FF2B5EF4-FFF2-40B4-BE49-F238E27FC236}">
                <ns2:creationId id="{D6725923-C6A3-4863-8479-784DA953BDBA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1" name="vector-89">
            <a:extLst>
              <a:ext uri="{FF2B5EF4-FFF2-40B4-BE49-F238E27FC236}">
                <ns2:creationId id="{AAEC04F3-67FA-40F2-B18E-1B13139E5699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2" name="vector-90">
            <a:extLst>
              <a:ext uri="{FF2B5EF4-FFF2-40B4-BE49-F238E27FC236}">
                <ns2:creationId id="{D5BBAEE8-7B53-4456-BDBA-9EE1A927A8B4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1714995" y="4953000"/>
            <a:ext cx="47006" cy="47625"/>
          </a:xfrm>
          <a:prstGeom prst="rect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1846613" y="48577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优化采样设计</a:t>
            </a:r>
            <a:endParaRPr/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1714995" y="5257800"/>
            <a:ext cx="47006" cy="47625"/>
          </a:xfrm>
          <a:prstGeom prst="rect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1846613" y="51625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补充关键样点</a:t>
            </a:r>
            <a:endParaRPr/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1714995" y="5562600"/>
            <a:ext cx="47006" cy="47625"/>
          </a:xfrm>
          <a:prstGeom prst="rect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1846613" y="54673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更新模型设定</a:t>
            </a:r>
            <a:endParaRPr/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136742"/>
          </a:solidFill>
          <a:ln w="14288">
            <a:noFill/>
            <a:prstDash val="solid"/>
          </a:ln>
        </p:spPr>
      </p:sp>
      <p:sp>
        <p:nvSpPr>
          <p:cNvPr id="100" name="icon-camera-98">
            <a:extLst>
              <a:ext uri="{FF2B5EF4-FFF2-40B4-BE49-F238E27FC236}">
                <ns2:creationId id="{C79A9E76-B353-4FE8-A874-E2C5D9159D47}"/>
              </a:ext>
            </a:extLst>
          </p:cNvPr>
          <p:cNvSpPr>
            <a:spLocks noGrp="1"/>
          </p:cNvSpPr>
          <p:nvPr/>
        </p:nvSpPr>
        <p:spPr>
          <a:xfrm>
            <a:off x="5896866" y="2010691"/>
            <a:ext cx="282980" cy="203359"/>
          </a:xfrm>
          <a:prstGeom prst="roundRect">
            <a:avLst>
              <a:gd name="adj" fmla="val 37471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01" name="icon-camera-99">
            <a:extLst>
              <a:ext uri="{FF2B5EF4-FFF2-40B4-BE49-F238E27FC236}">
                <ns2:creationId id="{4A74D456-B40B-46FC-80E9-D3802A25D3CC}"/>
              </a:ext>
            </a:extLst>
          </p:cNvPr>
          <p:cNvSpPr>
            <a:spLocks noGrp="1"/>
          </p:cNvSpPr>
          <p:nvPr/>
        </p:nvSpPr>
        <p:spPr>
          <a:xfrm>
            <a:off x="5982418" y="1967352"/>
            <a:ext cx="108585" cy="566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02" name="icon-camera-100">
            <a:extLst>
              <a:ext uri="{FF2B5EF4-FFF2-40B4-BE49-F238E27FC236}">
                <ns2:creationId id="{A1262A7B-92BC-41B9-AB09-AD246545A2E0}"/>
              </a:ext>
            </a:extLst>
          </p:cNvPr>
          <p:cNvSpPr>
            <a:spLocks noGrp="1"/>
          </p:cNvSpPr>
          <p:nvPr/>
        </p:nvSpPr>
        <p:spPr>
          <a:xfrm>
            <a:off x="5979128" y="2054029"/>
            <a:ext cx="118456" cy="120015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03" name="icon-camera-101">
            <a:extLst>
              <a:ext uri="{FF2B5EF4-FFF2-40B4-BE49-F238E27FC236}">
                <ns2:creationId id="{54FC14E3-E1E6-4322-B3FA-2F15B0DDF48E}"/>
              </a:ext>
            </a:extLst>
          </p:cNvPr>
          <p:cNvSpPr>
            <a:spLocks noGrp="1"/>
          </p:cNvSpPr>
          <p:nvPr/>
        </p:nvSpPr>
        <p:spPr>
          <a:xfrm>
            <a:off x="6117326" y="2037361"/>
            <a:ext cx="26324" cy="26670"/>
          </a:xfrm>
          <a:prstGeom prst="ellipse">
            <a:avLst/>
          </a:prstGeom>
          <a:solidFill>
            <a:srgbClr val="136742"/>
          </a:solidFill>
          <a:ln w="20002" cap="rnd">
            <a:solidFill>
              <a:srgbClr val="136742"/>
            </a:solidFill>
            <a:prstDash val="solid"/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50775" y="2324539"/>
            <a:ext cx="1222169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3B8162"/>
          </a:solidFill>
          <a:ln w="14288">
            <a:noFill/>
            <a:prstDash val="solid"/>
          </a:ln>
        </p:spPr>
      </p:sp>
      <p:sp>
        <p:nvSpPr>
          <p:cNvPr id="106" name="vector-104">
            <a:extLst>
              <a:ext uri="{FF2B5EF4-FFF2-40B4-BE49-F238E27FC236}">
                <ns2:creationId id="{CBA78343-18F6-4F72-8BA6-4F8EA2D4ED67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07" name="vector-105">
            <a:extLst>
              <a:ext uri="{FF2B5EF4-FFF2-40B4-BE49-F238E27FC236}">
                <ns2:creationId id="{B3D8AE40-1909-4599-A515-9CD8368DA60B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08" name="vector-106">
            <a:extLst>
              <a:ext uri="{FF2B5EF4-FFF2-40B4-BE49-F238E27FC236}">
                <ns2:creationId id="{258012DE-FBDC-42DB-B673-1EF0D56EC74D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09" name="vector-107">
            <a:extLst>
              <a:ext uri="{FF2B5EF4-FFF2-40B4-BE49-F238E27FC236}">
                <ns2:creationId id="{959D0038-2556-4903-9C8E-D43161F531A5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0" name="vector-108">
            <a:extLst>
              <a:ext uri="{FF2B5EF4-FFF2-40B4-BE49-F238E27FC236}">
                <ns2:creationId id="{5560FA72-44BD-4C6F-90DF-E5F135334941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1" name="vector-109">
            <a:extLst>
              <a:ext uri="{FF2B5EF4-FFF2-40B4-BE49-F238E27FC236}">
                <ns2:creationId id="{00F9FE66-F8A2-4D11-84E6-E0FFB5374A00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2" name="vector-110">
            <a:extLst>
              <a:ext uri="{FF2B5EF4-FFF2-40B4-BE49-F238E27FC236}">
                <ns2:creationId id="{11416929-7900-404F-88BF-842278BE9C50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3" name="icon-network-111">
            <a:extLst>
              <a:ext uri="{FF2B5EF4-FFF2-40B4-BE49-F238E27FC236}">
                <ns2:creationId id="{EC5794E0-3574-4FE8-B103-E18B74E8F27F}"/>
              </a:ext>
            </a:extLst>
          </p:cNvPr>
          <p:cNvSpPr>
            <a:spLocks noGrp="1"/>
          </p:cNvSpPr>
          <p:nvPr/>
        </p:nvSpPr>
        <p:spPr>
          <a:xfrm>
            <a:off x="7271669" y="3361072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4" name="icon-network-112">
            <a:extLst>
              <a:ext uri="{FF2B5EF4-FFF2-40B4-BE49-F238E27FC236}">
                <ns2:creationId id="{1C460D55-FBAE-4A4E-BF0F-B74B235797FA}"/>
              </a:ext>
            </a:extLst>
          </p:cNvPr>
          <p:cNvSpPr>
            <a:spLocks noGrp="1"/>
          </p:cNvSpPr>
          <p:nvPr/>
        </p:nvSpPr>
        <p:spPr>
          <a:xfrm>
            <a:off x="7376963" y="3277728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5" name="icon-network-113">
            <a:extLst>
              <a:ext uri="{FF2B5EF4-FFF2-40B4-BE49-F238E27FC236}">
                <ns2:creationId id="{F897F1B5-BBB6-4F96-8707-1FDD4491BF99}"/>
              </a:ext>
            </a:extLst>
          </p:cNvPr>
          <p:cNvSpPr>
            <a:spLocks noGrp="1"/>
          </p:cNvSpPr>
          <p:nvPr/>
        </p:nvSpPr>
        <p:spPr>
          <a:xfrm>
            <a:off x="7505291" y="3337736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6" name="icon-network-114">
            <a:extLst>
              <a:ext uri="{FF2B5EF4-FFF2-40B4-BE49-F238E27FC236}">
                <ns2:creationId id="{F2B6BE0F-DF0E-4DA8-9CF7-3C670FEC93E4}"/>
              </a:ext>
            </a:extLst>
          </p:cNvPr>
          <p:cNvSpPr>
            <a:spLocks noGrp="1"/>
          </p:cNvSpPr>
          <p:nvPr/>
        </p:nvSpPr>
        <p:spPr>
          <a:xfrm>
            <a:off x="7455934" y="3514425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7" name="icon-network-115">
            <a:extLst>
              <a:ext uri="{FF2B5EF4-FFF2-40B4-BE49-F238E27FC236}">
                <ns2:creationId id="{C08EFD76-0BA2-4D65-B6F8-594D53B3B5C3}"/>
              </a:ext>
            </a:extLst>
          </p:cNvPr>
          <p:cNvSpPr>
            <a:spLocks noGrp="1"/>
          </p:cNvSpPr>
          <p:nvPr/>
        </p:nvSpPr>
        <p:spPr>
          <a:xfrm>
            <a:off x="7307863" y="3511091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6828868" y="3619500"/>
            <a:ext cx="1222169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  <a:br/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</a:t>
            </a:r>
            <a:endParaRPr/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639B82"/>
          </a:solidFill>
          <a:ln w="14288">
            <a:noFill/>
            <a:prstDash val="solid"/>
          </a:ln>
        </p:spPr>
      </p:sp>
      <p:sp>
        <p:nvSpPr>
          <p:cNvPr id="120" name="icon-check-118">
            <a:extLst>
              <a:ext uri="{FF2B5EF4-FFF2-40B4-BE49-F238E27FC236}">
                <ns2:creationId id="{B290F1E6-A0A7-49CD-9360-023D658DA27D}"/>
              </a:ext>
            </a:extLst>
          </p:cNvPr>
          <p:cNvSpPr>
            <a:spLocks noGrp="1"/>
          </p:cNvSpPr>
          <p:nvPr/>
        </p:nvSpPr>
        <p:spPr>
          <a:xfrm>
            <a:off x="5975020" y="4690623"/>
            <a:ext cx="263236" cy="2667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1" name="vector-119">
            <a:extLst>
              <a:ext uri="{FF2B5EF4-FFF2-40B4-BE49-F238E27FC236}">
                <ns2:creationId id="{DA8DC2A1-F0AA-458F-9F94-B1F3F1789466}"/>
              </a:ext>
            </a:extLst>
          </p:cNvPr>
          <p:cNvSpPr>
            <a:spLocks noGrp="1"/>
          </p:cNvSpPr>
          <p:nvPr/>
        </p:nvSpPr>
        <p:spPr>
          <a:xfrm>
            <a:off x="5942115" y="4657286"/>
            <a:ext cx="329045" cy="3333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22" name="vector-120">
            <a:extLst>
              <a:ext uri="{FF2B5EF4-FFF2-40B4-BE49-F238E27FC236}">
                <ns2:creationId id="{8D44AAA7-D130-4E5E-B80E-B9F81800615C}"/>
              </a:ext>
            </a:extLst>
          </p:cNvPr>
          <p:cNvSpPr>
            <a:spLocks noGrp="1"/>
          </p:cNvSpPr>
          <p:nvPr/>
        </p:nvSpPr>
        <p:spPr>
          <a:xfrm>
            <a:off x="5942115" y="4657286"/>
            <a:ext cx="329045" cy="3333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519056" y="5047811"/>
            <a:ext cx="1222169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8BB5A2"/>
          </a:solidFill>
          <a:ln w="14288">
            <a:noFill/>
            <a:prstDash val="solid"/>
          </a:ln>
        </p:spPr>
      </p:sp>
      <p:sp>
        <p:nvSpPr>
          <p:cNvPr id="125" name="icon-clipboard-123">
            <a:extLst>
              <a:ext uri="{FF2B5EF4-FFF2-40B4-BE49-F238E27FC236}">
                <ns2:creationId id="{109D32EA-24C6-40F3-8BFD-06A919E102DD}"/>
              </a:ext>
            </a:extLst>
          </p:cNvPr>
          <p:cNvSpPr>
            <a:spLocks noGrp="1"/>
          </p:cNvSpPr>
          <p:nvPr/>
        </p:nvSpPr>
        <p:spPr>
          <a:xfrm>
            <a:off x="4623250" y="3370245"/>
            <a:ext cx="213880" cy="260033"/>
          </a:xfrm>
          <a:prstGeom prst="roundRect">
            <a:avLst>
              <a:gd name="adj" fmla="val 351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6" name="icon-clipboard-124">
            <a:extLst>
              <a:ext uri="{FF2B5EF4-FFF2-40B4-BE49-F238E27FC236}">
                <ns2:creationId id="{31AF4C73-C3BB-4F40-8215-1DB938DDFF5C}"/>
              </a:ext>
            </a:extLst>
          </p:cNvPr>
          <p:cNvSpPr>
            <a:spLocks noGrp="1"/>
          </p:cNvSpPr>
          <p:nvPr/>
        </p:nvSpPr>
        <p:spPr>
          <a:xfrm>
            <a:off x="4679188" y="3346909"/>
            <a:ext cx="98714" cy="500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7" name="vector-125">
            <a:extLst>
              <a:ext uri="{FF2B5EF4-FFF2-40B4-BE49-F238E27FC236}">
                <ns2:creationId id="{0A9201C3-50F1-4B0E-A354-C11F9F17D8DB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28" name="vector-126">
            <a:extLst>
              <a:ext uri="{FF2B5EF4-FFF2-40B4-BE49-F238E27FC236}">
                <ns2:creationId id="{8311963C-5CFA-4A12-85EB-76D4B38B3A13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29" name="vector-127">
            <a:extLst>
              <a:ext uri="{FF2B5EF4-FFF2-40B4-BE49-F238E27FC236}">
                <ns2:creationId id="{2B3641FC-E2AD-4FE2-9EBD-73D61B35DFBA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30" name="vector-128">
            <a:extLst>
              <a:ext uri="{FF2B5EF4-FFF2-40B4-BE49-F238E27FC236}">
                <ns2:creationId id="{5391C59F-9FA4-48F6-A4FC-897C7B23AF74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31" name="vector-129">
            <a:extLst>
              <a:ext uri="{FF2B5EF4-FFF2-40B4-BE49-F238E27FC236}">
                <ns2:creationId id="{600562BA-DAE0-448D-BE11-6E80CA3DE97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32" name="vector-130">
            <a:extLst>
              <a:ext uri="{FF2B5EF4-FFF2-40B4-BE49-F238E27FC236}">
                <ns2:creationId id="{6AACA9C2-D714-4308-963F-86B96305EED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33" name="vector-131">
            <a:extLst>
              <a:ext uri="{FF2B5EF4-FFF2-40B4-BE49-F238E27FC236}">
                <ns2:creationId id="{073486F1-0C3D-4A5A-9A9B-44EA69D314B2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34" name="vector-132">
            <a:extLst>
              <a:ext uri="{FF2B5EF4-FFF2-40B4-BE49-F238E27FC236}">
                <ns2:creationId id="{BD5D7DB0-8F72-448C-AA25-4C1CE845097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35" name="vector-133">
            <a:extLst>
              <a:ext uri="{FF2B5EF4-FFF2-40B4-BE49-F238E27FC236}">
                <ns2:creationId id="{A13F0DF8-F74F-441F-B330-27E614D439C1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136742"/>
            </a:solidFill>
            <a:prstDash val="solid"/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140963" y="3619500"/>
            <a:ext cx="1222169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</a:t>
            </a:r>
            <a:br/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修订</a:t>
            </a:r>
            <a:endParaRPr/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65271" y="3095625"/>
            <a:ext cx="1861457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持续监测</a:t>
            </a:r>
            <a:endParaRPr/>
          </a:p>
          <a:p>
            <a:pPr algn="ctr">
              <a:def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迭代验证</a:t>
            </a:r>
            <a:endParaRPr/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研究重点：用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验证结果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修订下一轮观测与分析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/>
          </a:p>
        </p:txBody>
      </p:sp>
    </p:spTree>
    <p:extLst>
      <p:ext uri="{BB962C8B-B14F-4D97-AF65-F5344CB8AC3E}">
        <ns5:creationId val="148525630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实验进展｜复测完成情况与问题追踪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8F2445"/>
            </a:solidFill>
            <a:prstDash val="solid"/>
          </a:ln>
        </p:spPr>
      </p:sp>
      <p:sp>
        <p:nvSpPr>
          <p:cNvPr id="3" name="vector-314">
            <a:extLst>
              <a:ext uri="{FF2B5EF4-FFF2-40B4-BE49-F238E27FC236}">
                <ns2:creationId id="{FC205774-5933-4288-A78A-0752A8B13887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4" name="vector-315">
            <a:extLst>
              <a:ext uri="{FF2B5EF4-FFF2-40B4-BE49-F238E27FC236}">
                <ns2:creationId id="{F1CD73A7-35C2-46F4-B8DE-4AE1C58873B6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" name="vector-316">
            <a:extLst>
              <a:ext uri="{FF2B5EF4-FFF2-40B4-BE49-F238E27FC236}">
                <ns2:creationId id="{3BD1FE6B-D696-4B82-B5A8-827A4427A116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" name="icon-map-317">
            <a:extLst>
              <a:ext uri="{FF2B5EF4-FFF2-40B4-BE49-F238E27FC236}">
                <ns2:creationId id="{2F89FBC3-CAEF-48A9-8532-D9487FA6FA9C}"/>
              </a:ext>
            </a:extLst>
          </p:cNvPr>
          <p:cNvSpPr>
            <a:spLocks noGrp="1"/>
          </p:cNvSpPr>
          <p:nvPr/>
        </p:nvSpPr>
        <p:spPr>
          <a:xfrm>
            <a:off x="714697" y="1188339"/>
            <a:ext cx="101346" cy="10268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150917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样地建档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150917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编号与位置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508166" y="1828800"/>
            <a:ext cx="2848594" cy="95250"/>
          </a:xfrm>
          <a:prstGeom prst="rightArrow">
            <a:avLst/>
          </a:prstGeom>
          <a:solidFill>
            <a:srgbClr val="2879AD"/>
          </a:solidFill>
          <a:ln w="0">
            <a:noFill/>
            <a:prstDash val="solid"/>
          </a:ln>
        </p:spPr>
      </p:sp>
      <p:sp>
        <p:nvSpPr>
          <p:cNvPr id="10" name="icon-camera-321">
            <a:extLst>
              <a:ext uri="{FF2B5EF4-FFF2-40B4-BE49-F238E27FC236}">
                <ns2:creationId id="{264481AE-6F86-4DF0-A928-E9076FE082BE}"/>
              </a:ext>
            </a:extLst>
          </p:cNvPr>
          <p:cNvSpPr>
            <a:spLocks noGrp="1"/>
          </p:cNvSpPr>
          <p:nvPr/>
        </p:nvSpPr>
        <p:spPr>
          <a:xfrm>
            <a:off x="4417210" y="1183672"/>
            <a:ext cx="396171" cy="284702"/>
          </a:xfrm>
          <a:prstGeom prst="roundRect">
            <a:avLst>
              <a:gd name="adj" fmla="val 26765"/>
            </a:avLst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11" name="icon-camera-322">
            <a:extLst>
              <a:ext uri="{FF2B5EF4-FFF2-40B4-BE49-F238E27FC236}">
                <ns2:creationId id="{540F2A6B-52C2-43F5-908A-AB0F133809AD}"/>
              </a:ext>
            </a:extLst>
          </p:cNvPr>
          <p:cNvSpPr>
            <a:spLocks noGrp="1"/>
          </p:cNvSpPr>
          <p:nvPr/>
        </p:nvSpPr>
        <p:spPr>
          <a:xfrm>
            <a:off x="4536982" y="1122998"/>
            <a:ext cx="152019" cy="79343"/>
          </a:xfrm>
          <a:prstGeom prst="roundRect">
            <a:avLst>
              <a:gd name="adj" fmla="val 50000"/>
            </a:avLst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12" name="icon-camera-323">
            <a:extLst>
              <a:ext uri="{FF2B5EF4-FFF2-40B4-BE49-F238E27FC236}">
                <ns2:creationId id="{977FA58C-644A-4688-83A8-31C85CF52E58}"/>
              </a:ext>
            </a:extLst>
          </p:cNvPr>
          <p:cNvSpPr>
            <a:spLocks noGrp="1"/>
          </p:cNvSpPr>
          <p:nvPr/>
        </p:nvSpPr>
        <p:spPr>
          <a:xfrm>
            <a:off x="4532376" y="1244346"/>
            <a:ext cx="165839" cy="168021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3" name="icon-camera-324">
            <a:extLst>
              <a:ext uri="{FF2B5EF4-FFF2-40B4-BE49-F238E27FC236}">
                <ns2:creationId id="{82924726-A298-451E-9A2D-34C4BF01FCF6}"/>
              </a:ext>
            </a:extLst>
          </p:cNvPr>
          <p:cNvSpPr>
            <a:spLocks noGrp="1"/>
          </p:cNvSpPr>
          <p:nvPr/>
        </p:nvSpPr>
        <p:spPr>
          <a:xfrm>
            <a:off x="4725855" y="1221010"/>
            <a:ext cx="36853" cy="3733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5005449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三轮复测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5005449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同步观测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62699" y="1828800"/>
            <a:ext cx="2848594" cy="95250"/>
          </a:xfrm>
          <a:prstGeom prst="rightArrow">
            <a:avLst/>
          </a:prstGeom>
          <a:solidFill>
            <a:srgbClr val="2879AD"/>
          </a:solidFill>
          <a:ln w="0">
            <a:noFill/>
            <a:prstDash val="solid"/>
          </a:ln>
        </p:spPr>
      </p:sp>
      <p:sp>
        <p:nvSpPr>
          <p:cNvPr id="17" name="icon-clipboard-328">
            <a:extLst>
              <a:ext uri="{FF2B5EF4-FFF2-40B4-BE49-F238E27FC236}">
                <ns2:creationId id="{FCCA30F3-B4E6-4458-970A-AD7C9A16E2F8}"/>
              </a:ext>
            </a:extLst>
          </p:cNvPr>
          <p:cNvSpPr>
            <a:spLocks noGrp="1"/>
          </p:cNvSpPr>
          <p:nvPr/>
        </p:nvSpPr>
        <p:spPr>
          <a:xfrm>
            <a:off x="8322416" y="1132332"/>
            <a:ext cx="299431" cy="364046"/>
          </a:xfrm>
          <a:prstGeom prst="roundRect">
            <a:avLst>
              <a:gd name="adj" fmla="val 25118"/>
            </a:avLst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18" name="icon-clipboard-329">
            <a:extLst>
              <a:ext uri="{FF2B5EF4-FFF2-40B4-BE49-F238E27FC236}">
                <ns2:creationId id="{F537D37F-C6B0-463C-B3A0-4FEBEBCF9300}"/>
              </a:ext>
            </a:extLst>
          </p:cNvPr>
          <p:cNvSpPr>
            <a:spLocks noGrp="1"/>
          </p:cNvSpPr>
          <p:nvPr/>
        </p:nvSpPr>
        <p:spPr>
          <a:xfrm>
            <a:off x="8400729" y="1099661"/>
            <a:ext cx="138200" cy="70009"/>
          </a:xfrm>
          <a:prstGeom prst="roundRect">
            <a:avLst>
              <a:gd name="adj" fmla="val 50000"/>
            </a:avLst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19" name="vector-330">
            <a:extLst>
              <a:ext uri="{FF2B5EF4-FFF2-40B4-BE49-F238E27FC236}">
                <ns2:creationId id="{53CB485B-3379-487C-B48F-687447C1CA48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331">
            <a:extLst>
              <a:ext uri="{FF2B5EF4-FFF2-40B4-BE49-F238E27FC236}">
                <ns2:creationId id="{FC7E3414-B6E1-48EB-A6D2-899EDA293C52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1" name="vector-332">
            <a:extLst>
              <a:ext uri="{FF2B5EF4-FFF2-40B4-BE49-F238E27FC236}">
                <ns2:creationId id="{D2E06D15-FA1E-4562-912D-D50999246C35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2" name="vector-333">
            <a:extLst>
              <a:ext uri="{FF2B5EF4-FFF2-40B4-BE49-F238E27FC236}">
                <ns2:creationId id="{8B670515-BDB1-4DE1-A5A1-979DE6290A0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3" name="vector-334">
            <a:extLst>
              <a:ext uri="{FF2B5EF4-FFF2-40B4-BE49-F238E27FC236}">
                <ns2:creationId id="{BA24AC2A-1BF1-4DED-B37D-5074D20B5EE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4" name="vector-335">
            <a:extLst>
              <a:ext uri="{FF2B5EF4-FFF2-40B4-BE49-F238E27FC236}">
                <ns2:creationId id="{95A6C379-B9ED-4CDA-ABCA-0CBF71A11FFF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5" name="vector-336">
            <a:extLst>
              <a:ext uri="{FF2B5EF4-FFF2-40B4-BE49-F238E27FC236}">
                <ns2:creationId id="{06B56970-2630-4DAC-A808-10DD322B774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6" name="vector-337">
            <a:extLst>
              <a:ext uri="{FF2B5EF4-FFF2-40B4-BE49-F238E27FC236}">
                <ns2:creationId id="{44786FAF-F8F5-4EC9-A54B-48D04602C6F8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338">
            <a:extLst>
              <a:ext uri="{FF2B5EF4-FFF2-40B4-BE49-F238E27FC236}">
                <ns2:creationId id="{F5634CC1-FCAE-44F6-B8E5-27BF1B81E7AF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59982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记录核对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59982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疑点回查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304800" y="2190750"/>
            <a:ext cx="7380019" cy="3876675"/>
          </a:xfrm>
          <a:prstGeom prst="rect">
            <a:avLst>
              <a:gd name="adj" fmla="val 1966"/>
            </a:avLst>
          </a:prstGeom>
          <a:solidFill>
            <a:srgbClr val="FFFFFF"/>
          </a:solidFill>
          <a:ln w="11430" cap="rnd">
            <a:solidFill>
              <a:srgbClr val="8F2445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314201" y="2200275"/>
            <a:ext cx="7361217" cy="400050"/>
          </a:xfrm>
          <a:prstGeom prst="rect">
            <a:avLst>
              <a:gd name="adj" fmla="val 19048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32" name="vector-343">
            <a:extLst>
              <a:ext uri="{FF2B5EF4-FFF2-40B4-BE49-F238E27FC236}">
                <ns2:creationId id="{6828DF2F-2D21-4FA4-BD85-241229D989A8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3" name="icon-leaf-344">
            <a:extLst>
              <a:ext uri="{FF2B5EF4-FFF2-40B4-BE49-F238E27FC236}">
                <ns2:creationId id="{BFAF68C0-2845-4282-9D09-3EE30C46E314}"/>
              </a:ext>
            </a:extLst>
          </p:cNvPr>
          <p:cNvSpPr>
            <a:spLocks noGrp="1"/>
          </p:cNvSpPr>
          <p:nvPr/>
        </p:nvSpPr>
        <p:spPr>
          <a:xfrm>
            <a:off x="475997" y="2287524"/>
            <a:ext cx="68535" cy="115729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4" name="icon-leaf-345">
            <a:extLst>
              <a:ext uri="{FF2B5EF4-FFF2-40B4-BE49-F238E27FC236}">
                <ns2:creationId id="{EB44C034-2AE5-4095-AB5D-040D4FBAC28D}"/>
              </a:ext>
            </a:extLst>
          </p:cNvPr>
          <p:cNvSpPr>
            <a:spLocks noGrp="1"/>
          </p:cNvSpPr>
          <p:nvPr/>
        </p:nvSpPr>
        <p:spPr>
          <a:xfrm>
            <a:off x="547071" y="2344103"/>
            <a:ext cx="76151" cy="115729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5" name="vector-346">
            <a:extLst>
              <a:ext uri="{FF2B5EF4-FFF2-40B4-BE49-F238E27FC236}">
                <ns2:creationId id="{4BDAB9CE-EA87-48FF-978F-C942F1068F75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6" name="vector-347">
            <a:extLst>
              <a:ext uri="{FF2B5EF4-FFF2-40B4-BE49-F238E27FC236}">
                <ns2:creationId id="{8FCB1EA1-6CF3-4EE3-9A41-FE20FA7C22E3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756062" y="2257425"/>
            <a:ext cx="681594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436418" y="2686050"/>
          <a:ext cx="7116783" cy="2781300"/>
        </p:xfrm>
        <a:graphic>
          <a:graphicData uri="http://schemas.openxmlformats.org/drawingml/2006/table">
            <a:tbl>
              <a:tblPr/>
              <a:tblGrid>
                <a:gridCol w="1186131"/>
                <a:gridCol w="1186131"/>
                <a:gridCol w="1186131"/>
                <a:gridCol w="1186131"/>
                <a:gridCol w="1186131"/>
                <a:gridCol w="1186131"/>
              </a:tblGrid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CDADF"/>
                      </a:solidFill>
                      <a:prstDash val="solid"/>
                    </a:lnL>
                    <a:lnR w="5715">
                      <a:solidFill>
                        <a:srgbClr val="ECDADF"/>
                      </a:solidFill>
                      <a:prstDash val="solid"/>
                    </a:lnR>
                    <a:lnT w="5715">
                      <a:solidFill>
                        <a:srgbClr val="ECDADF"/>
                      </a:solidFill>
                      <a:prstDash val="solid"/>
                    </a:lnT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8F244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建档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T w="5715">
                      <a:solidFill>
                        <a:srgbClr val="ECDADF"/>
                      </a:solidFill>
                      <a:prstDash val="solid"/>
                    </a:lnT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8F244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第1轮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T w="5715">
                      <a:solidFill>
                        <a:srgbClr val="ECDADF"/>
                      </a:solidFill>
                      <a:prstDash val="solid"/>
                    </a:lnT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8F244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第2轮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T w="5715">
                      <a:solidFill>
                        <a:srgbClr val="ECDADF"/>
                      </a:solidFill>
                      <a:prstDash val="solid"/>
                    </a:lnT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8F244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第3轮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T w="5715">
                      <a:solidFill>
                        <a:srgbClr val="ECDADF"/>
                      </a:solidFill>
                      <a:prstDash val="solid"/>
                    </a:lnT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8F244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T w="5715">
                      <a:solidFill>
                        <a:srgbClr val="ECDADF"/>
                      </a:solidFill>
                      <a:prstDash val="solid"/>
                    </a:lnT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8F2445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样地A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CDADF"/>
                      </a:solidFill>
                      <a:prstDash val="solid"/>
                    </a:lnL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样地B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CDADF"/>
                      </a:solidFill>
                      <a:prstDash val="solid"/>
                    </a:lnL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AB7210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79AD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样地C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CDADF"/>
                      </a:solidFill>
                      <a:prstDash val="solid"/>
                    </a:lnL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79AD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79AD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样地D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CDADF"/>
                      </a:solidFill>
                      <a:prstDash val="solid"/>
                    </a:lnL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F2445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AB7210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CDADF"/>
                      </a:solidFill>
                      <a:prstDash val="solid"/>
                    </a:lnR>
                    <a:lnB w="5715">
                      <a:solidFill>
                        <a:srgbClr val="ECDADF"/>
                      </a:solidFill>
                      <a:prstDash val="solid"/>
                    </a:lnB>
                    <a:solidFill>
                      <a:srgbClr val="FFF1F5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756062" y="5619750"/>
            <a:ext cx="648689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72845" y="2190750"/>
            <a:ext cx="4014355" cy="1352550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1430" cap="rnd">
            <a:solidFill>
              <a:srgbClr val="8F2445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882247" y="2200275"/>
            <a:ext cx="3995552" cy="400050"/>
          </a:xfrm>
          <a:prstGeom prst="rect">
            <a:avLst>
              <a:gd name="adj" fmla="val 19048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42" name="icon-warning-352">
            <a:extLst>
              <a:ext uri="{FF2B5EF4-FFF2-40B4-BE49-F238E27FC236}">
                <ns2:creationId id="{5EC905F8-5924-4635-9C69-AF5ED6CF0BF6}"/>
              </a:ext>
            </a:extLst>
          </p:cNvPr>
          <p:cNvSpPr>
            <a:spLocks noGrp="1"/>
          </p:cNvSpPr>
          <p:nvPr/>
        </p:nvSpPr>
        <p:spPr>
          <a:xfrm>
            <a:off x="7998353" y="2284952"/>
            <a:ext cx="228452" cy="210884"/>
          </a:xfrm>
          <a:prstGeom prst="triangl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3" name="text-353">
            <a:extLst>
              <a:ext uri="{FF2B5EF4-FFF2-40B4-BE49-F238E27FC236}">
                <ns2:creationId id="{6DCC3C4D-8445-45A7-B3A6-6CC97A8280EB}"/>
              </a:ext>
            </a:extLst>
          </p:cNvPr>
          <p:cNvSpPr>
            <a:spLocks noGrp="1"/>
          </p:cNvSpPr>
          <p:nvPr/>
        </p:nvSpPr>
        <p:spPr>
          <a:xfrm>
            <a:off x="8069427" y="2338959"/>
            <a:ext cx="88842" cy="120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24108" y="2257425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60871" y="26765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1  部分记录时间不一致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60871" y="30194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2  失访与死亡标记混用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72845" y="3686175"/>
            <a:ext cx="4014355" cy="238125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1430" cap="rnd">
            <a:solidFill>
              <a:srgbClr val="8F2445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882247" y="3695700"/>
            <a:ext cx="3995552" cy="400050"/>
          </a:xfrm>
          <a:prstGeom prst="rect">
            <a:avLst>
              <a:gd name="adj" fmla="val 19048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49" name="icon-calendar-359">
            <a:extLst>
              <a:ext uri="{FF2B5EF4-FFF2-40B4-BE49-F238E27FC236}">
                <ns2:creationId id="{4675DC48-0722-4805-809D-3C7C3F80F10C}"/>
              </a:ext>
            </a:extLst>
          </p:cNvPr>
          <p:cNvSpPr>
            <a:spLocks noGrp="1"/>
          </p:cNvSpPr>
          <p:nvPr/>
        </p:nvSpPr>
        <p:spPr>
          <a:xfrm>
            <a:off x="8018660" y="3811238"/>
            <a:ext cx="187838" cy="180023"/>
          </a:xfrm>
          <a:prstGeom prst="roundRect">
            <a:avLst>
              <a:gd name="adj" fmla="val 42328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0" name="vector-360">
            <a:extLst>
              <a:ext uri="{FF2B5EF4-FFF2-40B4-BE49-F238E27FC236}">
                <ns2:creationId id="{E4BBCE4D-5865-4DED-87E0-EC2C7E906384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8F2445"/>
            </a:solidFill>
            <a:prstDash val="solid"/>
          </a:ln>
        </p:spPr>
      </p:sp>
      <p:sp>
        <p:nvSpPr>
          <p:cNvPr id="51" name="vector-361">
            <a:extLst>
              <a:ext uri="{FF2B5EF4-FFF2-40B4-BE49-F238E27FC236}">
                <ns2:creationId id="{7E582E4A-0908-40D0-8A93-C0386E571E9C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362">
            <a:extLst>
              <a:ext uri="{FF2B5EF4-FFF2-40B4-BE49-F238E27FC236}">
                <ns2:creationId id="{B22B1C51-A973-4119-B93D-FC64743307BB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3" name="icon-calendar-363">
            <a:extLst>
              <a:ext uri="{FF2B5EF4-FFF2-40B4-BE49-F238E27FC236}">
                <ns2:creationId id="{30BFEF92-F035-43E6-9D2A-90B7BBC3CDBA}"/>
              </a:ext>
            </a:extLst>
          </p:cNvPr>
          <p:cNvSpPr>
            <a:spLocks noGrp="1"/>
          </p:cNvSpPr>
          <p:nvPr/>
        </p:nvSpPr>
        <p:spPr>
          <a:xfrm>
            <a:off x="8049120" y="3888391"/>
            <a:ext cx="22845" cy="2314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4" name="icon-calendar-364">
            <a:extLst>
              <a:ext uri="{FF2B5EF4-FFF2-40B4-BE49-F238E27FC236}">
                <ns2:creationId id="{17C95D46-6394-47BE-9AEB-F0E2C87ED61E}"/>
              </a:ext>
            </a:extLst>
          </p:cNvPr>
          <p:cNvSpPr>
            <a:spLocks noGrp="1"/>
          </p:cNvSpPr>
          <p:nvPr/>
        </p:nvSpPr>
        <p:spPr>
          <a:xfrm>
            <a:off x="8049120" y="3942398"/>
            <a:ext cx="22845" cy="2314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5" name="icon-calendar-365">
            <a:extLst>
              <a:ext uri="{FF2B5EF4-FFF2-40B4-BE49-F238E27FC236}">
                <ns2:creationId id="{958091BF-6EEC-49A0-87E5-9DC2B5040C39}"/>
              </a:ext>
            </a:extLst>
          </p:cNvPr>
          <p:cNvSpPr>
            <a:spLocks noGrp="1"/>
          </p:cNvSpPr>
          <p:nvPr/>
        </p:nvSpPr>
        <p:spPr>
          <a:xfrm>
            <a:off x="8102426" y="3888391"/>
            <a:ext cx="22845" cy="2314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6" name="icon-calendar-366">
            <a:extLst>
              <a:ext uri="{FF2B5EF4-FFF2-40B4-BE49-F238E27FC236}">
                <ns2:creationId id="{FD15E3C5-6544-42DB-8BF8-B949AC425EA4}"/>
              </a:ext>
            </a:extLst>
          </p:cNvPr>
          <p:cNvSpPr>
            <a:spLocks noGrp="1"/>
          </p:cNvSpPr>
          <p:nvPr/>
        </p:nvSpPr>
        <p:spPr>
          <a:xfrm>
            <a:off x="8102426" y="3942398"/>
            <a:ext cx="22845" cy="2314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7" name="icon-calendar-367">
            <a:extLst>
              <a:ext uri="{FF2B5EF4-FFF2-40B4-BE49-F238E27FC236}">
                <ns2:creationId id="{B023625F-825C-43AE-9CC5-1096056BF58A}"/>
              </a:ext>
            </a:extLst>
          </p:cNvPr>
          <p:cNvSpPr>
            <a:spLocks noGrp="1"/>
          </p:cNvSpPr>
          <p:nvPr/>
        </p:nvSpPr>
        <p:spPr>
          <a:xfrm>
            <a:off x="8155730" y="3888391"/>
            <a:ext cx="22845" cy="2314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8" name="icon-calendar-368">
            <a:extLst>
              <a:ext uri="{FF2B5EF4-FFF2-40B4-BE49-F238E27FC236}">
                <ns2:creationId id="{71D2F947-F5CD-4612-90EA-FB1FE2706BE5}"/>
              </a:ext>
            </a:extLst>
          </p:cNvPr>
          <p:cNvSpPr>
            <a:spLocks noGrp="1"/>
          </p:cNvSpPr>
          <p:nvPr/>
        </p:nvSpPr>
        <p:spPr>
          <a:xfrm>
            <a:off x="8155730" y="3942398"/>
            <a:ext cx="22845" cy="23146"/>
          </a:xfrm>
          <a:prstGeom prst="rect">
            <a:avLst/>
          </a:prstGeom>
          <a:solidFill>
            <a:srgbClr val="8F2445"/>
          </a:solidFill>
          <a:ln w="20002" cap="rnd">
            <a:solidFill>
              <a:srgbClr val="8F2445"/>
            </a:solidFill>
            <a:prstDash val="solid"/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24108" y="3752850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ellipse">
            <a:avLst/>
          </a:prstGeom>
          <a:solidFill>
            <a:srgbClr val="8F2445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46325" y="421005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回查原始记录与事件标记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ellipse">
            <a:avLst/>
          </a:prstGeom>
          <a:solidFill>
            <a:srgbClr val="8F2445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46325" y="4772025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针对存疑样地补充现场复核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ellipse">
            <a:avLst/>
          </a:prstGeom>
          <a:solidFill>
            <a:srgbClr val="8F2445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46325" y="533400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按核对结果更新分析输入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8F2445"/>
          </a:solidFill>
          <a:ln w="14288" cap="rnd">
            <a:solidFill>
              <a:srgbClr val="8F2445"/>
            </a:solidFill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汇报重点：完成情况可核查，问题与下一步一一对应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879AD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/>
          </a:p>
        </p:txBody>
      </p:sp>
    </p:spTree>
    <p:extLst>
      <p:ext uri="{BB962C8B-B14F-4D97-AF65-F5344CB8AC3E}">
        <ns3:creationId val="287690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9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