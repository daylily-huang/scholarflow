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Default Extension="xlsx" ContentType="application/vnd.openxmlformats-officedocument.spreadsheetml.sheet"/>
  <Override PartName="/docProps/app.xml" ContentType="application/vnd.openxmlformats-officedocument.extended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32fc68590ff54f8e" /><Relationship Type="http://schemas.openxmlformats.org/officeDocument/2006/relationships/extended-properties" Target="/docProps/app.xml" Id="R9996562d962046fa" /><Relationship Type="http://schemas.openxmlformats.org/officeDocument/2006/relationships/officeDocument" Target="/ppt/presentation.xml" Id="R13872f0bbada46e6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b19ee25308e24c04"/>
  </p:sldMasterIdLst>
  <p:notesMasterIdLst>
    <p:notesMasterId r:id="R61c415f220744dd4"/>
  </p:notesMasterIdLst>
  <p:sldIdLst>
    <p:sldId id="256" r:id="researchSlide1"/>
    <p:sldId id="257" r:id="researchSlide2"/>
    <p:sldId id="258" r:id="researchSlide3"/>
    <p:sldId id="259" r:id="researchSlide4"/>
    <p:sldId id="260" r:id="researchSlide5"/>
    <p:sldId id="261" r:id="researchSlide6"/>
    <p:sldId id="262" r:id="researchSlide7"/>
    <p:sldId id="263" r:id="researchSlide8"/>
    <p:sldId id="264" r:id="researchSlide9"/>
  </p:sldIdLst>
  <p:sldSz cx="12192000" cy="6858000"/>
  <p:notesSz cx="6858000" cy="9144000"/>
</p:presentation>
</file>

<file path=ppt/presProps.xml><?xml version="1.0" encoding="utf-8"?>
<p:presentationPr xmlns:ns1="http://schemas.microsoft.com/office/powerpoint/2010/main" xmlns:ns2="http://schemas.microsoft.com/office/powerpoint/2012/main" xmlns:p="http://schemas.openxmlformats.org/presentationml/2006/main">
  <p:extLst>
    <p:ext uri="{E76CE94A-603C-4142-B9EB-6D1370010A27}">
      <ns1:discardImageEditData val="0"/>
    </p:ext>
    <p:ext uri="{D31A062A-798A-4329-ABDD-BBA856620510}">
      <ns1:defaultImageDpi val="32767"/>
    </p:ext>
    <p:ext uri="{FD5EFAAD-0ECE-453E-9831-46B23BE46B34}">
      <ns2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03c946439b9f4075" /><Relationship Type="http://schemas.openxmlformats.org/officeDocument/2006/relationships/slideMaster" Target="/ppt/slideMasters/slideMaster1.xml" Id="Rb19ee25308e24c04" /><Relationship Type="http://schemas.openxmlformats.org/officeDocument/2006/relationships/notesMaster" Target="/ppt/notesMasters/notesMaster1.xml" Id="R61c415f220744dd4" /><Relationship Type="http://schemas.openxmlformats.org/officeDocument/2006/relationships/presProps" Target="/ppt/presProps.xml" Id="Ra206bb6ddb7e4a48" /><Relationship Type="http://schemas.openxmlformats.org/officeDocument/2006/relationships/tableStyles" Target="/ppt/tableStyles.xml" Id="R708608b2d79d4b97" /><Relationship Id="researchSlide1" Type="http://schemas.openxmlformats.org/officeDocument/2006/relationships/slide" Target="/ppt/slides/slide1.xml" /><Relationship Id="researchSlide2" Type="http://schemas.openxmlformats.org/officeDocument/2006/relationships/slide" Target="/ppt/slides/slide2.xml" /><Relationship Id="researchSlide3" Type="http://schemas.openxmlformats.org/officeDocument/2006/relationships/slide" Target="/ppt/slides/slide3.xml" /><Relationship Id="researchSlide4" Type="http://schemas.openxmlformats.org/officeDocument/2006/relationships/slide" Target="/ppt/slides/slide4.xml" /><Relationship Id="researchSlide5" Type="http://schemas.openxmlformats.org/officeDocument/2006/relationships/slide" Target="/ppt/slides/slide5.xml" /><Relationship Id="researchSlide6" Type="http://schemas.openxmlformats.org/officeDocument/2006/relationships/slide" Target="/ppt/slides/slide6.xml" /><Relationship Id="researchSlide7" Type="http://schemas.openxmlformats.org/officeDocument/2006/relationships/slide" Target="/ppt/slides/slide7.xml" /><Relationship Id="researchSlide8" Type="http://schemas.openxmlformats.org/officeDocument/2006/relationships/slide" Target="/ppt/slides/slide8.xml" /><Relationship Id="researchSlide9" Type="http://schemas.openxmlformats.org/officeDocument/2006/relationships/slide" Target="/ppt/slides/slide9.xml" /></Relationships>
</file>

<file path=ppt/charts/_rels/chart1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.xlsx" /></Relationships>
</file>

<file path=ppt/charts/_rels/chart2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2.xlsx" /></Relationships>
</file>

<file path=ppt/charts/_rels/chart3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3.xlsx" /></Relationships>
</file>

<file path=ppt/charts/_rels/chart4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4.xlsx" /></Relationships>
</file>

<file path=ppt/charts/_rels/chart5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5.xlsx" /></Relationships>
</file>

<file path=ppt/charts/_rels/chart6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6.xlsx" /></Relationships>
</file>

<file path=ppt/charts/_rels/chart7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7.xlsx" /></Relationships>
</file>

<file path=ppt/charts/_rels/chart8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8.xlsx" /></Relationships>
</file>

<file path=ppt/charts/_rels/chart9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9.xlsx" /></Relationships>
</file>

<file path=ppt/charts/_rels/chart10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0.xlsx" /></Relationships>
</file>

<file path=ppt/charts/_rels/chart11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1.xlsx" /></Relationships>
</file>

<file path=ppt/charts/_rels/chart12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2.xlsx" /></Relationships>
</file>

<file path=ppt/charts/_rels/chart13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3.xlsx" /></Relationships>
</file>

<file path=ppt/charts/_rels/chart14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4.xlsx" /></Relationships>
</file>

<file path=ppt/charts/_rels/chart15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5.xlsx" /></Relationships>
</file>

<file path=ppt/charts/_rels/chart16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6.xlsx" /></Relationships>
</file>

<file path=ppt/charts/_rels/chart17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7.xlsx" /></Relationships>
</file>

<file path=ppt/charts/chart1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lineChart>
        <c:grouping val="standard"/>
        <c:varyColors val="0"/>
        <c:ser>
          <c:idx val="0"/>
          <c:order val="0"/>
          <c:tx>
            <c:v>物种甲</c:v>
          </c:tx>
          <c:spPr>
            <a:solidFill>
              <a:srgbClr val="1359A0"/>
            </a:solidFill>
            <a:ln w="19050">
              <a:solidFill>
                <a:srgbClr val="1359A0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1359A0"/>
              </a:solidFill>
              <a:ln w="8890">
                <a:solidFill>
                  <a:srgbClr val="1359A0"/>
                </a:solidFill>
              </a:ln>
            </c:spPr>
          </c:marke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50</c:v>
                </c:pt>
                <c:pt idx="1">
                  <c:v>80</c:v>
                </c:pt>
                <c:pt idx="2">
                  <c:v>115</c:v>
                </c:pt>
                <c:pt idx="3">
                  <c:v>133</c:v>
                </c:pt>
                <c:pt idx="4">
                  <c:v>112</c:v>
                </c:pt>
                <c:pt idx="5">
                  <c:v>83</c:v>
                </c:pt>
                <c:pt idx="6">
                  <c:v>54</c:v>
                </c:pt>
                <c:pt idx="7">
                  <c:v>30</c:v>
                </c:pt>
                <c:pt idx="8">
                  <c:v>18</c:v>
                </c:pt>
                <c:pt idx="9">
                  <c:v>24</c:v>
                </c:pt>
                <c:pt idx="10">
                  <c:v>31</c:v>
                </c:pt>
                <c:pt idx="11">
                  <c:v>47</c:v>
                </c:pt>
              </c:numCache>
            </c:numRef>
          </c:val>
          <c:smooth val="0"/>
        </c:ser>
        <c:ser>
          <c:idx val="1"/>
          <c:order val="1"/>
          <c:tx>
            <c:v>物种乙</c:v>
          </c:tx>
          <c:spPr>
            <a:solidFill>
              <a:srgbClr val="B82D32"/>
            </a:solidFill>
            <a:ln w="19050">
              <a:solidFill>
                <a:srgbClr val="B82D32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B82D32"/>
              </a:solidFill>
              <a:ln w="8890">
                <a:solidFill>
                  <a:srgbClr val="B82D32"/>
                </a:solidFill>
              </a:ln>
            </c:spPr>
          </c:marke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22</c:v>
                </c:pt>
                <c:pt idx="1">
                  <c:v>31</c:v>
                </c:pt>
                <c:pt idx="2">
                  <c:v>40</c:v>
                </c:pt>
                <c:pt idx="3">
                  <c:v>47</c:v>
                </c:pt>
                <c:pt idx="4">
                  <c:v>37</c:v>
                </c:pt>
                <c:pt idx="5">
                  <c:v>32</c:v>
                </c:pt>
                <c:pt idx="6">
                  <c:v>40</c:v>
                </c:pt>
                <c:pt idx="7">
                  <c:v>52</c:v>
                </c:pt>
                <c:pt idx="8">
                  <c:v>78</c:v>
                </c:pt>
                <c:pt idx="9">
                  <c:v>97</c:v>
                </c:pt>
                <c:pt idx="10">
                  <c:v>52</c:v>
                </c:pt>
                <c:pt idx="11">
                  <c:v>30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16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记录数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4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2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359A0"/>
              </a:solidFill>
              <a:ln w="8890">
                <a:solidFill>
                  <a:srgbClr val="1359A0"/>
                </a:solidFill>
              </a:ln>
            </c:spPr>
          </c:marker>
          <c:trendline>
            <c:spPr>
              <a:ln w="19050">
                <a:solidFill>
                  <a:srgbClr val="1359A0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General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3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lineChart>
        <c:grouping val="standard"/>
        <c:varyColors val="0"/>
        <c:ser>
          <c:idx val="0"/>
          <c:order val="0"/>
          <c:tx>
            <c:v>物种甲</c:v>
          </c:tx>
          <c:spPr>
            <a:solidFill>
              <a:srgbClr val="136742"/>
            </a:solidFill>
            <a:ln w="19050">
              <a:solidFill>
                <a:srgbClr val="136742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136742"/>
              </a:solidFill>
              <a:ln w="8890">
                <a:solidFill>
                  <a:srgbClr val="136742"/>
                </a:solidFill>
              </a:ln>
            </c:spPr>
          </c:marke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50</c:v>
                </c:pt>
                <c:pt idx="1">
                  <c:v>80</c:v>
                </c:pt>
                <c:pt idx="2">
                  <c:v>115</c:v>
                </c:pt>
                <c:pt idx="3">
                  <c:v>133</c:v>
                </c:pt>
                <c:pt idx="4">
                  <c:v>112</c:v>
                </c:pt>
                <c:pt idx="5">
                  <c:v>83</c:v>
                </c:pt>
                <c:pt idx="6">
                  <c:v>54</c:v>
                </c:pt>
                <c:pt idx="7">
                  <c:v>30</c:v>
                </c:pt>
                <c:pt idx="8">
                  <c:v>18</c:v>
                </c:pt>
                <c:pt idx="9">
                  <c:v>24</c:v>
                </c:pt>
                <c:pt idx="10">
                  <c:v>31</c:v>
                </c:pt>
                <c:pt idx="11">
                  <c:v>47</c:v>
                </c:pt>
              </c:numCache>
            </c:numRef>
          </c:val>
          <c:smooth val="0"/>
        </c:ser>
        <c:ser>
          <c:idx val="1"/>
          <c:order val="1"/>
          <c:tx>
            <c:v>物种乙</c:v>
          </c:tx>
          <c:spPr>
            <a:solidFill>
              <a:srgbClr val="BD4F22"/>
            </a:solidFill>
            <a:ln w="19050">
              <a:solidFill>
                <a:srgbClr val="BD4F22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BD4F22"/>
              </a:solidFill>
              <a:ln w="8890">
                <a:solidFill>
                  <a:srgbClr val="BD4F22"/>
                </a:solidFill>
              </a:ln>
            </c:spPr>
          </c:marke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22</c:v>
                </c:pt>
                <c:pt idx="1">
                  <c:v>31</c:v>
                </c:pt>
                <c:pt idx="2">
                  <c:v>40</c:v>
                </c:pt>
                <c:pt idx="3">
                  <c:v>47</c:v>
                </c:pt>
                <c:pt idx="4">
                  <c:v>37</c:v>
                </c:pt>
                <c:pt idx="5">
                  <c:v>32</c:v>
                </c:pt>
                <c:pt idx="6">
                  <c:v>40</c:v>
                </c:pt>
                <c:pt idx="7">
                  <c:v>52</c:v>
                </c:pt>
                <c:pt idx="8">
                  <c:v>78</c:v>
                </c:pt>
                <c:pt idx="9">
                  <c:v>97</c:v>
                </c:pt>
                <c:pt idx="10">
                  <c:v>52</c:v>
                </c:pt>
                <c:pt idx="11">
                  <c:v>30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16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记录数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4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4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36742"/>
              </a:solidFill>
              <a:ln w="8890">
                <a:solidFill>
                  <a:srgbClr val="136742"/>
                </a:solidFill>
              </a:ln>
            </c:spPr>
          </c:marker>
          <c:trendline>
            <c:spPr>
              <a:ln w="19050">
                <a:solidFill>
                  <a:srgbClr val="136742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General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5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lineChart>
        <c:grouping val="standard"/>
        <c:varyColors val="0"/>
        <c:ser>
          <c:idx val="0"/>
          <c:order val="0"/>
          <c:tx>
            <c:v>物种甲</c:v>
          </c:tx>
          <c:spPr>
            <a:solidFill>
              <a:srgbClr val="07556B"/>
            </a:solidFill>
            <a:ln w="19050">
              <a:solidFill>
                <a:srgbClr val="07556B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07556B"/>
              </a:solidFill>
              <a:ln w="8890">
                <a:solidFill>
                  <a:srgbClr val="07556B"/>
                </a:solidFill>
              </a:ln>
            </c:spPr>
          </c:marke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50</c:v>
                </c:pt>
                <c:pt idx="1">
                  <c:v>80</c:v>
                </c:pt>
                <c:pt idx="2">
                  <c:v>115</c:v>
                </c:pt>
                <c:pt idx="3">
                  <c:v>133</c:v>
                </c:pt>
                <c:pt idx="4">
                  <c:v>112</c:v>
                </c:pt>
                <c:pt idx="5">
                  <c:v>83</c:v>
                </c:pt>
                <c:pt idx="6">
                  <c:v>54</c:v>
                </c:pt>
                <c:pt idx="7">
                  <c:v>30</c:v>
                </c:pt>
                <c:pt idx="8">
                  <c:v>18</c:v>
                </c:pt>
                <c:pt idx="9">
                  <c:v>24</c:v>
                </c:pt>
                <c:pt idx="10">
                  <c:v>31</c:v>
                </c:pt>
                <c:pt idx="11">
                  <c:v>47</c:v>
                </c:pt>
              </c:numCache>
            </c:numRef>
          </c:val>
          <c:smooth val="0"/>
        </c:ser>
        <c:ser>
          <c:idx val="1"/>
          <c:order val="1"/>
          <c:tx>
            <c:v>物种乙</c:v>
          </c:tx>
          <c:spPr>
            <a:solidFill>
              <a:srgbClr val="B77B08"/>
            </a:solidFill>
            <a:ln w="19050">
              <a:solidFill>
                <a:srgbClr val="B77B08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B77B08"/>
              </a:solidFill>
              <a:ln w="8890">
                <a:solidFill>
                  <a:srgbClr val="B77B08"/>
                </a:solidFill>
              </a:ln>
            </c:spPr>
          </c:marke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22</c:v>
                </c:pt>
                <c:pt idx="1">
                  <c:v>31</c:v>
                </c:pt>
                <c:pt idx="2">
                  <c:v>40</c:v>
                </c:pt>
                <c:pt idx="3">
                  <c:v>47</c:v>
                </c:pt>
                <c:pt idx="4">
                  <c:v>37</c:v>
                </c:pt>
                <c:pt idx="5">
                  <c:v>32</c:v>
                </c:pt>
                <c:pt idx="6">
                  <c:v>40</c:v>
                </c:pt>
                <c:pt idx="7">
                  <c:v>52</c:v>
                </c:pt>
                <c:pt idx="8">
                  <c:v>78</c:v>
                </c:pt>
                <c:pt idx="9">
                  <c:v>97</c:v>
                </c:pt>
                <c:pt idx="10">
                  <c:v>52</c:v>
                </c:pt>
                <c:pt idx="11">
                  <c:v>30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16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记录数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4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6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07556B"/>
              </a:solidFill>
              <a:ln w="8890">
                <a:solidFill>
                  <a:srgbClr val="07556B"/>
                </a:solidFill>
              </a:ln>
            </c:spPr>
          </c:marker>
          <c:trendline>
            <c:spPr>
              <a:ln w="19050">
                <a:solidFill>
                  <a:srgbClr val="07556B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General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7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lineChart>
        <c:grouping val="standard"/>
        <c:varyColors val="0"/>
        <c:ser>
          <c:idx val="0"/>
          <c:order val="0"/>
          <c:tx>
            <c:v>物种甲</c:v>
          </c:tx>
          <c:spPr>
            <a:solidFill>
              <a:srgbClr val="8F2445"/>
            </a:solidFill>
            <a:ln w="19050">
              <a:solidFill>
                <a:srgbClr val="8F2445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8F2445"/>
              </a:solidFill>
              <a:ln w="8890">
                <a:solidFill>
                  <a:srgbClr val="8F2445"/>
                </a:solidFill>
              </a:ln>
            </c:spPr>
          </c:marke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50</c:v>
                </c:pt>
                <c:pt idx="1">
                  <c:v>80</c:v>
                </c:pt>
                <c:pt idx="2">
                  <c:v>115</c:v>
                </c:pt>
                <c:pt idx="3">
                  <c:v>133</c:v>
                </c:pt>
                <c:pt idx="4">
                  <c:v>112</c:v>
                </c:pt>
                <c:pt idx="5">
                  <c:v>83</c:v>
                </c:pt>
                <c:pt idx="6">
                  <c:v>54</c:v>
                </c:pt>
                <c:pt idx="7">
                  <c:v>30</c:v>
                </c:pt>
                <c:pt idx="8">
                  <c:v>18</c:v>
                </c:pt>
                <c:pt idx="9">
                  <c:v>24</c:v>
                </c:pt>
                <c:pt idx="10">
                  <c:v>31</c:v>
                </c:pt>
                <c:pt idx="11">
                  <c:v>47</c:v>
                </c:pt>
              </c:numCache>
            </c:numRef>
          </c:val>
          <c:smooth val="0"/>
        </c:ser>
        <c:ser>
          <c:idx val="1"/>
          <c:order val="1"/>
          <c:tx>
            <c:v>物种乙</c:v>
          </c:tx>
          <c:spPr>
            <a:solidFill>
              <a:srgbClr val="AB7210"/>
            </a:solidFill>
            <a:ln w="19050">
              <a:solidFill>
                <a:srgbClr val="AB7210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AB7210"/>
              </a:solidFill>
              <a:ln w="8890">
                <a:solidFill>
                  <a:srgbClr val="AB7210"/>
                </a:solidFill>
              </a:ln>
            </c:spPr>
          </c:marke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22</c:v>
                </c:pt>
                <c:pt idx="1">
                  <c:v>31</c:v>
                </c:pt>
                <c:pt idx="2">
                  <c:v>40</c:v>
                </c:pt>
                <c:pt idx="3">
                  <c:v>47</c:v>
                </c:pt>
                <c:pt idx="4">
                  <c:v>37</c:v>
                </c:pt>
                <c:pt idx="5">
                  <c:v>32</c:v>
                </c:pt>
                <c:pt idx="6">
                  <c:v>40</c:v>
                </c:pt>
                <c:pt idx="7">
                  <c:v>52</c:v>
                </c:pt>
                <c:pt idx="8">
                  <c:v>78</c:v>
                </c:pt>
                <c:pt idx="9">
                  <c:v>97</c:v>
                </c:pt>
                <c:pt idx="10">
                  <c:v>52</c:v>
                </c:pt>
                <c:pt idx="11">
                  <c:v>30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16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记录数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4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8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8F2445"/>
              </a:solidFill>
              <a:ln w="8890">
                <a:solidFill>
                  <a:srgbClr val="8F2445"/>
                </a:solidFill>
              </a:ln>
            </c:spPr>
          </c:marker>
          <c:trendline>
            <c:spPr>
              <a:ln w="19050">
                <a:solidFill>
                  <a:srgbClr val="8F2445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General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9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lineChart>
        <c:grouping val="standard"/>
        <c:varyColors val="0"/>
        <c:ser>
          <c:idx val="0"/>
          <c:order val="0"/>
          <c:tx>
            <c:v>物种甲</c:v>
          </c:tx>
          <c:spPr>
            <a:solidFill>
              <a:srgbClr val="4D319F"/>
            </a:solidFill>
            <a:ln w="19050">
              <a:solidFill>
                <a:srgbClr val="4D319F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4D319F"/>
              </a:solidFill>
              <a:ln w="8890">
                <a:solidFill>
                  <a:srgbClr val="4D319F"/>
                </a:solidFill>
              </a:ln>
            </c:spPr>
          </c:marke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50</c:v>
                </c:pt>
                <c:pt idx="1">
                  <c:v>80</c:v>
                </c:pt>
                <c:pt idx="2">
                  <c:v>115</c:v>
                </c:pt>
                <c:pt idx="3">
                  <c:v>133</c:v>
                </c:pt>
                <c:pt idx="4">
                  <c:v>112</c:v>
                </c:pt>
                <c:pt idx="5">
                  <c:v>83</c:v>
                </c:pt>
                <c:pt idx="6">
                  <c:v>54</c:v>
                </c:pt>
                <c:pt idx="7">
                  <c:v>30</c:v>
                </c:pt>
                <c:pt idx="8">
                  <c:v>18</c:v>
                </c:pt>
                <c:pt idx="9">
                  <c:v>24</c:v>
                </c:pt>
                <c:pt idx="10">
                  <c:v>31</c:v>
                </c:pt>
                <c:pt idx="11">
                  <c:v>47</c:v>
                </c:pt>
              </c:numCache>
            </c:numRef>
          </c:val>
          <c:smooth val="0"/>
        </c:ser>
        <c:ser>
          <c:idx val="1"/>
          <c:order val="1"/>
          <c:tx>
            <c:v>物种乙</c:v>
          </c:tx>
          <c:spPr>
            <a:solidFill>
              <a:srgbClr val="A87D05"/>
            </a:solidFill>
            <a:ln w="19050">
              <a:solidFill>
                <a:srgbClr val="A87D05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A87D05"/>
              </a:solidFill>
              <a:ln w="8890">
                <a:solidFill>
                  <a:srgbClr val="A87D05"/>
                </a:solidFill>
              </a:ln>
            </c:spPr>
          </c:marke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22</c:v>
                </c:pt>
                <c:pt idx="1">
                  <c:v>31</c:v>
                </c:pt>
                <c:pt idx="2">
                  <c:v>40</c:v>
                </c:pt>
                <c:pt idx="3">
                  <c:v>47</c:v>
                </c:pt>
                <c:pt idx="4">
                  <c:v>37</c:v>
                </c:pt>
                <c:pt idx="5">
                  <c:v>32</c:v>
                </c:pt>
                <c:pt idx="6">
                  <c:v>40</c:v>
                </c:pt>
                <c:pt idx="7">
                  <c:v>52</c:v>
                </c:pt>
                <c:pt idx="8">
                  <c:v>78</c:v>
                </c:pt>
                <c:pt idx="9">
                  <c:v>97</c:v>
                </c:pt>
                <c:pt idx="10">
                  <c:v>52</c:v>
                </c:pt>
                <c:pt idx="11">
                  <c:v>30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16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记录数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4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0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4D319F"/>
              </a:solidFill>
              <a:ln w="8890">
                <a:solidFill>
                  <a:srgbClr val="4D319F"/>
                </a:solidFill>
              </a:ln>
            </c:spPr>
          </c:marker>
          <c:trendline>
            <c:spPr>
              <a:ln w="19050">
                <a:solidFill>
                  <a:srgbClr val="4D319F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General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1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lineChart>
        <c:grouping val="standard"/>
        <c:varyColors val="0"/>
        <c:ser>
          <c:idx val="0"/>
          <c:order val="0"/>
          <c:tx>
            <c:v>物种甲</c:v>
          </c:tx>
          <c:spPr>
            <a:solidFill>
              <a:srgbClr val="087F9A"/>
            </a:solidFill>
            <a:ln w="19050">
              <a:solidFill>
                <a:srgbClr val="087F9A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087F9A"/>
              </a:solidFill>
              <a:ln w="8890">
                <a:solidFill>
                  <a:srgbClr val="087F9A"/>
                </a:solidFill>
              </a:ln>
            </c:spPr>
          </c:marke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50</c:v>
                </c:pt>
                <c:pt idx="1">
                  <c:v>80</c:v>
                </c:pt>
                <c:pt idx="2">
                  <c:v>115</c:v>
                </c:pt>
                <c:pt idx="3">
                  <c:v>133</c:v>
                </c:pt>
                <c:pt idx="4">
                  <c:v>112</c:v>
                </c:pt>
                <c:pt idx="5">
                  <c:v>83</c:v>
                </c:pt>
                <c:pt idx="6">
                  <c:v>54</c:v>
                </c:pt>
                <c:pt idx="7">
                  <c:v>30</c:v>
                </c:pt>
                <c:pt idx="8">
                  <c:v>18</c:v>
                </c:pt>
                <c:pt idx="9">
                  <c:v>24</c:v>
                </c:pt>
                <c:pt idx="10">
                  <c:v>31</c:v>
                </c:pt>
                <c:pt idx="11">
                  <c:v>47</c:v>
                </c:pt>
              </c:numCache>
            </c:numRef>
          </c:val>
          <c:smooth val="0"/>
        </c:ser>
        <c:ser>
          <c:idx val="1"/>
          <c:order val="1"/>
          <c:tx>
            <c:v>物种乙</c:v>
          </c:tx>
          <c:spPr>
            <a:solidFill>
              <a:srgbClr val="CB4442"/>
            </a:solidFill>
            <a:ln w="19050">
              <a:solidFill>
                <a:srgbClr val="CB4442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CB4442"/>
              </a:solidFill>
              <a:ln w="8890">
                <a:solidFill>
                  <a:srgbClr val="CB4442"/>
                </a:solidFill>
              </a:ln>
            </c:spPr>
          </c:marke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22</c:v>
                </c:pt>
                <c:pt idx="1">
                  <c:v>31</c:v>
                </c:pt>
                <c:pt idx="2">
                  <c:v>40</c:v>
                </c:pt>
                <c:pt idx="3">
                  <c:v>47</c:v>
                </c:pt>
                <c:pt idx="4">
                  <c:v>37</c:v>
                </c:pt>
                <c:pt idx="5">
                  <c:v>32</c:v>
                </c:pt>
                <c:pt idx="6">
                  <c:v>40</c:v>
                </c:pt>
                <c:pt idx="7">
                  <c:v>52</c:v>
                </c:pt>
                <c:pt idx="8">
                  <c:v>78</c:v>
                </c:pt>
                <c:pt idx="9">
                  <c:v>97</c:v>
                </c:pt>
                <c:pt idx="10">
                  <c:v>52</c:v>
                </c:pt>
                <c:pt idx="11">
                  <c:v>30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16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记录数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4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2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087F9A"/>
              </a:solidFill>
              <a:ln w="8890">
                <a:solidFill>
                  <a:srgbClr val="087F9A"/>
                </a:solidFill>
              </a:ln>
            </c:spPr>
          </c:marker>
          <c:trendline>
            <c:spPr>
              <a:ln w="19050">
                <a:solidFill>
                  <a:srgbClr val="087F9A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General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3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359A0"/>
              </a:solidFill>
              <a:ln w="8890">
                <a:solidFill>
                  <a:srgbClr val="1359A0"/>
                </a:solidFill>
              </a:ln>
            </c:spPr>
          </c:marker>
          <c:trendline>
            <c:spPr>
              <a:ln w="19050">
                <a:solidFill>
                  <a:srgbClr val="1359A0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General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4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barChart>
        <c:barDir val="col"/>
        <c:grouping val="stacked"/>
        <c:varyColors val="0"/>
        <c:ser>
          <c:idx val="0"/>
          <c:order val="0"/>
          <c:tx>
            <c:v>Q1</c:v>
          </c:tx>
          <c:spPr>
            <a:noFill/>
            <a:ln>
              <a:noFill/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plus>
            <c:minus>
              <c:numLit>
                <c:formatCode>General</c:formatCode>
                <c:ptCount val="3"/>
                <c:pt idx="0">
                  <c:v>0.1365</c:v>
                </c:pt>
                <c:pt idx="1">
                  <c:v>0.1365</c:v>
                </c:pt>
                <c:pt idx="2">
                  <c:v>0.1365</c:v>
                </c:pt>
              </c:numLit>
            </c:minus>
            <c:spPr>
              <a:ln w="15240">
                <a:solidFill>
                  <a:srgbClr val="1359A0"/>
                </a:solidFill>
              </a:ln>
            </c:spPr>
          </c:errBars>
          <c:cat>
            <c:strRef>
              <c:f>'Chart Data'!$A$2:$A$4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1.4245</c:v>
                </c:pt>
                <c:pt idx="1">
                  <c:v>0.9245</c:v>
                </c:pt>
                <c:pt idx="2">
                  <c:v>0.4045</c:v>
                </c:pt>
              </c:numCache>
            </c:numRef>
          </c:val>
        </c:ser>
        <c:ser>
          <c:idx val="1"/>
          <c:order val="1"/>
          <c:tx>
            <c:v>Median minus Q1</c:v>
          </c:tx>
          <c:spPr>
            <a:solidFill>
              <a:srgbClr val="2685C9"/>
            </a:solidFill>
            <a:ln w="11430">
              <a:solidFill>
                <a:srgbClr val="1359A0"/>
              </a:solidFill>
            </a:ln>
          </c:spPr>
          <c:invertIfNegative val="0"/>
          <c:cat>
            <c:strRef>
              <c:f>'Chart Data'!$C$2:$C$4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0.165</c:v>
                </c:pt>
                <c:pt idx="1">
                  <c:v>0.165</c:v>
                </c:pt>
                <c:pt idx="2">
                  <c:v>0.165</c:v>
                </c:pt>
              </c:numCache>
            </c:numRef>
          </c:val>
        </c:ser>
        <c:ser>
          <c:idx val="2"/>
          <c:order val="2"/>
          <c:tx>
            <c:v>Q3 minus median</c:v>
          </c:tx>
          <c:spPr>
            <a:solidFill>
              <a:srgbClr val="2685C9"/>
            </a:solidFill>
            <a:ln w="11430">
              <a:solidFill>
                <a:srgbClr val="1359A0"/>
              </a:solidFill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0.1745</c:v>
                </c:pt>
                <c:pt idx="1">
                  <c:v>0.1745</c:v>
                </c:pt>
                <c:pt idx="2">
                  <c:v>0.1745</c:v>
                </c:pt>
              </c:numLit>
            </c:plus>
            <c:min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minus>
            <c:spPr>
              <a:ln w="15240">
                <a:solidFill>
                  <a:srgbClr val="1359A0"/>
                </a:solidFill>
              </a:ln>
            </c:spPr>
          </c:errBars>
          <c:cat>
            <c:strRef>
              <c:f>'Chart Data'!$E$2:$E$4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Data'!$F$2:$F$4</c:f>
              <c:numCache>
                <c:formatCode>General</c:formatCode>
                <c:ptCount val="3"/>
                <c:pt idx="0">
                  <c:v>0.103</c:v>
                </c:pt>
                <c:pt idx="1">
                  <c:v>0.103</c:v>
                </c:pt>
                <c:pt idx="2">
                  <c:v>0.103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2.5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多样性指数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5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areaChart>
        <c:grouping val="stacked"/>
        <c:varyColors val="0"/>
        <c:ser>
          <c:idx val="0"/>
          <c:order val="0"/>
          <c:tx>
            <c:v>Lower bound</c:v>
          </c:tx>
          <c:spPr>
            <a:noFill/>
            <a:ln>
              <a:noFill/>
            </a:ln>
          </c:spP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0.61</c:v>
                </c:pt>
                <c:pt idx="1">
                  <c:v>0.71</c:v>
                </c:pt>
                <c:pt idx="2">
                  <c:v>0.9</c:v>
                </c:pt>
                <c:pt idx="3">
                  <c:v>1.09</c:v>
                </c:pt>
                <c:pt idx="4">
                  <c:v>1.28</c:v>
                </c:pt>
                <c:pt idx="5">
                  <c:v>1.13</c:v>
                </c:pt>
                <c:pt idx="6">
                  <c:v>0.91</c:v>
                </c:pt>
                <c:pt idx="7">
                  <c:v>0.73</c:v>
                </c:pt>
                <c:pt idx="8">
                  <c:v>0.64</c:v>
                </c:pt>
                <c:pt idx="9">
                  <c:v>0.53</c:v>
                </c:pt>
                <c:pt idx="10">
                  <c:v>0.47</c:v>
                </c:pt>
                <c:pt idx="11">
                  <c:v>0.42</c:v>
                </c:pt>
              </c:numCache>
            </c:numRef>
          </c:val>
        </c:ser>
        <c:ser>
          <c:idx val="1"/>
          <c:order val="1"/>
          <c:tx>
            <c:v>Band width</c:v>
          </c:tx>
          <c:spPr>
            <a:solidFill>
              <a:srgbClr val="EDF5FF"/>
            </a:solidFill>
            <a:ln>
              <a:noFill/>
            </a:ln>
          </c:spP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0.34</c:v>
                </c:pt>
                <c:pt idx="1">
                  <c:v>0.38</c:v>
                </c:pt>
                <c:pt idx="2">
                  <c:v>0.4</c:v>
                </c:pt>
                <c:pt idx="3">
                  <c:v>0.42</c:v>
                </c:pt>
                <c:pt idx="4">
                  <c:v>0.4</c:v>
                </c:pt>
                <c:pt idx="5">
                  <c:v>0.38</c:v>
                </c:pt>
                <c:pt idx="6">
                  <c:v>0.38</c:v>
                </c:pt>
                <c:pt idx="7">
                  <c:v>0.38</c:v>
                </c:pt>
                <c:pt idx="8">
                  <c:v>0.38</c:v>
                </c:pt>
                <c:pt idx="9">
                  <c:v>0.38</c:v>
                </c:pt>
                <c:pt idx="10">
                  <c:v>0.38</c:v>
                </c:pt>
                <c:pt idx="11">
                  <c:v>0.36</c:v>
                </c:pt>
              </c:numCache>
            </c:numRef>
          </c:val>
        </c:ser>
        <c:axId val="48650112"/>
        <c:axId val="48672768"/>
      </c:areaChart>
      <c:lineChart>
        <c:grouping val="standard"/>
        <c:varyColors val="0"/>
        <c:ser>
          <c:idx val="2"/>
          <c:order val="2"/>
          <c:tx>
            <c:v>情景 A</c:v>
          </c:tx>
          <c:spPr>
            <a:solidFill>
              <a:srgbClr val="1359A0"/>
            </a:solidFill>
            <a:ln w="19050">
              <a:solidFill>
                <a:srgbClr val="1359A0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1359A0"/>
              </a:solidFill>
              <a:ln w="8890">
                <a:solidFill>
                  <a:srgbClr val="1359A0"/>
                </a:solidFill>
              </a:ln>
            </c:spPr>
          </c:marker>
          <c:cat>
            <c:strRef>
              <c:f>'Chart Data'!$E$2:$E$13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Data'!$F$2:$F$13</c:f>
              <c:numCache>
                <c:formatCode>General</c:formatCode>
                <c:ptCount val="12"/>
                <c:pt idx="0">
                  <c:v>0.78</c:v>
                </c:pt>
                <c:pt idx="1">
                  <c:v>0.9</c:v>
                </c:pt>
                <c:pt idx="2">
                  <c:v>1.1</c:v>
                </c:pt>
                <c:pt idx="3">
                  <c:v>1.3</c:v>
                </c:pt>
                <c:pt idx="4">
                  <c:v>1.48</c:v>
                </c:pt>
                <c:pt idx="5">
                  <c:v>1.32</c:v>
                </c:pt>
                <c:pt idx="6">
                  <c:v>1.1</c:v>
                </c:pt>
                <c:pt idx="7">
                  <c:v>0.92</c:v>
                </c:pt>
                <c:pt idx="8">
                  <c:v>0.83</c:v>
                </c:pt>
                <c:pt idx="9">
                  <c:v>0.72</c:v>
                </c:pt>
                <c:pt idx="10">
                  <c:v>0.66</c:v>
                </c:pt>
                <c:pt idx="11">
                  <c:v>0.6</c:v>
                </c:pt>
              </c:numCache>
            </c:numRef>
          </c:val>
          <c:smooth val="0"/>
        </c:ser>
        <c:ser>
          <c:idx val="3"/>
          <c:order val="3"/>
          <c:tx>
            <c:v>情景 B</c:v>
          </c:tx>
          <c:spPr>
            <a:solidFill>
              <a:srgbClr val="B82D32"/>
            </a:solidFill>
            <a:ln w="19050">
              <a:solidFill>
                <a:srgbClr val="B82D32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B82D32"/>
              </a:solidFill>
              <a:ln w="8890">
                <a:solidFill>
                  <a:srgbClr val="B82D32"/>
                </a:solidFill>
              </a:ln>
            </c:spPr>
          </c:marker>
          <c:cat>
            <c:strRef>
              <c:f>'Chart Data'!$G$2:$G$13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Data'!$H$2:$H$13</c:f>
              <c:numCache>
                <c:formatCode>General</c:formatCode>
                <c:ptCount val="12"/>
                <c:pt idx="0">
                  <c:v>0.24</c:v>
                </c:pt>
                <c:pt idx="1">
                  <c:v>0.32</c:v>
                </c:pt>
                <c:pt idx="2">
                  <c:v>0.44</c:v>
                </c:pt>
                <c:pt idx="3">
                  <c:v>0.61</c:v>
                </c:pt>
                <c:pt idx="4">
                  <c:v>0.72</c:v>
                </c:pt>
                <c:pt idx="5">
                  <c:v>0.6</c:v>
                </c:pt>
                <c:pt idx="6">
                  <c:v>0.52</c:v>
                </c:pt>
                <c:pt idx="7">
                  <c:v>0.38</c:v>
                </c:pt>
                <c:pt idx="8">
                  <c:v>0.31</c:v>
                </c:pt>
                <c:pt idx="9">
                  <c:v>0.27</c:v>
                </c:pt>
                <c:pt idx="10">
                  <c:v>0.25</c:v>
                </c:pt>
                <c:pt idx="11">
                  <c:v>0.24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2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相对活动指数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6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27"/>
          <c:y val="0.05"/>
          <c:w val="0.69"/>
          <c:h val="0.635"/>
        </c:manualLayout>
      </c:layout>
      <c:scatterChart>
        <c:scatterStyle val="marker"/>
        <c:varyColors val="0"/>
        <c:ser>
          <c:idx val="0"/>
          <c:order val="0"/>
          <c:tx>
            <c:v>效应估计</c:v>
          </c:tx>
          <c:spPr>
            <a:noFill/>
            <a:ln>
              <a:noFill/>
            </a:ln>
          </c:spPr>
          <c:marker>
            <c:symbol val="circle"/>
            <c:size val="7"/>
            <c:spPr>
              <a:solidFill>
                <a:srgbClr val="1359A0"/>
              </a:solidFill>
              <a:ln w="8890">
                <a:solidFill>
                  <a:srgbClr val="1359A0"/>
                </a:solidFill>
              </a:ln>
            </c:spPr>
          </c:marker>
          <c:errBars>
            <c:errDir val="x"/>
            <c:errBarType val="both"/>
            <c:errValType val="cust"/>
            <c:noEndCap val="0"/>
            <c:pl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0.22</c:v>
                </c:pt>
                <c:pt idx="3">
                  <c:v>0.2</c:v>
                </c:pt>
              </c:numLit>
            </c:plus>
            <c:min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0.21</c:v>
                </c:pt>
                <c:pt idx="3">
                  <c:v>0.18</c:v>
                </c:pt>
              </c:numLit>
            </c:minus>
            <c:spPr>
              <a:ln w="15240">
                <a:solidFill>
                  <a:srgbClr val="1359A0"/>
                </a:solidFill>
              </a:ln>
            </c:spPr>
          </c:errBars>
          <c:xVal>
            <c:numRef>
              <c:f>'Chart Data'!$A$2:$A$5</c:f>
              <c:numCache>
                <c:formatCode>General</c:formatCode>
                <c:ptCount val="4"/>
                <c:pt idx="0">
                  <c:v>0.42</c:v>
                </c:pt>
                <c:pt idx="1">
                  <c:v>-0.24</c:v>
                </c:pt>
                <c:pt idx="2">
                  <c:v>0.31</c:v>
                </c:pt>
                <c:pt idx="3">
                  <c:v>-0.44</c:v>
                </c:pt>
              </c:numCache>
            </c:numRef>
          </c:xVal>
          <c:yVal>
            <c:numRef>
              <c:f>'Chart Data'!$B$2:$B$5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5"/>
          <c:min val="0"/>
        </c:scaling>
        <c:delete val="0"/>
        <c:axPos val="l"/>
        <c:numFmt formatCode="&quot;&quot;" sourceLinked="0"/>
        <c:majorTickMark val="none"/>
        <c:minorTickMark val="none"/>
        <c:tickLblPos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8"/>
          <c:min val="-0.8"/>
        </c:scaling>
        <c:delete val="0"/>
        <c:axPos val="b"/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4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7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8"/>
          <c:w val="0.81"/>
          <c:h val="0.525"/>
        </c:manualLayout>
      </c:layout>
      <c:scatterChart>
        <c:scatterStyle val="marker"/>
        <c:varyColors val="0"/>
        <c:ser>
          <c:idx val="0"/>
          <c:order val="0"/>
          <c:tx>
            <c:v>示意数据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36742"/>
              </a:solidFill>
              <a:ln w="8890">
                <a:solidFill>
                  <a:srgbClr val="136742"/>
                </a:solidFill>
              </a:ln>
            </c:spPr>
          </c:marker>
          <c:trendline>
            <c:spPr>
              <a:ln w="19050">
                <a:solidFill>
                  <a:srgbClr val="136742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Data'!$A$2:$A$27</c:f>
              <c:numCache>
                <c:formatCode>General</c:formatCode>
                <c:ptCount val="26"/>
                <c:pt idx="0">
                  <c:v>10</c:v>
                </c:pt>
                <c:pt idx="1">
                  <c:v>12.2</c:v>
                </c:pt>
                <c:pt idx="2">
                  <c:v>14.4</c:v>
                </c:pt>
                <c:pt idx="3">
                  <c:v>16.6</c:v>
                </c:pt>
                <c:pt idx="4">
                  <c:v>18.8</c:v>
                </c:pt>
                <c:pt idx="5">
                  <c:v>21</c:v>
                </c:pt>
                <c:pt idx="6">
                  <c:v>23.2</c:v>
                </c:pt>
                <c:pt idx="7">
                  <c:v>25.4</c:v>
                </c:pt>
                <c:pt idx="8">
                  <c:v>27.6</c:v>
                </c:pt>
                <c:pt idx="9">
                  <c:v>29.8</c:v>
                </c:pt>
                <c:pt idx="10">
                  <c:v>32</c:v>
                </c:pt>
                <c:pt idx="11">
                  <c:v>34.2</c:v>
                </c:pt>
                <c:pt idx="12">
                  <c:v>36.4</c:v>
                </c:pt>
                <c:pt idx="13">
                  <c:v>38.6</c:v>
                </c:pt>
                <c:pt idx="14">
                  <c:v>40.8</c:v>
                </c:pt>
                <c:pt idx="15">
                  <c:v>43</c:v>
                </c:pt>
                <c:pt idx="16">
                  <c:v>45.2</c:v>
                </c:pt>
                <c:pt idx="17">
                  <c:v>47.4</c:v>
                </c:pt>
                <c:pt idx="18">
                  <c:v>49.6</c:v>
                </c:pt>
                <c:pt idx="19">
                  <c:v>51.8</c:v>
                </c:pt>
                <c:pt idx="20">
                  <c:v>54</c:v>
                </c:pt>
                <c:pt idx="21">
                  <c:v>56.2</c:v>
                </c:pt>
                <c:pt idx="22">
                  <c:v>58.4</c:v>
                </c:pt>
                <c:pt idx="23">
                  <c:v>60.6</c:v>
                </c:pt>
                <c:pt idx="24">
                  <c:v>62.8</c:v>
                </c:pt>
                <c:pt idx="25">
                  <c:v>65</c:v>
                </c:pt>
              </c:numCache>
            </c:numRef>
          </c:xVal>
          <c:yVal>
            <c:numRef>
              <c:f>'Chart Data'!$B$2:$B$27</c:f>
              <c:numCache>
                <c:formatCode>General</c:formatCode>
                <c:ptCount val="26"/>
                <c:pt idx="0">
                  <c:v>10</c:v>
                </c:pt>
                <c:pt idx="1">
                  <c:v>16.7</c:v>
                </c:pt>
                <c:pt idx="2">
                  <c:v>10.6</c:v>
                </c:pt>
                <c:pt idx="3">
                  <c:v>15.2</c:v>
                </c:pt>
                <c:pt idx="4">
                  <c:v>23.7</c:v>
                </c:pt>
                <c:pt idx="5">
                  <c:v>18.3</c:v>
                </c:pt>
                <c:pt idx="6">
                  <c:v>20.5</c:v>
                </c:pt>
                <c:pt idx="7">
                  <c:v>30.4</c:v>
                </c:pt>
                <c:pt idx="8">
                  <c:v>26.2</c:v>
                </c:pt>
                <c:pt idx="9">
                  <c:v>26</c:v>
                </c:pt>
                <c:pt idx="10">
                  <c:v>36.6</c:v>
                </c:pt>
                <c:pt idx="11">
                  <c:v>34.2</c:v>
                </c:pt>
                <c:pt idx="12">
                  <c:v>31.9</c:v>
                </c:pt>
                <c:pt idx="13">
                  <c:v>42.4</c:v>
                </c:pt>
                <c:pt idx="14">
                  <c:v>42.2</c:v>
                </c:pt>
                <c:pt idx="15">
                  <c:v>38.1</c:v>
                </c:pt>
                <c:pt idx="16">
                  <c:v>48</c:v>
                </c:pt>
                <c:pt idx="17">
                  <c:v>50</c:v>
                </c:pt>
                <c:pt idx="18">
                  <c:v>44.6</c:v>
                </c:pt>
                <c:pt idx="19">
                  <c:v>53.3</c:v>
                </c:pt>
                <c:pt idx="20">
                  <c:v>57.7</c:v>
                </c:pt>
                <c:pt idx="21">
                  <c:v>51.6</c:v>
                </c:pt>
                <c:pt idx="22">
                  <c:v>58.5</c:v>
                </c:pt>
                <c:pt idx="23">
                  <c:v>65.1</c:v>
                </c:pt>
                <c:pt idx="24">
                  <c:v>59</c:v>
                </c:pt>
                <c:pt idx="25">
                  <c:v>63.7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80"/>
          <c:min val="0"/>
        </c:scaling>
        <c:delete val="0"/>
        <c:axPos val="l"/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0"/>
      </c:valAx>
      <c:valAx>
        <c:axId val="48650112"/>
        <c:scaling>
          <c:orientation val="minMax"/>
          <c:max val="80"/>
          <c:min val="0"/>
        </c:scaling>
        <c:delete val="0"/>
        <c:axPos val="b"/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2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notesMasters/_rels/notesMaster1.xml.rels><?xml version='1.0' encoding='utf-8'?>
<Relationships xmlns="http://schemas.openxmlformats.org/package/2006/relationships"><Relationship Type="http://schemas.openxmlformats.org/officeDocument/2006/relationships/theme" Target="/ppt/notesMasters/theme/theme3.xml" Id="R913960fe16274819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/>
      </p:grpSpPr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?>
<Relationships xmlns="http://schemas.openxmlformats.org/package/2006/relationships"><Relationship Type="http://schemas.openxmlformats.org/officeDocument/2006/relationships/slide" Target="/ppt/slides/slide1.xml" Id="R9a7bfe174d0e4ccf" /><Relationship Type="http://schemas.openxmlformats.org/officeDocument/2006/relationships/notesMaster" Target="/ppt/notesMasters/notesMaster1.xml" Id="R0c5b9a79d98d42ed" /></Relationships>
</file>

<file path=ppt/notesSlides/_rels/notesSlide2.xml.rels><?xml version='1.0' encoding='utf-8'?>
<Relationships xmlns="http://schemas.openxmlformats.org/package/2006/relationships"><Relationship Type="http://schemas.openxmlformats.org/officeDocument/2006/relationships/slide" Target="/ppt/slides/slide2.xml" Id="R9a7bfe174d0e4ccf" /><Relationship Type="http://schemas.openxmlformats.org/officeDocument/2006/relationships/notesMaster" Target="/ppt/notesMasters/notesMaster1.xml" Id="R0c5b9a79d98d42ed" /></Relationships>
</file>

<file path=ppt/notesSlides/_rels/notesSlide3.xml.rels><?xml version='1.0' encoding='utf-8'?>
<Relationships xmlns="http://schemas.openxmlformats.org/package/2006/relationships"><Relationship Type="http://schemas.openxmlformats.org/officeDocument/2006/relationships/slide" Target="/ppt/slides/slide3.xml" Id="R9a7bfe174d0e4ccf" /><Relationship Type="http://schemas.openxmlformats.org/officeDocument/2006/relationships/notesMaster" Target="/ppt/notesMasters/notesMaster1.xml" Id="R0c5b9a79d98d42ed" /></Relationships>
</file>

<file path=ppt/notesSlides/_rels/notesSlide4.xml.rels><?xml version='1.0' encoding='utf-8'?>
<Relationships xmlns="http://schemas.openxmlformats.org/package/2006/relationships"><Relationship Type="http://schemas.openxmlformats.org/officeDocument/2006/relationships/slide" Target="/ppt/slides/slide4.xml" Id="R9a7bfe174d0e4ccf" /><Relationship Type="http://schemas.openxmlformats.org/officeDocument/2006/relationships/notesMaster" Target="/ppt/notesMasters/notesMaster1.xml" Id="R0c5b9a79d98d42ed" /></Relationships>
</file>

<file path=ppt/notesSlides/_rels/notesSlide5.xml.rels><?xml version='1.0' encoding='utf-8'?>
<Relationships xmlns="http://schemas.openxmlformats.org/package/2006/relationships"><Relationship Type="http://schemas.openxmlformats.org/officeDocument/2006/relationships/slide" Target="/ppt/slides/slide5.xml" Id="R9a7bfe174d0e4ccf" /><Relationship Type="http://schemas.openxmlformats.org/officeDocument/2006/relationships/notesMaster" Target="/ppt/notesMasters/notesMaster1.xml" Id="R0c5b9a79d98d42ed" /></Relationships>
</file>

<file path=ppt/notesSlides/_rels/notesSlide6.xml.rels><?xml version='1.0' encoding='utf-8'?>
<Relationships xmlns="http://schemas.openxmlformats.org/package/2006/relationships"><Relationship Type="http://schemas.openxmlformats.org/officeDocument/2006/relationships/slide" Target="/ppt/slides/slide6.xml" Id="R9a7bfe174d0e4ccf" /><Relationship Type="http://schemas.openxmlformats.org/officeDocument/2006/relationships/notesMaster" Target="/ppt/notesMasters/notesMaster1.xml" Id="R0c5b9a79d98d42ed" /></Relationships>
</file>

<file path=ppt/notesSlides/_rels/notesSlide7.xml.rels><?xml version='1.0' encoding='utf-8'?>
<Relationships xmlns="http://schemas.openxmlformats.org/package/2006/relationships"><Relationship Type="http://schemas.openxmlformats.org/officeDocument/2006/relationships/slide" Target="/ppt/slides/slide7.xml" Id="R4cf529f6e1c7487c" /><Relationship Type="http://schemas.openxmlformats.org/officeDocument/2006/relationships/notesMaster" Target="/ppt/notesMasters/notesMaster1.xml" Id="Rf4725e7255104779" /></Relationships>
</file>

<file path=ppt/notesSlides/_rels/notesSlide8.xml.rels><?xml version='1.0' encoding='utf-8'?>
<Relationships xmlns="http://schemas.openxmlformats.org/package/2006/relationships"><Relationship Type="http://schemas.openxmlformats.org/officeDocument/2006/relationships/slide" Target="/ppt/slides/slide8.xml" Id="Rb8ecb1a0f4c347b8" /><Relationship Type="http://schemas.openxmlformats.org/officeDocument/2006/relationships/notesMaster" Target="/ppt/notesMasters/notesMaster1.xml" Id="R1f9ddf8ce2e948fd" /></Relationships>
</file>

<file path=ppt/notesSlides/_rels/notesSlide9.xml.rels><?xml version='1.0' encoding='utf-8'?>
<Relationships xmlns="http://schemas.openxmlformats.org/package/2006/relationships"><Relationship Type="http://schemas.openxmlformats.org/officeDocument/2006/relationships/slide" Target="/ppt/slides/slide9.xml" Id="R1567c83f4b6a4b74" /><Relationship Type="http://schemas.openxmlformats.org/officeDocument/2006/relationships/notesMaster" Target="/ppt/notesMasters/notesMaster1.xml" Id="R0926ce8f21de4b11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Layout: L2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progress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Layout: L2</a:t>
            </a:r>
            <a:endParaRPr/>
          </a:p>
          <a:p>
            <a:r>
              <a:rPr/>
              <a:t>Palette: P2</a:t>
            </a:r>
            <a:endParaRPr/>
          </a:p>
          <a:p>
            <a:r>
              <a:rPr/>
              <a:t>Scenario: progress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Layout: L2</a:t>
            </a:r>
            <a:endParaRPr/>
          </a:p>
          <a:p>
            <a:r>
              <a:rPr/>
              <a:t>Palette: P3</a:t>
            </a:r>
            <a:endParaRPr/>
          </a:p>
          <a:p>
            <a:r>
              <a:rPr/>
              <a:t>Scenario: progress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Layout: L2</a:t>
            </a:r>
            <a:endParaRPr/>
          </a:p>
          <a:p>
            <a:r>
              <a:rPr/>
              <a:t>Palette: P4</a:t>
            </a:r>
            <a:endParaRPr/>
          </a:p>
          <a:p>
            <a:r>
              <a:rPr/>
              <a:t>Scenario: progress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Layout: L2</a:t>
            </a:r>
            <a:endParaRPr/>
          </a:p>
          <a:p>
            <a:r>
              <a:rPr/>
              <a:t>Palette: P5</a:t>
            </a:r>
            <a:endParaRPr/>
          </a:p>
          <a:p>
            <a:r>
              <a:rPr/>
              <a:t>Scenario: progress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Layout: L2</a:t>
            </a:r>
            <a:endParaRPr/>
          </a:p>
          <a:p>
            <a:r>
              <a:rPr/>
              <a:t>Palette: P6</a:t>
            </a:r>
            <a:endParaRPr/>
          </a:p>
          <a:p>
            <a:r>
              <a:rPr/>
              <a:t>Scenario: progress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charts.2: 本样板人工构造的合成数据，仅测试版式与编辑功能，不代表真实研究。</a:t>
            </a:r>
            <a:endParaRPr/>
          </a:p>
          <a:p>
            <a:r>
              <a:rPr/>
              <a:t>charts.3: 本样板人工构造的合成数据，仅测试版式与编辑功能，不代表真实研究。</a:t>
            </a:r>
            <a:endParaRPr/>
          </a:p>
          <a:p>
            <a:r>
              <a:rPr/>
              <a:t>Layout: L11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progress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chart: 本样板人工构造的合成数据，仅测试版式与编辑功能，不代表真实研究。</a:t>
            </a:r>
            <a:endParaRPr/>
          </a:p>
          <a:p>
            <a:r>
              <a:rPr/>
              <a:t>Layout: L1</a:t>
            </a:r>
            <a:endParaRPr/>
          </a:p>
          <a:p>
            <a:r>
              <a:rPr/>
              <a:t>Palette: P2</a:t>
            </a:r>
            <a:endParaRPr/>
          </a:p>
          <a:p>
            <a:r>
              <a:rPr/>
              <a:t>Scenario: progress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L4</a:t>
            </a:r>
            <a:endParaRPr/>
          </a:p>
          <a:p>
            <a:r>
              <a:rPr/>
              <a:t>Palette: P4</a:t>
            </a:r>
            <a:endParaRPr/>
          </a:p>
          <a:p>
            <a:r>
              <a:rPr/>
              <a:t>Scenario: progress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baf52e31fc704bdc" /></Relationships>
</file>

<file path=ppt/slideLayouts/_rels/slideLayout2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cc99deef56624ca4" /></Relationships>
</file>

<file path=ppt/slideLayouts/_rels/slideLayout3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4e39dd14fa8a4888" /></Relationships>
</file>

<file path=ppt/slideLayouts/_rels/slideLayout4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a2019ee27f334608" /></Relationships>
</file>

<file path=ppt/slideLayouts/_rels/slideLayout5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5d4efeff5946454b" /></Relationships>
</file>

<file path=ppt/slideLayouts/_rels/slideLayout6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8f0a95e591e2447b" /></Relationships>
</file>

<file path=ppt/slideLayouts/slideLayout1.xml><?xml version="1.0" encoding="utf-8"?>
<p:sldLayout xmlns:a="http://schemas.openxmlformats.org/drawingml/2006/main" xmlns:ns2="http://schemas.microsoft.com/office/drawing/2014/main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E21DDFB4-60E9-4420-837B-4EAFB84C7F8A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Subtitle">
            <a:extLst>
              <a:ext uri="{FF2B5EF4-FFF2-40B4-BE49-F238E27FC236}">
                <ns2:creationId id="{BA6D5EBE-242C-4508-A254-68F0361F2C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2.xml><?xml version="1.0" encoding="utf-8"?>
<p:sldLayout xmlns:a="http://schemas.openxmlformats.org/drawingml/2006/main" xmlns:ns2="http://schemas.microsoft.com/office/drawing/2014/main" xmlns:p="http://schemas.openxmlformats.org/presentationml/2006/main">
  <p:cSld name="Section Header">
    <p:spTree>
      <p:nvGrpSpPr>
        <p:cNvPr id="1" name=""/>
        <p:cNvGrpSpPr/>
        <p:nvPr/>
      </p:nvGrpSpPr>
      <p:grpSpPr>
        <a:xfrm/>
      </p:grpSpPr>
      <p:sp>
        <p:nvSpPr>
          <p:cNvPr id="2" name="Section title">
            <a:extLst>
              <a:ext uri="{FF2B5EF4-FFF2-40B4-BE49-F238E27FC236}">
                <ns2:creationId id="{F3991E54-819B-4ED6-9326-19572329AD9C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Body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4A5A72E8-86C1-46ED-A1BC-F369108CD320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Body">
            <a:extLst>
              <a:ext uri="{FF2B5EF4-FFF2-40B4-BE49-F238E27FC236}">
                <ns2:creationId id="{8031CA3D-0D23-4984-9215-673B4A1B6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Two Column">
    <p:spTree>
      <p:nvGrpSpPr>
        <p:cNvPr id="1" name=""/>
        <p:cNvGrpSpPr/>
        <p:nvPr/>
      </p:nvGrpSpPr>
      <p:grpSpPr>
        <a:xfrm/>
      </p:grpSpPr>
      <p:sp>
        <p:nvSpPr>
          <p:cNvPr id="4" name="Title">
            <a:extLst>
              <a:ext uri="{FF2B5EF4-FFF2-40B4-BE49-F238E27FC236}">
                <ns2:creationId id="{922F6E40-86FA-4835-B28B-BF278BD475D9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Left column">
            <a:extLst>
              <a:ext uri="{FF2B5EF4-FFF2-40B4-BE49-F238E27FC236}">
                <ns2:creationId id="{FD9AD838-E562-4A78-B4FE-FD51C23729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3" name="Right column">
            <a:extLst>
              <a:ext uri="{FF2B5EF4-FFF2-40B4-BE49-F238E27FC236}">
                <ns2:creationId id="{C0491689-BA57-479D-8DBB-64C3F430271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One Column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492D91ED-15BC-40F7-81FF-B7D476EC4A02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Left column">
            <a:extLst>
              <a:ext uri="{FF2B5EF4-FFF2-40B4-BE49-F238E27FC236}">
                <ns2:creationId id="{F6AFA915-A911-40E5-8450-F19F3270D7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type="blank">
  <p:cSld name="Blank">
    <p:spTree>
      <p:nvGrpSpPr>
        <p:cNvPr id="1" name=""/>
        <p:cNvGrpSpPr/>
        <p:nvPr/>
      </p:nvGrpSpPr>
      <p:grpSpPr>
        <a:xfrm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cc3513c773d440ab" /><Relationship Type="http://schemas.openxmlformats.org/officeDocument/2006/relationships/slideLayout" Target="/ppt/slideLayouts/slideLayout1.xml" Id="R26173e832a724c71" /><Relationship Type="http://schemas.openxmlformats.org/officeDocument/2006/relationships/slideLayout" Target="/ppt/slideLayouts/slideLayout2.xml" Id="R960f9b439dd84bd9" /><Relationship Type="http://schemas.openxmlformats.org/officeDocument/2006/relationships/slideLayout" Target="/ppt/slideLayouts/slideLayout3.xml" Id="Rd9ec3fb0d6e8413b" /><Relationship Type="http://schemas.openxmlformats.org/officeDocument/2006/relationships/slideLayout" Target="/ppt/slideLayouts/slideLayout4.xml" Id="R124ea3bf6ddc4914" /><Relationship Type="http://schemas.openxmlformats.org/officeDocument/2006/relationships/slideLayout" Target="/ppt/slideLayouts/slideLayout5.xml" Id="Rbf3e53cbc2464fbc" /><Relationship Type="http://schemas.openxmlformats.org/officeDocument/2006/relationships/slideLayout" Target="/ppt/slideLayouts/slideLayout6.xml" Id="Rd77528f4ddf74050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26173e832a724c71"/>
    <p:sldLayoutId id="2147483650" r:id="R960f9b439dd84bd9"/>
    <p:sldLayoutId id="2147483651" r:id="Rd9ec3fb0d6e8413b"/>
    <p:sldLayoutId id="2147483652" r:id="R124ea3bf6ddc4914"/>
    <p:sldLayoutId id="2147483653" r:id="Rbf3e53cbc2464fbc"/>
    <p:sldLayoutId id="2147483654" r:id="Rd77528f4ddf74050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Noto Sans CJK SC"/>
          <a:ea typeface="Noto Sans CJK SC"/>
          <a:cs typeface="Noto Sans CJK SC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marL="457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marL="914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marL="1371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marL="18288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marL="22860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marL="2743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marL="3200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marL="3657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606f0e8d39384224" /><Relationship Type="http://schemas.openxmlformats.org/officeDocument/2006/relationships/image" Target="/ppt/media/image.png" Id="R4b4819146d1b40d0" /><Relationship Type="http://schemas.openxmlformats.org/officeDocument/2006/relationships/chart" Target="/ppt/charts/chart1.xml" Id="Rd2fd00bda74e4d93" /><Relationship Type="http://schemas.openxmlformats.org/officeDocument/2006/relationships/chart" Target="/ppt/charts/chart2.xml" Id="Re728cd7a426649f7" /><Relationship Type="http://schemas.openxmlformats.org/officeDocument/2006/relationships/notesSlide" Target="/ppt/notesSlides/notesSlide1.xml" Id="R4c85476b41b04e9a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606f0e8d39384224" /><Relationship Type="http://schemas.openxmlformats.org/officeDocument/2006/relationships/image" Target="/ppt/media/image.png" Id="R4b4819146d1b40d0" /><Relationship Type="http://schemas.openxmlformats.org/officeDocument/2006/relationships/chart" Target="/ppt/charts/chart3.xml" Id="Rd2fd00bda74e4d93" /><Relationship Type="http://schemas.openxmlformats.org/officeDocument/2006/relationships/chart" Target="/ppt/charts/chart4.xml" Id="Re728cd7a426649f7" /><Relationship Type="http://schemas.openxmlformats.org/officeDocument/2006/relationships/notesSlide" Target="/ppt/notesSlides/notesSlide2.xml" Id="R4c85476b41b04e9a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606f0e8d39384224" /><Relationship Type="http://schemas.openxmlformats.org/officeDocument/2006/relationships/image" Target="/ppt/media/image.png" Id="R4b4819146d1b40d0" /><Relationship Type="http://schemas.openxmlformats.org/officeDocument/2006/relationships/chart" Target="/ppt/charts/chart5.xml" Id="Rd2fd00bda74e4d93" /><Relationship Type="http://schemas.openxmlformats.org/officeDocument/2006/relationships/chart" Target="/ppt/charts/chart6.xml" Id="Re728cd7a426649f7" /><Relationship Type="http://schemas.openxmlformats.org/officeDocument/2006/relationships/notesSlide" Target="/ppt/notesSlides/notesSlide3.xml" Id="R4c85476b41b04e9a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606f0e8d39384224" /><Relationship Type="http://schemas.openxmlformats.org/officeDocument/2006/relationships/image" Target="/ppt/media/image.png" Id="R4b4819146d1b40d0" /><Relationship Type="http://schemas.openxmlformats.org/officeDocument/2006/relationships/chart" Target="/ppt/charts/chart7.xml" Id="Rd2fd00bda74e4d93" /><Relationship Type="http://schemas.openxmlformats.org/officeDocument/2006/relationships/chart" Target="/ppt/charts/chart8.xml" Id="Re728cd7a426649f7" /><Relationship Type="http://schemas.openxmlformats.org/officeDocument/2006/relationships/notesSlide" Target="/ppt/notesSlides/notesSlide4.xml" Id="R4c85476b41b04e9a" 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606f0e8d39384224" /><Relationship Type="http://schemas.openxmlformats.org/officeDocument/2006/relationships/image" Target="/ppt/media/image.png" Id="R4b4819146d1b40d0" /><Relationship Type="http://schemas.openxmlformats.org/officeDocument/2006/relationships/chart" Target="/ppt/charts/chart9.xml" Id="Rd2fd00bda74e4d93" /><Relationship Type="http://schemas.openxmlformats.org/officeDocument/2006/relationships/chart" Target="/ppt/charts/chart10.xml" Id="Re728cd7a426649f7" /><Relationship Type="http://schemas.openxmlformats.org/officeDocument/2006/relationships/notesSlide" Target="/ppt/notesSlides/notesSlide5.xml" Id="R4c85476b41b04e9a" 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606f0e8d39384224" /><Relationship Type="http://schemas.openxmlformats.org/officeDocument/2006/relationships/image" Target="/ppt/media/image.png" Id="R4b4819146d1b40d0" /><Relationship Type="http://schemas.openxmlformats.org/officeDocument/2006/relationships/chart" Target="/ppt/charts/chart11.xml" Id="Rd2fd00bda74e4d93" /><Relationship Type="http://schemas.openxmlformats.org/officeDocument/2006/relationships/chart" Target="/ppt/charts/chart12.xml" Id="Re728cd7a426649f7" /><Relationship Type="http://schemas.openxmlformats.org/officeDocument/2006/relationships/notesSlide" Target="/ppt/notesSlides/notesSlide6.xml" Id="R4c85476b41b04e9a" 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2d5e8f858424d79" /><Relationship Type="http://schemas.openxmlformats.org/officeDocument/2006/relationships/chart" Target="/ppt/charts/chart13.xml" Id="R0f90f39fb5cf47f3" /><Relationship Type="http://schemas.openxmlformats.org/officeDocument/2006/relationships/chart" Target="/ppt/charts/chart14.xml" Id="R5ffc3bee95974730" /><Relationship Type="http://schemas.openxmlformats.org/officeDocument/2006/relationships/chart" Target="/ppt/charts/chart15.xml" Id="R5911ad34a6c7462d" /><Relationship Type="http://schemas.openxmlformats.org/officeDocument/2006/relationships/chart" Target="/ppt/charts/chart16.xml" Id="Rffaaf39a0267400e" /><Relationship Type="http://schemas.openxmlformats.org/officeDocument/2006/relationships/notesSlide" Target="/ppt/notesSlides/notesSlide7.xml" Id="R0674bcd17bcf4ba2" 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0f69ec925464b98" /><Relationship Type="http://schemas.openxmlformats.org/officeDocument/2006/relationships/chart" Target="/ppt/charts/chart17.xml" Id="Rd3976b09d88d407c" /><Relationship Type="http://schemas.openxmlformats.org/officeDocument/2006/relationships/notesSlide" Target="/ppt/notesSlides/notesSlide8.xml" Id="R731d6414eb1540d5" 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3495a616070428b" /><Relationship Type="http://schemas.openxmlformats.org/officeDocument/2006/relationships/notesSlide" Target="/ppt/notesSlides/notesSlide9.xml" Id="Rece6f4e963464ce2" /></Relationships>
</file>

<file path=ppt/slides/slide1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99" name="text-140">
            <a:extLst>
              <a:ext uri="{FF2B5EF4-FFF2-40B4-BE49-F238E27FC236}">
                <ns2:creationId id="{E0CD6246-8BA7-4332-AD81-F92F892A4A9F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厚实实底｜蓝白朱红</a:t>
            </a:r>
            <a:endParaRPr/>
          </a:p>
        </p:txBody>
      </p:sp>
      <p:sp>
        <p:nvSpPr>
          <p:cNvPr id="2" name="line-141">
            <a:extLst>
              <a:ext uri="{FF2B5EF4-FFF2-40B4-BE49-F238E27FC236}">
                <ns2:creationId id="{7B803D0C-FD4B-4541-AF4F-F7A98F40DE8F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1359A0"/>
            </a:solidFill>
            <a:prstDash val="solid"/>
          </a:ln>
        </p:spPr>
      </p:sp>
      <p:sp>
        <p:nvSpPr>
          <p:cNvPr id="3" name="shape-142">
            <a:extLst>
              <a:ext uri="{FF2B5EF4-FFF2-40B4-BE49-F238E27FC236}">
                <ns2:creationId id="{07B8342B-2C95-4275-A646-4418CE17169C}"/>
              </a:ext>
            </a:extLst>
          </p:cNvPr>
          <p:cNvSpPr>
            <a:spLocks noGrp="1"/>
          </p:cNvSpPr>
          <p:nvPr/>
        </p:nvSpPr>
        <p:spPr>
          <a:xfrm>
            <a:off x="304800" y="914400"/>
            <a:ext cx="338447" cy="1428750"/>
          </a:xfrm>
          <a:prstGeom prst="roundRect">
            <a:avLst>
              <a:gd name="adj" fmla="val 22222"/>
            </a:avLst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4" name="text-143">
            <a:extLst>
              <a:ext uri="{FF2B5EF4-FFF2-40B4-BE49-F238E27FC236}">
                <ns2:creationId id="{167F082A-9F07-4833-AF5D-E54DA56A45C1}"/>
              </a:ext>
            </a:extLst>
          </p:cNvPr>
          <p:cNvSpPr>
            <a:spLocks noGrp="1"/>
          </p:cNvSpPr>
          <p:nvPr/>
        </p:nvSpPr>
        <p:spPr>
          <a:xfrm>
            <a:off x="333004" y="1009650"/>
            <a:ext cx="282039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观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测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5" name="shape-144">
            <a:extLst>
              <a:ext uri="{FF2B5EF4-FFF2-40B4-BE49-F238E27FC236}">
                <ns2:creationId id="{062D7FB8-0C1F-4617-9DCA-169D38585D61}"/>
              </a:ext>
            </a:extLst>
          </p:cNvPr>
          <p:cNvSpPr>
            <a:spLocks noGrp="1"/>
          </p:cNvSpPr>
          <p:nvPr/>
        </p:nvSpPr>
        <p:spPr>
          <a:xfrm>
            <a:off x="304800" y="2571750"/>
            <a:ext cx="338447" cy="1190625"/>
          </a:xfrm>
          <a:prstGeom prst="roundRect">
            <a:avLst>
              <a:gd name="adj" fmla="val 22222"/>
            </a:avLst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6" name="text-145">
            <a:extLst>
              <a:ext uri="{FF2B5EF4-FFF2-40B4-BE49-F238E27FC236}">
                <ns2:creationId id="{B1927359-AC9F-45AA-8407-1C872F78ADDC}"/>
              </a:ext>
            </a:extLst>
          </p:cNvPr>
          <p:cNvSpPr>
            <a:spLocks noGrp="1"/>
          </p:cNvSpPr>
          <p:nvPr/>
        </p:nvSpPr>
        <p:spPr>
          <a:xfrm>
            <a:off x="333004" y="2667000"/>
            <a:ext cx="282039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析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7" name="shape-146">
            <a:extLst>
              <a:ext uri="{FF2B5EF4-FFF2-40B4-BE49-F238E27FC236}">
                <ns2:creationId id="{D5E3112B-4FA7-45B8-AD3E-AB36C837B16D}"/>
              </a:ext>
            </a:extLst>
          </p:cNvPr>
          <p:cNvSpPr>
            <a:spLocks noGrp="1"/>
          </p:cNvSpPr>
          <p:nvPr/>
        </p:nvSpPr>
        <p:spPr>
          <a:xfrm>
            <a:off x="304800" y="3962400"/>
            <a:ext cx="338447" cy="2152650"/>
          </a:xfrm>
          <a:prstGeom prst="roundRect">
            <a:avLst>
              <a:gd name="adj" fmla="val 22222"/>
            </a:avLst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8" name="text-147">
            <a:extLst>
              <a:ext uri="{FF2B5EF4-FFF2-40B4-BE49-F238E27FC236}">
                <ns2:creationId id="{C4FD96AB-9059-4D04-8A2D-DF4680EBF980}"/>
              </a:ext>
            </a:extLst>
          </p:cNvPr>
          <p:cNvSpPr>
            <a:spLocks noGrp="1"/>
          </p:cNvSpPr>
          <p:nvPr/>
        </p:nvSpPr>
        <p:spPr>
          <a:xfrm>
            <a:off x="333004" y="4057650"/>
            <a:ext cx="282039" cy="1962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输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出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9" name="shape-148">
            <a:extLst>
              <a:ext uri="{FF2B5EF4-FFF2-40B4-BE49-F238E27FC236}">
                <ns2:creationId id="{603B74B3-C890-435B-A94D-8C3D48B6571A}"/>
              </a:ext>
            </a:extLst>
          </p:cNvPr>
          <p:cNvSpPr>
            <a:spLocks noGrp="1"/>
          </p:cNvSpPr>
          <p:nvPr/>
        </p:nvSpPr>
        <p:spPr>
          <a:xfrm>
            <a:off x="793668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>
            <a:solidFill>
              <a:srgbClr val="1359A0"/>
            </a:solidFill>
            <a:prstDash val="solid"/>
          </a:ln>
        </p:spPr>
      </p:sp>
      <p:sp>
        <p:nvSpPr>
          <p:cNvPr id="100" name="solid-title-band-100"/>
          <p:cNvSpPr/>
          <p:nvPr/>
        </p:nvSpPr>
        <p:spPr>
          <a:xfrm>
            <a:off x="793668" y="914400"/>
            <a:ext cx="3600697" cy="45720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10" name="icon-camera-149">
            <a:extLst>
              <a:ext uri="{FF2B5EF4-FFF2-40B4-BE49-F238E27FC236}">
                <ns2:creationId id="{06E617BC-B606-4C9D-AFAF-CE7A0653007A}"/>
              </a:ext>
            </a:extLst>
          </p:cNvPr>
          <p:cNvSpPr>
            <a:spLocks noGrp="1"/>
          </p:cNvSpPr>
          <p:nvPr/>
        </p:nvSpPr>
        <p:spPr>
          <a:xfrm>
            <a:off x="955746" y="1060704"/>
            <a:ext cx="258724" cy="185928"/>
          </a:xfrm>
          <a:prstGeom prst="roundRect">
            <a:avLst>
              <a:gd name="adj" fmla="val 26765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1" name="icon-camera-150">
            <a:extLst>
              <a:ext uri="{FF2B5EF4-FFF2-40B4-BE49-F238E27FC236}">
                <ns2:creationId id="{DC0A11E2-0ACC-4CE9-88CA-3761D06EF21B}"/>
              </a:ext>
            </a:extLst>
          </p:cNvPr>
          <p:cNvSpPr>
            <a:spLocks noGrp="1"/>
          </p:cNvSpPr>
          <p:nvPr/>
        </p:nvSpPr>
        <p:spPr>
          <a:xfrm>
            <a:off x="1033965" y="1021080"/>
            <a:ext cx="99278" cy="518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2" name="icon-camera-151">
            <a:extLst>
              <a:ext uri="{FF2B5EF4-FFF2-40B4-BE49-F238E27FC236}">
                <ns2:creationId id="{67586027-23AB-4F7C-92C0-8CA204AE1EF5}"/>
              </a:ext>
            </a:extLst>
          </p:cNvPr>
          <p:cNvSpPr>
            <a:spLocks noGrp="1"/>
          </p:cNvSpPr>
          <p:nvPr/>
        </p:nvSpPr>
        <p:spPr>
          <a:xfrm>
            <a:off x="1030956" y="1100328"/>
            <a:ext cx="108303" cy="109728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13" name="icon-camera-152">
            <a:extLst>
              <a:ext uri="{FF2B5EF4-FFF2-40B4-BE49-F238E27FC236}">
                <ns2:creationId id="{EC21702B-4A13-4493-A82A-CF5117B157BA}"/>
              </a:ext>
            </a:extLst>
          </p:cNvPr>
          <p:cNvSpPr>
            <a:spLocks noGrp="1"/>
          </p:cNvSpPr>
          <p:nvPr/>
        </p:nvSpPr>
        <p:spPr>
          <a:xfrm>
            <a:off x="1157310" y="1085088"/>
            <a:ext cx="24067" cy="24384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14" name="text-153">
            <a:extLst>
              <a:ext uri="{FF2B5EF4-FFF2-40B4-BE49-F238E27FC236}">
                <ns2:creationId id="{8F2C8A44-0EB5-4D1A-A99B-AB0D055D5F7C}"/>
              </a:ext>
            </a:extLst>
          </p:cNvPr>
          <p:cNvSpPr>
            <a:spLocks noGrp="1"/>
          </p:cNvSpPr>
          <p:nvPr/>
        </p:nvSpPr>
        <p:spPr>
          <a:xfrm>
            <a:off x="1423555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相机记录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5" name="text-154">
            <a:extLst>
              <a:ext uri="{FF2B5EF4-FFF2-40B4-BE49-F238E27FC236}">
                <ns2:creationId id="{AE10D43F-33BE-4EFC-AF0F-ED67DF344909}"/>
              </a:ext>
            </a:extLst>
          </p:cNvPr>
          <p:cNvSpPr>
            <a:spLocks noGrp="1"/>
          </p:cNvSpPr>
          <p:nvPr/>
        </p:nvSpPr>
        <p:spPr>
          <a:xfrm>
            <a:off x="1573975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物种 · 时间 · 样点</a:t>
            </a:r>
            <a:endParaRPr/>
          </a:p>
        </p:txBody>
      </p:sp>
      <p:sp>
        <p:nvSpPr>
          <p:cNvPr id="16" name="icon-camera-155">
            <a:extLst>
              <a:ext uri="{FF2B5EF4-FFF2-40B4-BE49-F238E27FC236}">
                <ns2:creationId id="{43FA40C6-FD70-4C73-9CC5-AB67065E1A07}"/>
              </a:ext>
            </a:extLst>
          </p:cNvPr>
          <p:cNvSpPr>
            <a:spLocks noGrp="1"/>
          </p:cNvSpPr>
          <p:nvPr/>
        </p:nvSpPr>
        <p:spPr>
          <a:xfrm>
            <a:off x="1185138" y="1856994"/>
            <a:ext cx="420426" cy="302133"/>
          </a:xfrm>
          <a:prstGeom prst="roundRect">
            <a:avLst>
              <a:gd name="adj" fmla="val 25221"/>
            </a:avLst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17" name="icon-camera-156">
            <a:extLst>
              <a:ext uri="{FF2B5EF4-FFF2-40B4-BE49-F238E27FC236}">
                <ns2:creationId id="{D2FBFC10-52F4-47B2-8E7D-7E68310C93D8}"/>
              </a:ext>
            </a:extLst>
          </p:cNvPr>
          <p:cNvSpPr>
            <a:spLocks noGrp="1"/>
          </p:cNvSpPr>
          <p:nvPr/>
        </p:nvSpPr>
        <p:spPr>
          <a:xfrm>
            <a:off x="1312243" y="1792605"/>
            <a:ext cx="161326" cy="84201"/>
          </a:xfrm>
          <a:prstGeom prst="roundRect">
            <a:avLst>
              <a:gd name="adj" fmla="val 50000"/>
            </a:avLst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18" name="icon-camera-157">
            <a:extLst>
              <a:ext uri="{FF2B5EF4-FFF2-40B4-BE49-F238E27FC236}">
                <ns2:creationId id="{7CDE9919-1981-4408-A792-0BAD0B4EAEE4}"/>
              </a:ext>
            </a:extLst>
          </p:cNvPr>
          <p:cNvSpPr>
            <a:spLocks noGrp="1"/>
          </p:cNvSpPr>
          <p:nvPr/>
        </p:nvSpPr>
        <p:spPr>
          <a:xfrm>
            <a:off x="1307354" y="1921383"/>
            <a:ext cx="175992" cy="1783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9" name="icon-camera-158">
            <a:extLst>
              <a:ext uri="{FF2B5EF4-FFF2-40B4-BE49-F238E27FC236}">
                <ns2:creationId id="{CB654160-40AF-477E-8D93-FF0C0AB3A229}"/>
              </a:ext>
            </a:extLst>
          </p:cNvPr>
          <p:cNvSpPr>
            <a:spLocks noGrp="1"/>
          </p:cNvSpPr>
          <p:nvPr/>
        </p:nvSpPr>
        <p:spPr>
          <a:xfrm>
            <a:off x="1512679" y="1896618"/>
            <a:ext cx="39109" cy="39624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20" name="vector-159">
            <a:extLst>
              <a:ext uri="{FF2B5EF4-FFF2-40B4-BE49-F238E27FC236}">
                <ns2:creationId id="{A15E7DCE-89E8-4F10-9410-FB46566838EE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21" name="icon-leaf-160">
            <a:extLst>
              <a:ext uri="{FF2B5EF4-FFF2-40B4-BE49-F238E27FC236}">
                <ns2:creationId id="{75BD501B-F9AE-41A1-B6E6-DE508E3EAD3C}"/>
              </a:ext>
            </a:extLst>
          </p:cNvPr>
          <p:cNvSpPr>
            <a:spLocks noGrp="1"/>
          </p:cNvSpPr>
          <p:nvPr/>
        </p:nvSpPr>
        <p:spPr>
          <a:xfrm>
            <a:off x="2278697" y="1782699"/>
            <a:ext cx="131994" cy="222885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22" name="icon-leaf-161">
            <a:extLst>
              <a:ext uri="{FF2B5EF4-FFF2-40B4-BE49-F238E27FC236}">
                <ns2:creationId id="{076C9BD3-CEBC-43D7-A1BB-A16178BDB426}"/>
              </a:ext>
            </a:extLst>
          </p:cNvPr>
          <p:cNvSpPr>
            <a:spLocks noGrp="1"/>
          </p:cNvSpPr>
          <p:nvPr/>
        </p:nvSpPr>
        <p:spPr>
          <a:xfrm>
            <a:off x="2415580" y="1891665"/>
            <a:ext cx="146660" cy="222885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23" name="vector-162">
            <a:extLst>
              <a:ext uri="{FF2B5EF4-FFF2-40B4-BE49-F238E27FC236}">
                <ns2:creationId id="{A71B14A5-D0CF-4C9F-A344-1BF2BBCA3318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24" name="vector-163">
            <a:extLst>
              <a:ext uri="{FF2B5EF4-FFF2-40B4-BE49-F238E27FC236}">
                <ns2:creationId id="{BC8F4623-1340-480F-B480-F416CA3EF704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25" name="vector-164">
            <a:extLst>
              <a:ext uri="{FF2B5EF4-FFF2-40B4-BE49-F238E27FC236}">
                <ns2:creationId id="{C034160B-B611-446C-B45A-14978E50CC90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26" name="vector-165">
            <a:extLst>
              <a:ext uri="{FF2B5EF4-FFF2-40B4-BE49-F238E27FC236}">
                <ns2:creationId id="{2269A7AF-F20B-41EF-BBD9-EBEACFEB0EDA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7" name="vector-166">
            <a:extLst>
              <a:ext uri="{FF2B5EF4-FFF2-40B4-BE49-F238E27FC236}">
                <ns2:creationId id="{E9E55323-5EF5-4A50-8765-E2263B83EA3B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8" name="icon-map-167">
            <a:extLst>
              <a:ext uri="{FF2B5EF4-FFF2-40B4-BE49-F238E27FC236}">
                <ns2:creationId id="{A9C098B8-581C-405D-A6DA-A018E81177A4}"/>
              </a:ext>
            </a:extLst>
          </p:cNvPr>
          <p:cNvSpPr>
            <a:spLocks noGrp="1"/>
          </p:cNvSpPr>
          <p:nvPr/>
        </p:nvSpPr>
        <p:spPr>
          <a:xfrm>
            <a:off x="3386546" y="1861947"/>
            <a:ext cx="107551" cy="108966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29" name="shape-168">
            <a:extLst>
              <a:ext uri="{FF2B5EF4-FFF2-40B4-BE49-F238E27FC236}">
                <ns2:creationId id="{9C57E577-ACDA-42EA-9EC8-247A01B6A324}"/>
              </a:ext>
            </a:extLst>
          </p:cNvPr>
          <p:cNvSpPr>
            <a:spLocks noGrp="1"/>
          </p:cNvSpPr>
          <p:nvPr/>
        </p:nvSpPr>
        <p:spPr>
          <a:xfrm>
            <a:off x="4525983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>
            <a:solidFill>
              <a:srgbClr val="1359A0"/>
            </a:solidFill>
            <a:prstDash val="solid"/>
          </a:ln>
        </p:spPr>
      </p:sp>
      <p:sp>
        <p:nvSpPr>
          <p:cNvPr id="101" name="solid-title-band-101"/>
          <p:cNvSpPr/>
          <p:nvPr/>
        </p:nvSpPr>
        <p:spPr>
          <a:xfrm>
            <a:off x="4525983" y="914400"/>
            <a:ext cx="3600697" cy="45720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30" name="vector-169">
            <a:extLst>
              <a:ext uri="{FF2B5EF4-FFF2-40B4-BE49-F238E27FC236}">
                <ns2:creationId id="{BF54A6B5-DA57-4D13-8E26-AC224EB2D0FC}"/>
              </a:ext>
            </a:extLst>
          </p:cNvPr>
          <p:cNvSpPr>
            <a:spLocks noGrp="1"/>
          </p:cNvSpPr>
          <p:nvPr/>
        </p:nvSpPr>
        <p:spPr>
          <a:xfrm>
            <a:off x="4667003" y="990600"/>
            <a:ext cx="300842" cy="3048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31" name="icon-tree-170">
            <a:extLst>
              <a:ext uri="{FF2B5EF4-FFF2-40B4-BE49-F238E27FC236}">
                <ns2:creationId id="{23B423B1-5440-4B5A-8842-A33092A4CF1B}"/>
              </a:ext>
            </a:extLst>
          </p:cNvPr>
          <p:cNvSpPr>
            <a:spLocks noGrp="1"/>
          </p:cNvSpPr>
          <p:nvPr/>
        </p:nvSpPr>
        <p:spPr>
          <a:xfrm>
            <a:off x="4715137" y="1005840"/>
            <a:ext cx="207581" cy="188976"/>
          </a:xfrm>
          <a:prstGeom prst="cloud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32" name="text-171">
            <a:extLst>
              <a:ext uri="{FF2B5EF4-FFF2-40B4-BE49-F238E27FC236}">
                <ns2:creationId id="{E3CD4B66-FA4A-41FD-9311-355C7400D4B8}"/>
              </a:ext>
            </a:extLst>
          </p:cNvPr>
          <p:cNvSpPr>
            <a:spLocks noGrp="1"/>
          </p:cNvSpPr>
          <p:nvPr/>
        </p:nvSpPr>
        <p:spPr>
          <a:xfrm>
            <a:off x="5155870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植被调查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33" name="text-172">
            <a:extLst>
              <a:ext uri="{FF2B5EF4-FFF2-40B4-BE49-F238E27FC236}">
                <ns2:creationId id="{B29ACA1F-484D-4A46-9688-942668E27069}"/>
              </a:ext>
            </a:extLst>
          </p:cNvPr>
          <p:cNvSpPr>
            <a:spLocks noGrp="1"/>
          </p:cNvSpPr>
          <p:nvPr/>
        </p:nvSpPr>
        <p:spPr>
          <a:xfrm>
            <a:off x="5306291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盖度 · 高度 · 结构</a:t>
            </a:r>
            <a:endParaRPr/>
          </a:p>
        </p:txBody>
      </p:sp>
      <p:pic>
        <p:nvPicPr>
          <p:cNvPr id="34" name="">
            <a:extLst>
              <a:ext uri="{FF2B5EF4-FFF2-40B4-BE49-F238E27FC236}">
                <ns2:creationId id="{C7823C26-C23D-4A6B-B62F-7325F074EAEF}"/>
              </a:ext>
            </a:extLst>
          </p:cNvPr>
          <p:cNvPicPr>
            <a:picLocks noChangeAspect="1"/>
          </p:cNvPicPr>
          <p:nvPr/>
        </p:nvPicPr>
        <p:blipFill>
          <a:blip r:embed="R4b4819146d1b40d0">
            <a:duotone>
              <a:srgbClr val="1359A0"/>
              <a:srgbClr val="FFFFFF"/>
            </a:duotone>
          </a:blip>
          <a:stretch/>
        </p:blipFill>
        <p:spPr>
          <a:xfrm>
            <a:off x="5745802" y="1657350"/>
            <a:ext cx="944831" cy="638175"/>
          </a:xfrm>
          <a:prstGeom prst="rect">
            <a:avLst/>
          </a:prstGeom>
        </p:spPr>
      </p:pic>
      <p:sp>
        <p:nvSpPr>
          <p:cNvPr id="35" name="shape-173">
            <a:extLst>
              <a:ext uri="{FF2B5EF4-FFF2-40B4-BE49-F238E27FC236}">
                <ns2:creationId id="{4C62072D-8947-449A-9435-4F91FA0A7B80}"/>
              </a:ext>
            </a:extLst>
          </p:cNvPr>
          <p:cNvSpPr>
            <a:spLocks noGrp="1"/>
          </p:cNvSpPr>
          <p:nvPr/>
        </p:nvSpPr>
        <p:spPr>
          <a:xfrm>
            <a:off x="8258299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>
            <a:solidFill>
              <a:srgbClr val="1359A0"/>
            </a:solidFill>
            <a:prstDash val="solid"/>
          </a:ln>
        </p:spPr>
      </p:sp>
      <p:sp>
        <p:nvSpPr>
          <p:cNvPr id="102" name="solid-title-band-102"/>
          <p:cNvSpPr/>
          <p:nvPr/>
        </p:nvSpPr>
        <p:spPr>
          <a:xfrm>
            <a:off x="8258299" y="914400"/>
            <a:ext cx="3600697" cy="45720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36" name="vector-174">
            <a:extLst>
              <a:ext uri="{FF2B5EF4-FFF2-40B4-BE49-F238E27FC236}">
                <ns2:creationId id="{A2A707A0-27BE-4311-80E5-E6ED447EC480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37" name="vector-175">
            <a:extLst>
              <a:ext uri="{FF2B5EF4-FFF2-40B4-BE49-F238E27FC236}">
                <ns2:creationId id="{387DF0DF-1FC6-4E7C-B843-9E5B62494D0C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38" name="vector-176">
            <a:extLst>
              <a:ext uri="{FF2B5EF4-FFF2-40B4-BE49-F238E27FC236}">
                <ns2:creationId id="{609AB834-B4D9-4CF3-BA3D-1B8BF1AAB487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39" name="icon-map-177">
            <a:extLst>
              <a:ext uri="{FF2B5EF4-FFF2-40B4-BE49-F238E27FC236}">
                <ns2:creationId id="{0AFCB6CA-ABD4-42A8-9309-EA81C6697EA2}"/>
              </a:ext>
            </a:extLst>
          </p:cNvPr>
          <p:cNvSpPr>
            <a:spLocks noGrp="1"/>
          </p:cNvSpPr>
          <p:nvPr/>
        </p:nvSpPr>
        <p:spPr>
          <a:xfrm>
            <a:off x="8519655" y="1063752"/>
            <a:ext cx="66185" cy="67056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40" name="text-178">
            <a:extLst>
              <a:ext uri="{FF2B5EF4-FFF2-40B4-BE49-F238E27FC236}">
                <ns2:creationId id="{99A5B0D7-C8DF-4635-A9F4-9B8E8272A12E}"/>
              </a:ext>
            </a:extLst>
          </p:cNvPr>
          <p:cNvSpPr>
            <a:spLocks noGrp="1"/>
          </p:cNvSpPr>
          <p:nvPr/>
        </p:nvSpPr>
        <p:spPr>
          <a:xfrm>
            <a:off x="8888186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环境变量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41" name="text-179">
            <a:extLst>
              <a:ext uri="{FF2B5EF4-FFF2-40B4-BE49-F238E27FC236}">
                <ns2:creationId id="{0DA61E54-1A04-4C76-84C8-A67F1AA66A0A}"/>
              </a:ext>
            </a:extLst>
          </p:cNvPr>
          <p:cNvSpPr>
            <a:spLocks noGrp="1"/>
          </p:cNvSpPr>
          <p:nvPr/>
        </p:nvSpPr>
        <p:spPr>
          <a:xfrm>
            <a:off x="9038606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地形 · 道路 · 生境</a:t>
            </a:r>
            <a:endParaRPr/>
          </a:p>
        </p:txBody>
      </p:sp>
      <p:sp>
        <p:nvSpPr>
          <p:cNvPr id="42" name="vector-180">
            <a:extLst>
              <a:ext uri="{FF2B5EF4-FFF2-40B4-BE49-F238E27FC236}">
                <ns2:creationId id="{B2638E91-392D-4EDC-BBDD-59CDC9DA2E00}"/>
              </a:ext>
            </a:extLst>
          </p:cNvPr>
          <p:cNvSpPr>
            <a:spLocks noGrp="1"/>
          </p:cNvSpPr>
          <p:nvPr/>
        </p:nvSpPr>
        <p:spPr>
          <a:xfrm>
            <a:off x="9715500" y="1874901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59A0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43" name="vector-181">
            <a:extLst>
              <a:ext uri="{FF2B5EF4-FFF2-40B4-BE49-F238E27FC236}">
                <ns2:creationId id="{37A14CA7-9CF9-41EE-806A-3596C0D6D5B5}"/>
              </a:ext>
            </a:extLst>
          </p:cNvPr>
          <p:cNvSpPr>
            <a:spLocks noGrp="1"/>
          </p:cNvSpPr>
          <p:nvPr/>
        </p:nvSpPr>
        <p:spPr>
          <a:xfrm>
            <a:off x="9715500" y="1756600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59A0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44" name="vector-182">
            <a:extLst>
              <a:ext uri="{FF2B5EF4-FFF2-40B4-BE49-F238E27FC236}">
                <ns2:creationId id="{D1F0AA1B-B5B2-4847-9268-508C7D3FE3CA}"/>
              </a:ext>
            </a:extLst>
          </p:cNvPr>
          <p:cNvSpPr>
            <a:spLocks noGrp="1"/>
          </p:cNvSpPr>
          <p:nvPr/>
        </p:nvSpPr>
        <p:spPr>
          <a:xfrm>
            <a:off x="9715500" y="1638300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59A0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45" name="node-183">
            <a:extLst>
              <a:ext uri="{FF2B5EF4-FFF2-40B4-BE49-F238E27FC236}">
                <ns2:creationId id="{3C3781CA-F167-4EF1-8C5D-6EBEA0A8EC59}"/>
              </a:ext>
            </a:extLst>
          </p:cNvPr>
          <p:cNvSpPr>
            <a:spLocks noGrp="1"/>
          </p:cNvSpPr>
          <p:nvPr/>
        </p:nvSpPr>
        <p:spPr>
          <a:xfrm>
            <a:off x="812470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46" name="icon-database-184">
            <a:extLst>
              <a:ext uri="{FF2B5EF4-FFF2-40B4-BE49-F238E27FC236}">
                <ns2:creationId id="{B3C5A90F-D102-4E36-A08B-745B9FE745B3}"/>
              </a:ext>
            </a:extLst>
          </p:cNvPr>
          <p:cNvSpPr>
            <a:spLocks noGrp="1"/>
          </p:cNvSpPr>
          <p:nvPr/>
        </p:nvSpPr>
        <p:spPr>
          <a:xfrm>
            <a:off x="992975" y="2843689"/>
            <a:ext cx="287680" cy="270034"/>
          </a:xfrm>
          <a:prstGeom prst="can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47" name="vector-185">
            <a:extLst>
              <a:ext uri="{FF2B5EF4-FFF2-40B4-BE49-F238E27FC236}">
                <ns2:creationId id="{28768779-0BDF-4FF1-B025-77E00D196D3E}"/>
              </a:ext>
            </a:extLst>
          </p:cNvPr>
          <p:cNvSpPr>
            <a:spLocks noGrp="1"/>
          </p:cNvSpPr>
          <p:nvPr/>
        </p:nvSpPr>
        <p:spPr>
          <a:xfrm>
            <a:off x="925286" y="2762250"/>
            <a:ext cx="423058" cy="428625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48" name="vector-186">
            <a:extLst>
              <a:ext uri="{FF2B5EF4-FFF2-40B4-BE49-F238E27FC236}">
                <ns2:creationId id="{C21713C9-F070-4E12-9DD2-513502169E58}"/>
              </a:ext>
            </a:extLst>
          </p:cNvPr>
          <p:cNvSpPr>
            <a:spLocks noGrp="1"/>
          </p:cNvSpPr>
          <p:nvPr/>
        </p:nvSpPr>
        <p:spPr>
          <a:xfrm>
            <a:off x="925286" y="2762250"/>
            <a:ext cx="423058" cy="428625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49" name="text-187">
            <a:extLst>
              <a:ext uri="{FF2B5EF4-FFF2-40B4-BE49-F238E27FC236}">
                <ns2:creationId id="{8A7C70BC-FA6A-44B7-B14C-4CB41DB628C4}"/>
              </a:ext>
            </a:extLst>
          </p:cNvPr>
          <p:cNvSpPr>
            <a:spLocks noGrp="1"/>
          </p:cNvSpPr>
          <p:nvPr/>
        </p:nvSpPr>
        <p:spPr>
          <a:xfrm>
            <a:off x="1451758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数据核对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50" name="node-188">
            <a:extLst>
              <a:ext uri="{FF2B5EF4-FFF2-40B4-BE49-F238E27FC236}">
                <ns2:creationId id="{B44CB072-67BD-4ABF-A9F5-F77D4CF1B3B9}"/>
              </a:ext>
            </a:extLst>
          </p:cNvPr>
          <p:cNvSpPr>
            <a:spLocks noGrp="1"/>
          </p:cNvSpPr>
          <p:nvPr/>
        </p:nvSpPr>
        <p:spPr>
          <a:xfrm>
            <a:off x="3595255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51" name="icon-calendar-189">
            <a:extLst>
              <a:ext uri="{FF2B5EF4-FFF2-40B4-BE49-F238E27FC236}">
                <ns2:creationId id="{79ED856C-8695-42B1-902F-0FA1D5652AB8}"/>
              </a:ext>
            </a:extLst>
          </p:cNvPr>
          <p:cNvSpPr>
            <a:spLocks noGrp="1"/>
          </p:cNvSpPr>
          <p:nvPr/>
        </p:nvSpPr>
        <p:spPr>
          <a:xfrm>
            <a:off x="3763067" y="2843689"/>
            <a:ext cx="313064" cy="300038"/>
          </a:xfrm>
          <a:prstGeom prst="roundRect">
            <a:avLst>
              <a:gd name="adj" fmla="val 25397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52" name="vector-190">
            <a:extLst>
              <a:ext uri="{FF2B5EF4-FFF2-40B4-BE49-F238E27FC236}">
                <ns2:creationId id="{D4FA6CBC-79CA-4992-9536-CD64CC4F5467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123825" y="361950"/>
                </a:moveTo>
                <a:lnTo>
                  <a:pt x="828675" y="3619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53" name="vector-191">
            <a:extLst>
              <a:ext uri="{FF2B5EF4-FFF2-40B4-BE49-F238E27FC236}">
                <ns2:creationId id="{B19E6ADE-9747-44D9-9650-E62B3960737E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295275" y="66675"/>
                </a:moveTo>
                <a:lnTo>
                  <a:pt x="295275" y="2667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54" name="vector-192">
            <a:extLst>
              <a:ext uri="{FF2B5EF4-FFF2-40B4-BE49-F238E27FC236}">
                <ns2:creationId id="{0CD031E4-E3CB-460E-A526-8D482673B4B5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647700" y="66675"/>
                </a:moveTo>
                <a:lnTo>
                  <a:pt x="647700" y="2667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55" name="icon-calendar-193">
            <a:extLst>
              <a:ext uri="{FF2B5EF4-FFF2-40B4-BE49-F238E27FC236}">
                <ns2:creationId id="{97377C2D-8D3E-42D4-A08E-76ACF9E2576E}"/>
              </a:ext>
            </a:extLst>
          </p:cNvPr>
          <p:cNvSpPr>
            <a:spLocks noGrp="1"/>
          </p:cNvSpPr>
          <p:nvPr/>
        </p:nvSpPr>
        <p:spPr>
          <a:xfrm>
            <a:off x="3813834" y="2972276"/>
            <a:ext cx="38075" cy="38576"/>
          </a:xfrm>
          <a:prstGeom prst="rect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56" name="icon-calendar-194">
            <a:extLst>
              <a:ext uri="{FF2B5EF4-FFF2-40B4-BE49-F238E27FC236}">
                <ns2:creationId id="{CE36A950-2254-4411-8AB1-87F80540B08E}"/>
              </a:ext>
            </a:extLst>
          </p:cNvPr>
          <p:cNvSpPr>
            <a:spLocks noGrp="1"/>
          </p:cNvSpPr>
          <p:nvPr/>
        </p:nvSpPr>
        <p:spPr>
          <a:xfrm>
            <a:off x="3813834" y="3062288"/>
            <a:ext cx="38075" cy="38576"/>
          </a:xfrm>
          <a:prstGeom prst="rect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57" name="icon-calendar-195">
            <a:extLst>
              <a:ext uri="{FF2B5EF4-FFF2-40B4-BE49-F238E27FC236}">
                <ns2:creationId id="{61C5090B-3FA6-4ADD-91C6-6A850768ED05}"/>
              </a:ext>
            </a:extLst>
          </p:cNvPr>
          <p:cNvSpPr>
            <a:spLocks noGrp="1"/>
          </p:cNvSpPr>
          <p:nvPr/>
        </p:nvSpPr>
        <p:spPr>
          <a:xfrm>
            <a:off x="3902678" y="2972276"/>
            <a:ext cx="38075" cy="38576"/>
          </a:xfrm>
          <a:prstGeom prst="rect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58" name="icon-calendar-196">
            <a:extLst>
              <a:ext uri="{FF2B5EF4-FFF2-40B4-BE49-F238E27FC236}">
                <ns2:creationId id="{66C23FCB-84E4-4E15-8AFB-33983645D286}"/>
              </a:ext>
            </a:extLst>
          </p:cNvPr>
          <p:cNvSpPr>
            <a:spLocks noGrp="1"/>
          </p:cNvSpPr>
          <p:nvPr/>
        </p:nvSpPr>
        <p:spPr>
          <a:xfrm>
            <a:off x="3902678" y="3062288"/>
            <a:ext cx="38075" cy="38576"/>
          </a:xfrm>
          <a:prstGeom prst="rect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59" name="icon-calendar-197">
            <a:extLst>
              <a:ext uri="{FF2B5EF4-FFF2-40B4-BE49-F238E27FC236}">
                <ns2:creationId id="{B1A7F0DD-9FD8-4DDB-92BA-97E189D4171B}"/>
              </a:ext>
            </a:extLst>
          </p:cNvPr>
          <p:cNvSpPr>
            <a:spLocks noGrp="1"/>
          </p:cNvSpPr>
          <p:nvPr/>
        </p:nvSpPr>
        <p:spPr>
          <a:xfrm>
            <a:off x="3991520" y="2972276"/>
            <a:ext cx="38075" cy="38576"/>
          </a:xfrm>
          <a:prstGeom prst="rect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60" name="icon-calendar-198">
            <a:extLst>
              <a:ext uri="{FF2B5EF4-FFF2-40B4-BE49-F238E27FC236}">
                <ns2:creationId id="{32AD25F0-1E0F-4C2F-86E0-C8BB4A7C015B}"/>
              </a:ext>
            </a:extLst>
          </p:cNvPr>
          <p:cNvSpPr>
            <a:spLocks noGrp="1"/>
          </p:cNvSpPr>
          <p:nvPr/>
        </p:nvSpPr>
        <p:spPr>
          <a:xfrm>
            <a:off x="3991520" y="3062288"/>
            <a:ext cx="38075" cy="38576"/>
          </a:xfrm>
          <a:prstGeom prst="rect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61" name="text-199">
            <a:extLst>
              <a:ext uri="{FF2B5EF4-FFF2-40B4-BE49-F238E27FC236}">
                <ns2:creationId id="{6D2372C8-CC1F-47BA-B81E-41998C75594D}"/>
              </a:ext>
            </a:extLst>
          </p:cNvPr>
          <p:cNvSpPr>
            <a:spLocks noGrp="1"/>
          </p:cNvSpPr>
          <p:nvPr/>
        </p:nvSpPr>
        <p:spPr>
          <a:xfrm>
            <a:off x="4234543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统一时间窗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2" name="node-200">
            <a:extLst>
              <a:ext uri="{FF2B5EF4-FFF2-40B4-BE49-F238E27FC236}">
                <ns2:creationId id="{9D3A58A1-5722-4F33-B36F-8E5AB83013BC}"/>
              </a:ext>
            </a:extLst>
          </p:cNvPr>
          <p:cNvSpPr>
            <a:spLocks noGrp="1"/>
          </p:cNvSpPr>
          <p:nvPr/>
        </p:nvSpPr>
        <p:spPr>
          <a:xfrm>
            <a:off x="6378039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63" name="vector-201">
            <a:extLst>
              <a:ext uri="{FF2B5EF4-FFF2-40B4-BE49-F238E27FC236}">
                <ns2:creationId id="{1086275B-A5A3-4DD2-9B65-5E3CE612859D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4" name="vector-202">
            <a:extLst>
              <a:ext uri="{FF2B5EF4-FFF2-40B4-BE49-F238E27FC236}">
                <ns2:creationId id="{6CAFA5A1-C0CF-47D0-A1DB-C23A9FEAB7C0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5" name="vector-203">
            <a:extLst>
              <a:ext uri="{FF2B5EF4-FFF2-40B4-BE49-F238E27FC236}">
                <ns2:creationId id="{6026837B-BF7B-4E8E-A185-E8A97D55F451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6" name="vector-204">
            <a:extLst>
              <a:ext uri="{FF2B5EF4-FFF2-40B4-BE49-F238E27FC236}">
                <ns2:creationId id="{E5D7AC89-205F-45A1-A669-0CE98D8DE746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7" name="vector-205">
            <a:extLst>
              <a:ext uri="{FF2B5EF4-FFF2-40B4-BE49-F238E27FC236}">
                <ns2:creationId id="{E2BA1BE9-5F93-4B98-95A9-CF7475EECE27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8" name="vector-206">
            <a:extLst>
              <a:ext uri="{FF2B5EF4-FFF2-40B4-BE49-F238E27FC236}">
                <ns2:creationId id="{92203271-BE32-4543-B339-A8B209B8118B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9" name="vector-207">
            <a:extLst>
              <a:ext uri="{FF2B5EF4-FFF2-40B4-BE49-F238E27FC236}">
                <ns2:creationId id="{0EBFD68F-507A-4FE7-B952-A9FEC727D95F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70" name="icon-network-208">
            <a:extLst>
              <a:ext uri="{FF2B5EF4-FFF2-40B4-BE49-F238E27FC236}">
                <ns2:creationId id="{2E0E7E98-426C-4E61-A75C-D0EC2B4FE9B1}"/>
              </a:ext>
            </a:extLst>
          </p:cNvPr>
          <p:cNvSpPr>
            <a:spLocks noGrp="1"/>
          </p:cNvSpPr>
          <p:nvPr/>
        </p:nvSpPr>
        <p:spPr>
          <a:xfrm>
            <a:off x="6516239" y="2890838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1" name="icon-network-209">
            <a:extLst>
              <a:ext uri="{FF2B5EF4-FFF2-40B4-BE49-F238E27FC236}">
                <ns2:creationId id="{9F6593BE-B5F3-4EA3-A72D-6855F43F64DF}"/>
              </a:ext>
            </a:extLst>
          </p:cNvPr>
          <p:cNvSpPr>
            <a:spLocks noGrp="1"/>
          </p:cNvSpPr>
          <p:nvPr/>
        </p:nvSpPr>
        <p:spPr>
          <a:xfrm>
            <a:off x="6651617" y="2783681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2" name="icon-network-210">
            <a:extLst>
              <a:ext uri="{FF2B5EF4-FFF2-40B4-BE49-F238E27FC236}">
                <ns2:creationId id="{CCAACBE8-2513-4619-91AF-A6283758E21F}"/>
              </a:ext>
            </a:extLst>
          </p:cNvPr>
          <p:cNvSpPr>
            <a:spLocks noGrp="1"/>
          </p:cNvSpPr>
          <p:nvPr/>
        </p:nvSpPr>
        <p:spPr>
          <a:xfrm>
            <a:off x="6816609" y="2860834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3" name="icon-network-211">
            <a:extLst>
              <a:ext uri="{FF2B5EF4-FFF2-40B4-BE49-F238E27FC236}">
                <ns2:creationId id="{127B162F-E53F-4E06-8648-4F628FAE6E52}"/>
              </a:ext>
            </a:extLst>
          </p:cNvPr>
          <p:cNvSpPr>
            <a:spLocks noGrp="1"/>
          </p:cNvSpPr>
          <p:nvPr/>
        </p:nvSpPr>
        <p:spPr>
          <a:xfrm>
            <a:off x="6753151" y="3088005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4" name="icon-network-212">
            <a:extLst>
              <a:ext uri="{FF2B5EF4-FFF2-40B4-BE49-F238E27FC236}">
                <ns2:creationId id="{5FD47032-5DDC-4BD9-B239-06AEBFA7270C}"/>
              </a:ext>
            </a:extLst>
          </p:cNvPr>
          <p:cNvSpPr>
            <a:spLocks noGrp="1"/>
          </p:cNvSpPr>
          <p:nvPr/>
        </p:nvSpPr>
        <p:spPr>
          <a:xfrm>
            <a:off x="6562774" y="3083719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5" name="text-213">
            <a:extLst>
              <a:ext uri="{FF2B5EF4-FFF2-40B4-BE49-F238E27FC236}">
                <ns2:creationId id="{35B47CD3-1E12-45B3-956B-A2C8398B2A8A}"/>
              </a:ext>
            </a:extLst>
          </p:cNvPr>
          <p:cNvSpPr>
            <a:spLocks noGrp="1"/>
          </p:cNvSpPr>
          <p:nvPr/>
        </p:nvSpPr>
        <p:spPr>
          <a:xfrm>
            <a:off x="7017327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候选模型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76" name="node-214">
            <a:extLst>
              <a:ext uri="{FF2B5EF4-FFF2-40B4-BE49-F238E27FC236}">
                <ns2:creationId id="{7B1DED00-78B5-4303-A44A-D1AFB1AB6CAE}"/>
              </a:ext>
            </a:extLst>
          </p:cNvPr>
          <p:cNvSpPr>
            <a:spLocks noGrp="1"/>
          </p:cNvSpPr>
          <p:nvPr/>
        </p:nvSpPr>
        <p:spPr>
          <a:xfrm>
            <a:off x="9160823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77" name="icon-check-215">
            <a:extLst>
              <a:ext uri="{FF2B5EF4-FFF2-40B4-BE49-F238E27FC236}">
                <ns2:creationId id="{A9C806C0-D3C4-4370-BE0C-039F362C2C4C}"/>
              </a:ext>
            </a:extLst>
          </p:cNvPr>
          <p:cNvSpPr>
            <a:spLocks noGrp="1"/>
          </p:cNvSpPr>
          <p:nvPr/>
        </p:nvSpPr>
        <p:spPr>
          <a:xfrm>
            <a:off x="9315945" y="2805113"/>
            <a:ext cx="338447" cy="342900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8" name="vector-216">
            <a:extLst>
              <a:ext uri="{FF2B5EF4-FFF2-40B4-BE49-F238E27FC236}">
                <ns2:creationId id="{23A688B3-03CE-4BE3-AB77-D2C0854E22D2}"/>
              </a:ext>
            </a:extLst>
          </p:cNvPr>
          <p:cNvSpPr>
            <a:spLocks noGrp="1"/>
          </p:cNvSpPr>
          <p:nvPr/>
        </p:nvSpPr>
        <p:spPr>
          <a:xfrm>
            <a:off x="9273639" y="2762250"/>
            <a:ext cx="423058" cy="42862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79" name="vector-217">
            <a:extLst>
              <a:ext uri="{FF2B5EF4-FFF2-40B4-BE49-F238E27FC236}">
                <ns2:creationId id="{2B5C3C5B-6B0C-4592-AD92-A4413671789A}"/>
              </a:ext>
            </a:extLst>
          </p:cNvPr>
          <p:cNvSpPr>
            <a:spLocks noGrp="1"/>
          </p:cNvSpPr>
          <p:nvPr/>
        </p:nvSpPr>
        <p:spPr>
          <a:xfrm>
            <a:off x="9273639" y="2762250"/>
            <a:ext cx="423058" cy="42862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80" name="text-218">
            <a:extLst>
              <a:ext uri="{FF2B5EF4-FFF2-40B4-BE49-F238E27FC236}">
                <ns2:creationId id="{F56B3D0E-F184-47BD-8BB6-3308BDF78B5F}"/>
              </a:ext>
            </a:extLst>
          </p:cNvPr>
          <p:cNvSpPr>
            <a:spLocks noGrp="1"/>
          </p:cNvSpPr>
          <p:nvPr/>
        </p:nvSpPr>
        <p:spPr>
          <a:xfrm>
            <a:off x="9800112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诊断与验证</a:t>
            </a:r>
            <a:endParaRPr>
              <a:solidFill>
                <a:srgbClr val="FFFFFF"/>
              </a:solidFill>
            </a:endParaRPr>
          </a:p>
        </p:txBody>
      </p:sp>
      <p:cxnSp>
        <p:nvCxnSpPr>
          <p:cNvPr id="81" name="">
            <a:extLst>
              <a:ext uri="{FF2B5EF4-FFF2-40B4-BE49-F238E27FC236}">
                <ns2:creationId id="{7CC0558E-564C-427F-994D-72A8BB7A3658}"/>
              </a:ext>
            </a:extLst>
          </p:cNvPr>
          <p:cNvCxnSpPr>
            <a:stCxn id="45" idx="3"/>
            <a:endCxn id="50" idx="1"/>
          </p:cNvCxnSpPr>
          <p:nvPr/>
        </p:nvCxnSpPr>
        <p:spPr>
          <a:xfrm>
            <a:off x="3350821" y="2981325"/>
            <a:ext cx="244434" cy="0"/>
          </a:xfrm>
          <a:prstGeom prst="straightConnector1">
            <a:avLst/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cxnSp>
        <p:nvCxnSpPr>
          <p:cNvPr id="82" name="">
            <a:extLst>
              <a:ext uri="{FF2B5EF4-FFF2-40B4-BE49-F238E27FC236}">
                <ns2:creationId id="{11C87C13-9B1D-4B8E-BB39-D40613A29D6D}"/>
              </a:ext>
            </a:extLst>
          </p:cNvPr>
          <p:cNvCxnSpPr>
            <a:stCxn id="50" idx="3"/>
            <a:endCxn id="62" idx="1"/>
          </p:cNvCxnSpPr>
          <p:nvPr/>
        </p:nvCxnSpPr>
        <p:spPr>
          <a:xfrm>
            <a:off x="6133605" y="2981325"/>
            <a:ext cx="244434" cy="0"/>
          </a:xfrm>
          <a:prstGeom prst="straightConnector1">
            <a:avLst/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cxnSp>
        <p:nvCxnSpPr>
          <p:cNvPr id="83" name="">
            <a:extLst>
              <a:ext uri="{FF2B5EF4-FFF2-40B4-BE49-F238E27FC236}">
                <ns2:creationId id="{53852DB2-DDDD-4527-8C73-8B84DE1B85DE}"/>
              </a:ext>
            </a:extLst>
          </p:cNvPr>
          <p:cNvCxnSpPr>
            <a:stCxn id="62" idx="3"/>
            <a:endCxn id="76" idx="1"/>
          </p:cNvCxnSpPr>
          <p:nvPr/>
        </p:nvCxnSpPr>
        <p:spPr>
          <a:xfrm>
            <a:off x="8916390" y="2981325"/>
            <a:ext cx="244434" cy="0"/>
          </a:xfrm>
          <a:prstGeom prst="straightConnector1">
            <a:avLst/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sp>
        <p:nvSpPr>
          <p:cNvPr id="84" name="text-219">
            <a:extLst>
              <a:ext uri="{FF2B5EF4-FFF2-40B4-BE49-F238E27FC236}">
                <ns2:creationId id="{CA7B2E47-498A-4D1B-856D-53F22ECBF934}"/>
              </a:ext>
            </a:extLst>
          </p:cNvPr>
          <p:cNvSpPr>
            <a:spLocks noGrp="1"/>
          </p:cNvSpPr>
          <p:nvPr/>
        </p:nvSpPr>
        <p:spPr>
          <a:xfrm>
            <a:off x="3463636" y="3457575"/>
            <a:ext cx="5922818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异常回查：回到</a:t>
            </a:r>
            <a:r>
              <a:rPr sz="1875" b="1">
                <a:latin typeface="Noto Sans CJK SC"/>
                <a:ea typeface="Noto Sans CJK SC"/>
                <a:cs typeface="Noto Sans CJK SC"/>
                <a:solidFill>
                  <a:srgbClr val="B82D32"/>
                </a:solidFill>
              </a:rPr>
              <a:t>原始记录</a:t>
            </a:r>
            <a:r>
              <a: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与采样过程</a:t>
            </a:r>
            <a:endParaRPr/>
          </a:p>
        </p:txBody>
      </p:sp>
      <p:sp>
        <p:nvSpPr>
          <p:cNvPr id="103" name="solid-title-band-103"/>
          <p:cNvSpPr/>
          <p:nvPr/>
        </p:nvSpPr>
        <p:spPr>
          <a:xfrm>
            <a:off x="793668" y="3924300"/>
            <a:ext cx="5396345" cy="36195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85" name="text-220">
            <a:extLst>
              <a:ext uri="{FF2B5EF4-FFF2-40B4-BE49-F238E27FC236}">
                <ns2:creationId id="{8FB9864F-7BB8-439F-8D9E-15BEDE6A5CFD}"/>
              </a:ext>
            </a:extLst>
          </p:cNvPr>
          <p:cNvSpPr>
            <a:spLocks noGrp="1"/>
          </p:cNvSpPr>
          <p:nvPr/>
        </p:nvSpPr>
        <p:spPr>
          <a:xfrm>
            <a:off x="925286" y="3962400"/>
            <a:ext cx="513310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观测记录的季节变化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86" name="Chart">
            <a:extLst>
              <a:ext uri="{FF2B5EF4-FFF2-40B4-BE49-F238E27FC236}">
                <ns2:creationId id="{24D0E085-D9FA-4884-A9E8-7418BA4C6EF0}"/>
              </a:ext>
            </a:extLst>
          </p:cNvPr>
          <p:cNvGraphicFramePr/>
          <p:nvPr/>
        </p:nvGraphicFramePr>
        <p:xfrm>
          <a:off x="812470" y="4324350"/>
          <a:ext cx="5396345" cy="1781175"/>
        </p:xfrm>
        <a:graphic>
          <a:graphicData uri="http://schemas.openxmlformats.org/drawingml/2006/chart">
            <c:chart r:id="Rd2fd00bda74e4d93"/>
          </a:graphicData>
        </a:graphic>
      </p:graphicFrame>
      <p:sp>
        <p:nvSpPr>
          <p:cNvPr id="87" name="line-221">
            <a:extLst>
              <a:ext uri="{FF2B5EF4-FFF2-40B4-BE49-F238E27FC236}">
                <ns2:creationId id="{E1D94CFE-4A43-4873-AC65-6ACA67D9CA00}"/>
              </a:ext>
            </a:extLst>
          </p:cNvPr>
          <p:cNvSpPr>
            <a:spLocks noGrp="1"/>
          </p:cNvSpPr>
          <p:nvPr/>
        </p:nvSpPr>
        <p:spPr>
          <a:xfrm>
            <a:off x="5080660" y="4524375"/>
            <a:ext cx="206829" cy="95"/>
          </a:xfrm>
          <a:prstGeom prst="line">
            <a:avLst/>
          </a:prstGeom>
          <a:noFill/>
          <a:ln w="19050">
            <a:solidFill>
              <a:srgbClr val="1359A0"/>
            </a:solidFill>
            <a:prstDash val="solid"/>
          </a:ln>
        </p:spPr>
      </p:sp>
      <p:sp>
        <p:nvSpPr>
          <p:cNvPr id="88" name="text-222">
            <a:extLst>
              <a:ext uri="{FF2B5EF4-FFF2-40B4-BE49-F238E27FC236}">
                <ns2:creationId id="{23795127-6D4E-461E-8FBA-0780024DB756}"/>
              </a:ext>
            </a:extLst>
          </p:cNvPr>
          <p:cNvSpPr>
            <a:spLocks noGrp="1"/>
          </p:cNvSpPr>
          <p:nvPr/>
        </p:nvSpPr>
        <p:spPr>
          <a:xfrm>
            <a:off x="5353297" y="443865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物种甲</a:t>
            </a:r>
            <a:endParaRPr/>
          </a:p>
        </p:txBody>
      </p:sp>
      <p:sp>
        <p:nvSpPr>
          <p:cNvPr id="89" name="line-223">
            <a:extLst>
              <a:ext uri="{FF2B5EF4-FFF2-40B4-BE49-F238E27FC236}">
                <ns2:creationId id="{0299A293-19F9-4246-9637-EC5E76A48BF3}"/>
              </a:ext>
            </a:extLst>
          </p:cNvPr>
          <p:cNvSpPr>
            <a:spLocks noGrp="1"/>
          </p:cNvSpPr>
          <p:nvPr/>
        </p:nvSpPr>
        <p:spPr>
          <a:xfrm>
            <a:off x="5080660" y="4752975"/>
            <a:ext cx="206829" cy="95"/>
          </a:xfrm>
          <a:prstGeom prst="line">
            <a:avLst/>
          </a:prstGeom>
          <a:noFill/>
          <a:ln w="19050">
            <a:solidFill>
              <a:srgbClr val="B82D32"/>
            </a:solidFill>
            <a:prstDash val="solid"/>
          </a:ln>
        </p:spPr>
      </p:sp>
      <p:sp>
        <p:nvSpPr>
          <p:cNvPr id="90" name="text-224">
            <a:extLst>
              <a:ext uri="{FF2B5EF4-FFF2-40B4-BE49-F238E27FC236}">
                <ns2:creationId id="{F53E793A-59EE-438C-84D6-EF26EF0EB952}"/>
              </a:ext>
            </a:extLst>
          </p:cNvPr>
          <p:cNvSpPr>
            <a:spLocks noGrp="1"/>
          </p:cNvSpPr>
          <p:nvPr/>
        </p:nvSpPr>
        <p:spPr>
          <a:xfrm>
            <a:off x="5353297" y="466725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物种乙</a:t>
            </a:r>
            <a:endParaRPr/>
          </a:p>
        </p:txBody>
      </p:sp>
      <p:sp>
        <p:nvSpPr>
          <p:cNvPr id="91" name="text-225">
            <a:extLst>
              <a:ext uri="{FF2B5EF4-FFF2-40B4-BE49-F238E27FC236}">
                <ns2:creationId id="{3A779918-D902-4032-83B4-DB9CF94FA4CC}"/>
              </a:ext>
            </a:extLst>
          </p:cNvPr>
          <p:cNvSpPr>
            <a:spLocks noGrp="1"/>
          </p:cNvSpPr>
          <p:nvPr/>
        </p:nvSpPr>
        <p:spPr>
          <a:xfrm>
            <a:off x="2539301" y="5915025"/>
            <a:ext cx="269817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104" name="solid-title-band-104"/>
          <p:cNvSpPr/>
          <p:nvPr/>
        </p:nvSpPr>
        <p:spPr>
          <a:xfrm>
            <a:off x="6396842" y="3924300"/>
            <a:ext cx="5396345" cy="36195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92" name="text-226">
            <a:extLst>
              <a:ext uri="{FF2B5EF4-FFF2-40B4-BE49-F238E27FC236}">
                <ns2:creationId id="{4444D133-9447-4F68-8FF5-3206A34D206A}"/>
              </a:ext>
            </a:extLst>
          </p:cNvPr>
          <p:cNvSpPr>
            <a:spLocks noGrp="1"/>
          </p:cNvSpPr>
          <p:nvPr/>
        </p:nvSpPr>
        <p:spPr>
          <a:xfrm>
            <a:off x="6528460" y="3962400"/>
            <a:ext cx="513310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93" name="Chart">
            <a:extLst>
              <a:ext uri="{FF2B5EF4-FFF2-40B4-BE49-F238E27FC236}">
                <ns2:creationId id="{042C6303-E2C5-4297-A8BF-F77595E35CD8}"/>
              </a:ext>
            </a:extLst>
          </p:cNvPr>
          <p:cNvGraphicFramePr/>
          <p:nvPr/>
        </p:nvGraphicFramePr>
        <p:xfrm>
          <a:off x="6415644" y="4324350"/>
          <a:ext cx="5396345" cy="1781175"/>
        </p:xfrm>
        <a:graphic>
          <a:graphicData uri="http://schemas.openxmlformats.org/drawingml/2006/chart">
            <c:chart r:id="Re728cd7a426649f7"/>
          </a:graphicData>
        </a:graphic>
      </p:graphicFrame>
      <p:sp>
        <p:nvSpPr>
          <p:cNvPr id="94" name="text-227">
            <a:extLst>
              <a:ext uri="{FF2B5EF4-FFF2-40B4-BE49-F238E27FC236}">
                <ns2:creationId id="{FF007E7C-BF74-48BB-9C8C-821F54B6F165}"/>
              </a:ext>
            </a:extLst>
          </p:cNvPr>
          <p:cNvSpPr>
            <a:spLocks noGrp="1"/>
          </p:cNvSpPr>
          <p:nvPr/>
        </p:nvSpPr>
        <p:spPr>
          <a:xfrm>
            <a:off x="8142475" y="5915025"/>
            <a:ext cx="269817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  <a:endParaRPr/>
          </a:p>
        </p:txBody>
      </p:sp>
      <p:sp>
        <p:nvSpPr>
          <p:cNvPr id="95" name="shape-228">
            <a:extLst>
              <a:ext uri="{FF2B5EF4-FFF2-40B4-BE49-F238E27FC236}">
                <ns2:creationId id="{3E8C959E-CAE3-4A6B-BAB5-6918CCA051EC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96" name="text-229">
            <a:extLst>
              <a:ext uri="{FF2B5EF4-FFF2-40B4-BE49-F238E27FC236}">
                <ns2:creationId id="{FFE6F97F-FA22-4C8E-8A6C-435DA37B4FA3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分析原则：保留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原始记录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，区分观测差异与模型解释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97" name="text-230">
            <a:extLst>
              <a:ext uri="{FF2B5EF4-FFF2-40B4-BE49-F238E27FC236}">
                <ns2:creationId id="{648BC5F7-5631-4C0B-A519-A323322A38EB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98" name="text-231">
            <a:extLst>
              <a:ext uri="{FF2B5EF4-FFF2-40B4-BE49-F238E27FC236}">
                <ns2:creationId id="{EEFA9D41-10F9-43A3-A517-D6C1F18FF7DA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01</a:t>
            </a:r>
            <a:endParaRPr/>
          </a:p>
        </p:txBody>
      </p:sp>
    </p:spTree>
    <p:extLst>
      <p:ext uri="{BB962C8B-B14F-4D97-AF65-F5344CB8AC3E}">
        <ns5:creationId val="942761393"/>
      </p:ext>
    </p:extLst>
  </p:cSld>
</p:sld>
</file>

<file path=ppt/slides/slide2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99" name="text-140">
            <a:extLst>
              <a:ext uri="{FF2B5EF4-FFF2-40B4-BE49-F238E27FC236}">
                <ns2:creationId id="{E0CD6246-8BA7-4332-AD81-F92F892A4A9F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rPr>
              <a:t>厚实实底｜松绿米白</a:t>
            </a:r>
            <a:endParaRPr/>
          </a:p>
        </p:txBody>
      </p:sp>
      <p:sp>
        <p:nvSpPr>
          <p:cNvPr id="2" name="line-141">
            <a:extLst>
              <a:ext uri="{FF2B5EF4-FFF2-40B4-BE49-F238E27FC236}">
                <ns2:creationId id="{7B803D0C-FD4B-4541-AF4F-F7A98F40DE8F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136742"/>
            </a:solidFill>
            <a:prstDash val="solid"/>
          </a:ln>
        </p:spPr>
      </p:sp>
      <p:sp>
        <p:nvSpPr>
          <p:cNvPr id="3" name="shape-142">
            <a:extLst>
              <a:ext uri="{FF2B5EF4-FFF2-40B4-BE49-F238E27FC236}">
                <ns2:creationId id="{07B8342B-2C95-4275-A646-4418CE17169C}"/>
              </a:ext>
            </a:extLst>
          </p:cNvPr>
          <p:cNvSpPr>
            <a:spLocks noGrp="1"/>
          </p:cNvSpPr>
          <p:nvPr/>
        </p:nvSpPr>
        <p:spPr>
          <a:xfrm>
            <a:off x="304800" y="914400"/>
            <a:ext cx="338447" cy="1428750"/>
          </a:xfrm>
          <a:prstGeom prst="roundRect">
            <a:avLst>
              <a:gd name="adj" fmla="val 22222"/>
            </a:avLst>
          </a:prstGeom>
          <a:solidFill>
            <a:srgbClr val="136742"/>
          </a:solidFill>
          <a:ln w="0">
            <a:noFill/>
            <a:prstDash val="solid"/>
          </a:ln>
        </p:spPr>
      </p:sp>
      <p:sp>
        <p:nvSpPr>
          <p:cNvPr id="4" name="text-143">
            <a:extLst>
              <a:ext uri="{FF2B5EF4-FFF2-40B4-BE49-F238E27FC236}">
                <ns2:creationId id="{167F082A-9F07-4833-AF5D-E54DA56A45C1}"/>
              </a:ext>
            </a:extLst>
          </p:cNvPr>
          <p:cNvSpPr>
            <a:spLocks noGrp="1"/>
          </p:cNvSpPr>
          <p:nvPr/>
        </p:nvSpPr>
        <p:spPr>
          <a:xfrm>
            <a:off x="333004" y="1009650"/>
            <a:ext cx="282039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观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测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5" name="shape-144">
            <a:extLst>
              <a:ext uri="{FF2B5EF4-FFF2-40B4-BE49-F238E27FC236}">
                <ns2:creationId id="{062D7FB8-0C1F-4617-9DCA-169D38585D61}"/>
              </a:ext>
            </a:extLst>
          </p:cNvPr>
          <p:cNvSpPr>
            <a:spLocks noGrp="1"/>
          </p:cNvSpPr>
          <p:nvPr/>
        </p:nvSpPr>
        <p:spPr>
          <a:xfrm>
            <a:off x="304800" y="2571750"/>
            <a:ext cx="338447" cy="1190625"/>
          </a:xfrm>
          <a:prstGeom prst="roundRect">
            <a:avLst>
              <a:gd name="adj" fmla="val 22222"/>
            </a:avLst>
          </a:prstGeom>
          <a:solidFill>
            <a:srgbClr val="136742"/>
          </a:solidFill>
          <a:ln w="0">
            <a:noFill/>
            <a:prstDash val="solid"/>
          </a:ln>
        </p:spPr>
      </p:sp>
      <p:sp>
        <p:nvSpPr>
          <p:cNvPr id="6" name="text-145">
            <a:extLst>
              <a:ext uri="{FF2B5EF4-FFF2-40B4-BE49-F238E27FC236}">
                <ns2:creationId id="{B1927359-AC9F-45AA-8407-1C872F78ADDC}"/>
              </a:ext>
            </a:extLst>
          </p:cNvPr>
          <p:cNvSpPr>
            <a:spLocks noGrp="1"/>
          </p:cNvSpPr>
          <p:nvPr/>
        </p:nvSpPr>
        <p:spPr>
          <a:xfrm>
            <a:off x="333004" y="2667000"/>
            <a:ext cx="282039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析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7" name="shape-146">
            <a:extLst>
              <a:ext uri="{FF2B5EF4-FFF2-40B4-BE49-F238E27FC236}">
                <ns2:creationId id="{D5E3112B-4FA7-45B8-AD3E-AB36C837B16D}"/>
              </a:ext>
            </a:extLst>
          </p:cNvPr>
          <p:cNvSpPr>
            <a:spLocks noGrp="1"/>
          </p:cNvSpPr>
          <p:nvPr/>
        </p:nvSpPr>
        <p:spPr>
          <a:xfrm>
            <a:off x="304800" y="3962400"/>
            <a:ext cx="338447" cy="2152650"/>
          </a:xfrm>
          <a:prstGeom prst="roundRect">
            <a:avLst>
              <a:gd name="adj" fmla="val 22222"/>
            </a:avLst>
          </a:prstGeom>
          <a:solidFill>
            <a:srgbClr val="136742"/>
          </a:solidFill>
          <a:ln w="0">
            <a:noFill/>
            <a:prstDash val="solid"/>
          </a:ln>
        </p:spPr>
      </p:sp>
      <p:sp>
        <p:nvSpPr>
          <p:cNvPr id="8" name="text-147">
            <a:extLst>
              <a:ext uri="{FF2B5EF4-FFF2-40B4-BE49-F238E27FC236}">
                <ns2:creationId id="{C4FD96AB-9059-4D04-8A2D-DF4680EBF980}"/>
              </a:ext>
            </a:extLst>
          </p:cNvPr>
          <p:cNvSpPr>
            <a:spLocks noGrp="1"/>
          </p:cNvSpPr>
          <p:nvPr/>
        </p:nvSpPr>
        <p:spPr>
          <a:xfrm>
            <a:off x="333004" y="4057650"/>
            <a:ext cx="282039" cy="1962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输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出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9" name="shape-148">
            <a:extLst>
              <a:ext uri="{FF2B5EF4-FFF2-40B4-BE49-F238E27FC236}">
                <ns2:creationId id="{603B74B3-C890-435B-A94D-8C3D48B6571A}"/>
              </a:ext>
            </a:extLst>
          </p:cNvPr>
          <p:cNvSpPr>
            <a:spLocks noGrp="1"/>
          </p:cNvSpPr>
          <p:nvPr/>
        </p:nvSpPr>
        <p:spPr>
          <a:xfrm>
            <a:off x="793668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>
            <a:solidFill>
              <a:srgbClr val="136742"/>
            </a:solidFill>
            <a:prstDash val="solid"/>
          </a:ln>
        </p:spPr>
      </p:sp>
      <p:sp>
        <p:nvSpPr>
          <p:cNvPr id="100" name="solid-title-band-100"/>
          <p:cNvSpPr/>
          <p:nvPr/>
        </p:nvSpPr>
        <p:spPr>
          <a:xfrm>
            <a:off x="793668" y="914400"/>
            <a:ext cx="3600697" cy="457200"/>
          </a:xfrm>
          <a:prstGeom prst="rect">
            <a:avLst/>
          </a:prstGeom>
          <a:solidFill>
            <a:srgbClr val="136742"/>
          </a:solidFill>
        </p:spPr>
      </p:sp>
      <p:sp>
        <p:nvSpPr>
          <p:cNvPr id="10" name="icon-camera-149">
            <a:extLst>
              <a:ext uri="{FF2B5EF4-FFF2-40B4-BE49-F238E27FC236}">
                <ns2:creationId id="{06E617BC-B606-4C9D-AFAF-CE7A0653007A}"/>
              </a:ext>
            </a:extLst>
          </p:cNvPr>
          <p:cNvSpPr>
            <a:spLocks noGrp="1"/>
          </p:cNvSpPr>
          <p:nvPr/>
        </p:nvSpPr>
        <p:spPr>
          <a:xfrm>
            <a:off x="955746" y="1060704"/>
            <a:ext cx="258724" cy="185928"/>
          </a:xfrm>
          <a:prstGeom prst="roundRect">
            <a:avLst>
              <a:gd name="adj" fmla="val 26765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1" name="icon-camera-150">
            <a:extLst>
              <a:ext uri="{FF2B5EF4-FFF2-40B4-BE49-F238E27FC236}">
                <ns2:creationId id="{DC0A11E2-0ACC-4CE9-88CA-3761D06EF21B}"/>
              </a:ext>
            </a:extLst>
          </p:cNvPr>
          <p:cNvSpPr>
            <a:spLocks noGrp="1"/>
          </p:cNvSpPr>
          <p:nvPr/>
        </p:nvSpPr>
        <p:spPr>
          <a:xfrm>
            <a:off x="1033965" y="1021080"/>
            <a:ext cx="99278" cy="518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2" name="icon-camera-151">
            <a:extLst>
              <a:ext uri="{FF2B5EF4-FFF2-40B4-BE49-F238E27FC236}">
                <ns2:creationId id="{67586027-23AB-4F7C-92C0-8CA204AE1EF5}"/>
              </a:ext>
            </a:extLst>
          </p:cNvPr>
          <p:cNvSpPr>
            <a:spLocks noGrp="1"/>
          </p:cNvSpPr>
          <p:nvPr/>
        </p:nvSpPr>
        <p:spPr>
          <a:xfrm>
            <a:off x="1030956" y="1100328"/>
            <a:ext cx="108303" cy="109728"/>
          </a:xfrm>
          <a:prstGeom prst="ellipse">
            <a:avLst/>
          </a:prstGeom>
          <a:solidFill>
            <a:srgbClr val="136742"/>
          </a:solidFill>
          <a:ln w="20002">
            <a:solidFill>
              <a:srgbClr val="136742"/>
            </a:solidFill>
            <a:prstDash val="solid"/>
          </a:ln>
        </p:spPr>
      </p:sp>
      <p:sp>
        <p:nvSpPr>
          <p:cNvPr id="13" name="icon-camera-152">
            <a:extLst>
              <a:ext uri="{FF2B5EF4-FFF2-40B4-BE49-F238E27FC236}">
                <ns2:creationId id="{EC21702B-4A13-4493-A82A-CF5117B157BA}"/>
              </a:ext>
            </a:extLst>
          </p:cNvPr>
          <p:cNvSpPr>
            <a:spLocks noGrp="1"/>
          </p:cNvSpPr>
          <p:nvPr/>
        </p:nvSpPr>
        <p:spPr>
          <a:xfrm>
            <a:off x="1157310" y="1085088"/>
            <a:ext cx="24067" cy="24384"/>
          </a:xfrm>
          <a:prstGeom prst="ellipse">
            <a:avLst/>
          </a:prstGeom>
          <a:solidFill>
            <a:srgbClr val="136742"/>
          </a:solidFill>
          <a:ln w="20002">
            <a:solidFill>
              <a:srgbClr val="136742"/>
            </a:solidFill>
            <a:prstDash val="solid"/>
          </a:ln>
        </p:spPr>
      </p:sp>
      <p:sp>
        <p:nvSpPr>
          <p:cNvPr id="14" name="text-153">
            <a:extLst>
              <a:ext uri="{FF2B5EF4-FFF2-40B4-BE49-F238E27FC236}">
                <ns2:creationId id="{8F2C8A44-0EB5-4D1A-A99B-AB0D055D5F7C}"/>
              </a:ext>
            </a:extLst>
          </p:cNvPr>
          <p:cNvSpPr>
            <a:spLocks noGrp="1"/>
          </p:cNvSpPr>
          <p:nvPr/>
        </p:nvSpPr>
        <p:spPr>
          <a:xfrm>
            <a:off x="1423555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相机记录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5" name="text-154">
            <a:extLst>
              <a:ext uri="{FF2B5EF4-FFF2-40B4-BE49-F238E27FC236}">
                <ns2:creationId id="{AE10D43F-33BE-4EFC-AF0F-ED67DF344909}"/>
              </a:ext>
            </a:extLst>
          </p:cNvPr>
          <p:cNvSpPr>
            <a:spLocks noGrp="1"/>
          </p:cNvSpPr>
          <p:nvPr/>
        </p:nvSpPr>
        <p:spPr>
          <a:xfrm>
            <a:off x="1573975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物种 · 时间 · 样点</a:t>
            </a:r>
            <a:endParaRPr/>
          </a:p>
        </p:txBody>
      </p:sp>
      <p:sp>
        <p:nvSpPr>
          <p:cNvPr id="16" name="icon-camera-155">
            <a:extLst>
              <a:ext uri="{FF2B5EF4-FFF2-40B4-BE49-F238E27FC236}">
                <ns2:creationId id="{43FA40C6-FD70-4C73-9CC5-AB67065E1A07}"/>
              </a:ext>
            </a:extLst>
          </p:cNvPr>
          <p:cNvSpPr>
            <a:spLocks noGrp="1"/>
          </p:cNvSpPr>
          <p:nvPr/>
        </p:nvSpPr>
        <p:spPr>
          <a:xfrm>
            <a:off x="1185138" y="1856994"/>
            <a:ext cx="420426" cy="302133"/>
          </a:xfrm>
          <a:prstGeom prst="roundRect">
            <a:avLst>
              <a:gd name="adj" fmla="val 25221"/>
            </a:avLst>
          </a:prstGeom>
          <a:solidFill>
            <a:srgbClr val="136742"/>
          </a:solidFill>
          <a:ln w="20002">
            <a:solidFill>
              <a:srgbClr val="136742"/>
            </a:solidFill>
            <a:prstDash val="solid"/>
          </a:ln>
        </p:spPr>
      </p:sp>
      <p:sp>
        <p:nvSpPr>
          <p:cNvPr id="17" name="icon-camera-156">
            <a:extLst>
              <a:ext uri="{FF2B5EF4-FFF2-40B4-BE49-F238E27FC236}">
                <ns2:creationId id="{D2FBFC10-52F4-47B2-8E7D-7E68310C93D8}"/>
              </a:ext>
            </a:extLst>
          </p:cNvPr>
          <p:cNvSpPr>
            <a:spLocks noGrp="1"/>
          </p:cNvSpPr>
          <p:nvPr/>
        </p:nvSpPr>
        <p:spPr>
          <a:xfrm>
            <a:off x="1312243" y="1792605"/>
            <a:ext cx="161326" cy="84201"/>
          </a:xfrm>
          <a:prstGeom prst="roundRect">
            <a:avLst>
              <a:gd name="adj" fmla="val 50000"/>
            </a:avLst>
          </a:prstGeom>
          <a:solidFill>
            <a:srgbClr val="136742"/>
          </a:solidFill>
          <a:ln w="20002">
            <a:solidFill>
              <a:srgbClr val="136742"/>
            </a:solidFill>
            <a:prstDash val="solid"/>
          </a:ln>
        </p:spPr>
      </p:sp>
      <p:sp>
        <p:nvSpPr>
          <p:cNvPr id="18" name="icon-camera-157">
            <a:extLst>
              <a:ext uri="{FF2B5EF4-FFF2-40B4-BE49-F238E27FC236}">
                <ns2:creationId id="{7CDE9919-1981-4408-A792-0BAD0B4EAEE4}"/>
              </a:ext>
            </a:extLst>
          </p:cNvPr>
          <p:cNvSpPr>
            <a:spLocks noGrp="1"/>
          </p:cNvSpPr>
          <p:nvPr/>
        </p:nvSpPr>
        <p:spPr>
          <a:xfrm>
            <a:off x="1307354" y="1921383"/>
            <a:ext cx="175992" cy="1783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9" name="icon-camera-158">
            <a:extLst>
              <a:ext uri="{FF2B5EF4-FFF2-40B4-BE49-F238E27FC236}">
                <ns2:creationId id="{CB654160-40AF-477E-8D93-FF0C0AB3A229}"/>
              </a:ext>
            </a:extLst>
          </p:cNvPr>
          <p:cNvSpPr>
            <a:spLocks noGrp="1"/>
          </p:cNvSpPr>
          <p:nvPr/>
        </p:nvSpPr>
        <p:spPr>
          <a:xfrm>
            <a:off x="1512679" y="1896618"/>
            <a:ext cx="39109" cy="39624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20" name="vector-159">
            <a:extLst>
              <a:ext uri="{FF2B5EF4-FFF2-40B4-BE49-F238E27FC236}">
                <ns2:creationId id="{A15E7DCE-89E8-4F10-9410-FB46566838EE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21" name="icon-leaf-160">
            <a:extLst>
              <a:ext uri="{FF2B5EF4-FFF2-40B4-BE49-F238E27FC236}">
                <ns2:creationId id="{75BD501B-F9AE-41A1-B6E6-DE508E3EAD3C}"/>
              </a:ext>
            </a:extLst>
          </p:cNvPr>
          <p:cNvSpPr>
            <a:spLocks noGrp="1"/>
          </p:cNvSpPr>
          <p:nvPr/>
        </p:nvSpPr>
        <p:spPr>
          <a:xfrm>
            <a:off x="2278697" y="1782699"/>
            <a:ext cx="131994" cy="222885"/>
          </a:xfrm>
          <a:prstGeom prst="ellipse">
            <a:avLst/>
          </a:prstGeom>
          <a:solidFill>
            <a:srgbClr val="136742"/>
          </a:solidFill>
          <a:ln w="20002">
            <a:solidFill>
              <a:srgbClr val="136742"/>
            </a:solidFill>
            <a:prstDash val="solid"/>
          </a:ln>
        </p:spPr>
      </p:sp>
      <p:sp>
        <p:nvSpPr>
          <p:cNvPr id="22" name="icon-leaf-161">
            <a:extLst>
              <a:ext uri="{FF2B5EF4-FFF2-40B4-BE49-F238E27FC236}">
                <ns2:creationId id="{076C9BD3-CEBC-43D7-A1BB-A16178BDB426}"/>
              </a:ext>
            </a:extLst>
          </p:cNvPr>
          <p:cNvSpPr>
            <a:spLocks noGrp="1"/>
          </p:cNvSpPr>
          <p:nvPr/>
        </p:nvSpPr>
        <p:spPr>
          <a:xfrm>
            <a:off x="2415580" y="1891665"/>
            <a:ext cx="146660" cy="222885"/>
          </a:xfrm>
          <a:prstGeom prst="ellipse">
            <a:avLst/>
          </a:prstGeom>
          <a:solidFill>
            <a:srgbClr val="136742"/>
          </a:solidFill>
          <a:ln w="20002">
            <a:solidFill>
              <a:srgbClr val="136742"/>
            </a:solidFill>
            <a:prstDash val="solid"/>
          </a:ln>
        </p:spPr>
      </p:sp>
      <p:sp>
        <p:nvSpPr>
          <p:cNvPr id="23" name="vector-162">
            <a:extLst>
              <a:ext uri="{FF2B5EF4-FFF2-40B4-BE49-F238E27FC236}">
                <ns2:creationId id="{A71B14A5-D0CF-4C9F-A344-1BF2BBCA3318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24" name="vector-163">
            <a:extLst>
              <a:ext uri="{FF2B5EF4-FFF2-40B4-BE49-F238E27FC236}">
                <ns2:creationId id="{BC8F4623-1340-480F-B480-F416CA3EF704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25" name="vector-164">
            <a:extLst>
              <a:ext uri="{FF2B5EF4-FFF2-40B4-BE49-F238E27FC236}">
                <ns2:creationId id="{C034160B-B611-446C-B45A-14978E50CC90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136742"/>
          </a:solidFill>
          <a:ln w="20002">
            <a:solidFill>
              <a:srgbClr val="136742"/>
            </a:solidFill>
            <a:prstDash val="solid"/>
          </a:ln>
        </p:spPr>
      </p:sp>
      <p:sp>
        <p:nvSpPr>
          <p:cNvPr id="26" name="vector-165">
            <a:extLst>
              <a:ext uri="{FF2B5EF4-FFF2-40B4-BE49-F238E27FC236}">
                <ns2:creationId id="{2269A7AF-F20B-41EF-BBD9-EBEACFEB0EDA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7" name="vector-166">
            <a:extLst>
              <a:ext uri="{FF2B5EF4-FFF2-40B4-BE49-F238E27FC236}">
                <ns2:creationId id="{E9E55323-5EF5-4A50-8765-E2263B83EA3B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8" name="icon-map-167">
            <a:extLst>
              <a:ext uri="{FF2B5EF4-FFF2-40B4-BE49-F238E27FC236}">
                <ns2:creationId id="{A9C098B8-581C-405D-A6DA-A018E81177A4}"/>
              </a:ext>
            </a:extLst>
          </p:cNvPr>
          <p:cNvSpPr>
            <a:spLocks noGrp="1"/>
          </p:cNvSpPr>
          <p:nvPr/>
        </p:nvSpPr>
        <p:spPr>
          <a:xfrm>
            <a:off x="3386546" y="1861947"/>
            <a:ext cx="107551" cy="108966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29" name="shape-168">
            <a:extLst>
              <a:ext uri="{FF2B5EF4-FFF2-40B4-BE49-F238E27FC236}">
                <ns2:creationId id="{9C57E577-ACDA-42EA-9EC8-247A01B6A324}"/>
              </a:ext>
            </a:extLst>
          </p:cNvPr>
          <p:cNvSpPr>
            <a:spLocks noGrp="1"/>
          </p:cNvSpPr>
          <p:nvPr/>
        </p:nvSpPr>
        <p:spPr>
          <a:xfrm>
            <a:off x="4525983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>
            <a:solidFill>
              <a:srgbClr val="136742"/>
            </a:solidFill>
            <a:prstDash val="solid"/>
          </a:ln>
        </p:spPr>
      </p:sp>
      <p:sp>
        <p:nvSpPr>
          <p:cNvPr id="101" name="solid-title-band-101"/>
          <p:cNvSpPr/>
          <p:nvPr/>
        </p:nvSpPr>
        <p:spPr>
          <a:xfrm>
            <a:off x="4525983" y="914400"/>
            <a:ext cx="3600697" cy="457200"/>
          </a:xfrm>
          <a:prstGeom prst="rect">
            <a:avLst/>
          </a:prstGeom>
          <a:solidFill>
            <a:srgbClr val="136742"/>
          </a:solidFill>
        </p:spPr>
      </p:sp>
      <p:sp>
        <p:nvSpPr>
          <p:cNvPr id="30" name="vector-169">
            <a:extLst>
              <a:ext uri="{FF2B5EF4-FFF2-40B4-BE49-F238E27FC236}">
                <ns2:creationId id="{BF54A6B5-DA57-4D13-8E26-AC224EB2D0FC}"/>
              </a:ext>
            </a:extLst>
          </p:cNvPr>
          <p:cNvSpPr>
            <a:spLocks noGrp="1"/>
          </p:cNvSpPr>
          <p:nvPr/>
        </p:nvSpPr>
        <p:spPr>
          <a:xfrm>
            <a:off x="4667003" y="990600"/>
            <a:ext cx="300842" cy="3048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31" name="icon-tree-170">
            <a:extLst>
              <a:ext uri="{FF2B5EF4-FFF2-40B4-BE49-F238E27FC236}">
                <ns2:creationId id="{23B423B1-5440-4B5A-8842-A33092A4CF1B}"/>
              </a:ext>
            </a:extLst>
          </p:cNvPr>
          <p:cNvSpPr>
            <a:spLocks noGrp="1"/>
          </p:cNvSpPr>
          <p:nvPr/>
        </p:nvSpPr>
        <p:spPr>
          <a:xfrm>
            <a:off x="4715137" y="1005840"/>
            <a:ext cx="207581" cy="188976"/>
          </a:xfrm>
          <a:prstGeom prst="cloud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32" name="text-171">
            <a:extLst>
              <a:ext uri="{FF2B5EF4-FFF2-40B4-BE49-F238E27FC236}">
                <ns2:creationId id="{E3CD4B66-FA4A-41FD-9311-355C7400D4B8}"/>
              </a:ext>
            </a:extLst>
          </p:cNvPr>
          <p:cNvSpPr>
            <a:spLocks noGrp="1"/>
          </p:cNvSpPr>
          <p:nvPr/>
        </p:nvSpPr>
        <p:spPr>
          <a:xfrm>
            <a:off x="5155870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植被调查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33" name="text-172">
            <a:extLst>
              <a:ext uri="{FF2B5EF4-FFF2-40B4-BE49-F238E27FC236}">
                <ns2:creationId id="{B29ACA1F-484D-4A46-9688-942668E27069}"/>
              </a:ext>
            </a:extLst>
          </p:cNvPr>
          <p:cNvSpPr>
            <a:spLocks noGrp="1"/>
          </p:cNvSpPr>
          <p:nvPr/>
        </p:nvSpPr>
        <p:spPr>
          <a:xfrm>
            <a:off x="5306291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盖度 · 高度 · 结构</a:t>
            </a:r>
            <a:endParaRPr/>
          </a:p>
        </p:txBody>
      </p:sp>
      <p:pic>
        <p:nvPicPr>
          <p:cNvPr id="34" name="">
            <a:extLst>
              <a:ext uri="{FF2B5EF4-FFF2-40B4-BE49-F238E27FC236}">
                <ns2:creationId id="{C7823C26-C23D-4A6B-B62F-7325F074EAEF}"/>
              </a:ext>
            </a:extLst>
          </p:cNvPr>
          <p:cNvPicPr>
            <a:picLocks noChangeAspect="1"/>
          </p:cNvPicPr>
          <p:nvPr/>
        </p:nvPicPr>
        <p:blipFill>
          <a:blip r:embed="R4b4819146d1b40d0">
            <a:duotone>
              <a:srgbClr val="136742"/>
              <a:srgbClr val="FFFFFF"/>
            </a:duotone>
          </a:blip>
          <a:stretch/>
        </p:blipFill>
        <p:spPr>
          <a:xfrm>
            <a:off x="5745802" y="1657350"/>
            <a:ext cx="944831" cy="638175"/>
          </a:xfrm>
          <a:prstGeom prst="rect">
            <a:avLst/>
          </a:prstGeom>
        </p:spPr>
      </p:pic>
      <p:sp>
        <p:nvSpPr>
          <p:cNvPr id="35" name="shape-173">
            <a:extLst>
              <a:ext uri="{FF2B5EF4-FFF2-40B4-BE49-F238E27FC236}">
                <ns2:creationId id="{4C62072D-8947-449A-9435-4F91FA0A7B80}"/>
              </a:ext>
            </a:extLst>
          </p:cNvPr>
          <p:cNvSpPr>
            <a:spLocks noGrp="1"/>
          </p:cNvSpPr>
          <p:nvPr/>
        </p:nvSpPr>
        <p:spPr>
          <a:xfrm>
            <a:off x="8258299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>
            <a:solidFill>
              <a:srgbClr val="136742"/>
            </a:solidFill>
            <a:prstDash val="solid"/>
          </a:ln>
        </p:spPr>
      </p:sp>
      <p:sp>
        <p:nvSpPr>
          <p:cNvPr id="102" name="solid-title-band-102"/>
          <p:cNvSpPr/>
          <p:nvPr/>
        </p:nvSpPr>
        <p:spPr>
          <a:xfrm>
            <a:off x="8258299" y="914400"/>
            <a:ext cx="3600697" cy="457200"/>
          </a:xfrm>
          <a:prstGeom prst="rect">
            <a:avLst/>
          </a:prstGeom>
          <a:solidFill>
            <a:srgbClr val="136742"/>
          </a:solidFill>
        </p:spPr>
      </p:sp>
      <p:sp>
        <p:nvSpPr>
          <p:cNvPr id="36" name="vector-174">
            <a:extLst>
              <a:ext uri="{FF2B5EF4-FFF2-40B4-BE49-F238E27FC236}">
                <ns2:creationId id="{A2A707A0-27BE-4311-80E5-E6ED447EC480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37" name="vector-175">
            <a:extLst>
              <a:ext uri="{FF2B5EF4-FFF2-40B4-BE49-F238E27FC236}">
                <ns2:creationId id="{387DF0DF-1FC6-4E7C-B843-9E5B62494D0C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38" name="vector-176">
            <a:extLst>
              <a:ext uri="{FF2B5EF4-FFF2-40B4-BE49-F238E27FC236}">
                <ns2:creationId id="{609AB834-B4D9-4CF3-BA3D-1B8BF1AAB487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39" name="icon-map-177">
            <a:extLst>
              <a:ext uri="{FF2B5EF4-FFF2-40B4-BE49-F238E27FC236}">
                <ns2:creationId id="{0AFCB6CA-ABD4-42A8-9309-EA81C6697EA2}"/>
              </a:ext>
            </a:extLst>
          </p:cNvPr>
          <p:cNvSpPr>
            <a:spLocks noGrp="1"/>
          </p:cNvSpPr>
          <p:nvPr/>
        </p:nvSpPr>
        <p:spPr>
          <a:xfrm>
            <a:off x="8519655" y="1063752"/>
            <a:ext cx="66185" cy="67056"/>
          </a:xfrm>
          <a:prstGeom prst="ellipse">
            <a:avLst/>
          </a:prstGeom>
          <a:solidFill>
            <a:srgbClr val="136742"/>
          </a:solidFill>
          <a:ln w="20002">
            <a:solidFill>
              <a:srgbClr val="136742"/>
            </a:solidFill>
            <a:prstDash val="solid"/>
          </a:ln>
        </p:spPr>
      </p:sp>
      <p:sp>
        <p:nvSpPr>
          <p:cNvPr id="40" name="text-178">
            <a:extLst>
              <a:ext uri="{FF2B5EF4-FFF2-40B4-BE49-F238E27FC236}">
                <ns2:creationId id="{99A5B0D7-C8DF-4635-A9F4-9B8E8272A12E}"/>
              </a:ext>
            </a:extLst>
          </p:cNvPr>
          <p:cNvSpPr>
            <a:spLocks noGrp="1"/>
          </p:cNvSpPr>
          <p:nvPr/>
        </p:nvSpPr>
        <p:spPr>
          <a:xfrm>
            <a:off x="8888186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环境变量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41" name="text-179">
            <a:extLst>
              <a:ext uri="{FF2B5EF4-FFF2-40B4-BE49-F238E27FC236}">
                <ns2:creationId id="{0DA61E54-1A04-4C76-84C8-A67F1AA66A0A}"/>
              </a:ext>
            </a:extLst>
          </p:cNvPr>
          <p:cNvSpPr>
            <a:spLocks noGrp="1"/>
          </p:cNvSpPr>
          <p:nvPr/>
        </p:nvSpPr>
        <p:spPr>
          <a:xfrm>
            <a:off x="9038606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地形 · 道路 · 生境</a:t>
            </a:r>
            <a:endParaRPr/>
          </a:p>
        </p:txBody>
      </p:sp>
      <p:sp>
        <p:nvSpPr>
          <p:cNvPr id="42" name="vector-180">
            <a:extLst>
              <a:ext uri="{FF2B5EF4-FFF2-40B4-BE49-F238E27FC236}">
                <ns2:creationId id="{B2638E91-392D-4EDC-BBDD-59CDC9DA2E00}"/>
              </a:ext>
            </a:extLst>
          </p:cNvPr>
          <p:cNvSpPr>
            <a:spLocks noGrp="1"/>
          </p:cNvSpPr>
          <p:nvPr/>
        </p:nvSpPr>
        <p:spPr>
          <a:xfrm>
            <a:off x="9715500" y="1874901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6742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43" name="vector-181">
            <a:extLst>
              <a:ext uri="{FF2B5EF4-FFF2-40B4-BE49-F238E27FC236}">
                <ns2:creationId id="{37A14CA7-9CF9-41EE-806A-3596C0D6D5B5}"/>
              </a:ext>
            </a:extLst>
          </p:cNvPr>
          <p:cNvSpPr>
            <a:spLocks noGrp="1"/>
          </p:cNvSpPr>
          <p:nvPr/>
        </p:nvSpPr>
        <p:spPr>
          <a:xfrm>
            <a:off x="9715500" y="1756600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6742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44" name="vector-182">
            <a:extLst>
              <a:ext uri="{FF2B5EF4-FFF2-40B4-BE49-F238E27FC236}">
                <ns2:creationId id="{D1F0AA1B-B5B2-4847-9268-508C7D3FE3CA}"/>
              </a:ext>
            </a:extLst>
          </p:cNvPr>
          <p:cNvSpPr>
            <a:spLocks noGrp="1"/>
          </p:cNvSpPr>
          <p:nvPr/>
        </p:nvSpPr>
        <p:spPr>
          <a:xfrm>
            <a:off x="9715500" y="1638300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6742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45" name="node-183">
            <a:extLst>
              <a:ext uri="{FF2B5EF4-FFF2-40B4-BE49-F238E27FC236}">
                <ns2:creationId id="{3C3781CA-F167-4EF1-8C5D-6EBEA0A8EC59}"/>
              </a:ext>
            </a:extLst>
          </p:cNvPr>
          <p:cNvSpPr>
            <a:spLocks noGrp="1"/>
          </p:cNvSpPr>
          <p:nvPr/>
        </p:nvSpPr>
        <p:spPr>
          <a:xfrm>
            <a:off x="812470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136742"/>
          </a:solidFill>
          <a:ln w="14288">
            <a:solidFill>
              <a:srgbClr val="136742"/>
            </a:solidFill>
            <a:prstDash val="solid"/>
          </a:ln>
        </p:spPr>
      </p:sp>
      <p:sp>
        <p:nvSpPr>
          <p:cNvPr id="46" name="icon-database-184">
            <a:extLst>
              <a:ext uri="{FF2B5EF4-FFF2-40B4-BE49-F238E27FC236}">
                <ns2:creationId id="{B3C5A90F-D102-4E36-A08B-745B9FE745B3}"/>
              </a:ext>
            </a:extLst>
          </p:cNvPr>
          <p:cNvSpPr>
            <a:spLocks noGrp="1"/>
          </p:cNvSpPr>
          <p:nvPr/>
        </p:nvSpPr>
        <p:spPr>
          <a:xfrm>
            <a:off x="992975" y="2843689"/>
            <a:ext cx="287680" cy="270034"/>
          </a:xfrm>
          <a:prstGeom prst="can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47" name="vector-185">
            <a:extLst>
              <a:ext uri="{FF2B5EF4-FFF2-40B4-BE49-F238E27FC236}">
                <ns2:creationId id="{28768779-0BDF-4FF1-B025-77E00D196D3E}"/>
              </a:ext>
            </a:extLst>
          </p:cNvPr>
          <p:cNvSpPr>
            <a:spLocks noGrp="1"/>
          </p:cNvSpPr>
          <p:nvPr/>
        </p:nvSpPr>
        <p:spPr>
          <a:xfrm>
            <a:off x="925286" y="2762250"/>
            <a:ext cx="423058" cy="428625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48" name="vector-186">
            <a:extLst>
              <a:ext uri="{FF2B5EF4-FFF2-40B4-BE49-F238E27FC236}">
                <ns2:creationId id="{C21713C9-F070-4E12-9DD2-513502169E58}"/>
              </a:ext>
            </a:extLst>
          </p:cNvPr>
          <p:cNvSpPr>
            <a:spLocks noGrp="1"/>
          </p:cNvSpPr>
          <p:nvPr/>
        </p:nvSpPr>
        <p:spPr>
          <a:xfrm>
            <a:off x="925286" y="2762250"/>
            <a:ext cx="423058" cy="428625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49" name="text-187">
            <a:extLst>
              <a:ext uri="{FF2B5EF4-FFF2-40B4-BE49-F238E27FC236}">
                <ns2:creationId id="{8A7C70BC-FA6A-44B7-B14C-4CB41DB628C4}"/>
              </a:ext>
            </a:extLst>
          </p:cNvPr>
          <p:cNvSpPr>
            <a:spLocks noGrp="1"/>
          </p:cNvSpPr>
          <p:nvPr/>
        </p:nvSpPr>
        <p:spPr>
          <a:xfrm>
            <a:off x="1451758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数据核对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50" name="node-188">
            <a:extLst>
              <a:ext uri="{FF2B5EF4-FFF2-40B4-BE49-F238E27FC236}">
                <ns2:creationId id="{B44CB072-67BD-4ABF-A9F5-F77D4CF1B3B9}"/>
              </a:ext>
            </a:extLst>
          </p:cNvPr>
          <p:cNvSpPr>
            <a:spLocks noGrp="1"/>
          </p:cNvSpPr>
          <p:nvPr/>
        </p:nvSpPr>
        <p:spPr>
          <a:xfrm>
            <a:off x="3595255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136742"/>
          </a:solidFill>
          <a:ln w="14288">
            <a:solidFill>
              <a:srgbClr val="136742"/>
            </a:solidFill>
            <a:prstDash val="solid"/>
          </a:ln>
        </p:spPr>
      </p:sp>
      <p:sp>
        <p:nvSpPr>
          <p:cNvPr id="51" name="icon-calendar-189">
            <a:extLst>
              <a:ext uri="{FF2B5EF4-FFF2-40B4-BE49-F238E27FC236}">
                <ns2:creationId id="{79ED856C-8695-42B1-902F-0FA1D5652AB8}"/>
              </a:ext>
            </a:extLst>
          </p:cNvPr>
          <p:cNvSpPr>
            <a:spLocks noGrp="1"/>
          </p:cNvSpPr>
          <p:nvPr/>
        </p:nvSpPr>
        <p:spPr>
          <a:xfrm>
            <a:off x="3763067" y="2843689"/>
            <a:ext cx="313064" cy="300038"/>
          </a:xfrm>
          <a:prstGeom prst="roundRect">
            <a:avLst>
              <a:gd name="adj" fmla="val 25397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52" name="vector-190">
            <a:extLst>
              <a:ext uri="{FF2B5EF4-FFF2-40B4-BE49-F238E27FC236}">
                <ns2:creationId id="{D4FA6CBC-79CA-4992-9536-CD64CC4F5467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123825" y="361950"/>
                </a:moveTo>
                <a:lnTo>
                  <a:pt x="828675" y="361950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53" name="vector-191">
            <a:extLst>
              <a:ext uri="{FF2B5EF4-FFF2-40B4-BE49-F238E27FC236}">
                <ns2:creationId id="{B19E6ADE-9747-44D9-9650-E62B3960737E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295275" y="66675"/>
                </a:moveTo>
                <a:lnTo>
                  <a:pt x="295275" y="2667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54" name="vector-192">
            <a:extLst>
              <a:ext uri="{FF2B5EF4-FFF2-40B4-BE49-F238E27FC236}">
                <ns2:creationId id="{0CD031E4-E3CB-460E-A526-8D482673B4B5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647700" y="66675"/>
                </a:moveTo>
                <a:lnTo>
                  <a:pt x="647700" y="2667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55" name="icon-calendar-193">
            <a:extLst>
              <a:ext uri="{FF2B5EF4-FFF2-40B4-BE49-F238E27FC236}">
                <ns2:creationId id="{97377C2D-8D3E-42D4-A08E-76ACF9E2576E}"/>
              </a:ext>
            </a:extLst>
          </p:cNvPr>
          <p:cNvSpPr>
            <a:spLocks noGrp="1"/>
          </p:cNvSpPr>
          <p:nvPr/>
        </p:nvSpPr>
        <p:spPr>
          <a:xfrm>
            <a:off x="3813834" y="2972276"/>
            <a:ext cx="38075" cy="38576"/>
          </a:xfrm>
          <a:prstGeom prst="rect">
            <a:avLst/>
          </a:prstGeom>
          <a:solidFill>
            <a:srgbClr val="136742"/>
          </a:solidFill>
          <a:ln w="20002">
            <a:solidFill>
              <a:srgbClr val="136742"/>
            </a:solidFill>
            <a:prstDash val="solid"/>
          </a:ln>
        </p:spPr>
      </p:sp>
      <p:sp>
        <p:nvSpPr>
          <p:cNvPr id="56" name="icon-calendar-194">
            <a:extLst>
              <a:ext uri="{FF2B5EF4-FFF2-40B4-BE49-F238E27FC236}">
                <ns2:creationId id="{CE36A950-2254-4411-8AB1-87F80540B08E}"/>
              </a:ext>
            </a:extLst>
          </p:cNvPr>
          <p:cNvSpPr>
            <a:spLocks noGrp="1"/>
          </p:cNvSpPr>
          <p:nvPr/>
        </p:nvSpPr>
        <p:spPr>
          <a:xfrm>
            <a:off x="3813834" y="3062288"/>
            <a:ext cx="38075" cy="38576"/>
          </a:xfrm>
          <a:prstGeom prst="rect">
            <a:avLst/>
          </a:prstGeom>
          <a:solidFill>
            <a:srgbClr val="136742"/>
          </a:solidFill>
          <a:ln w="20002">
            <a:solidFill>
              <a:srgbClr val="136742"/>
            </a:solidFill>
            <a:prstDash val="solid"/>
          </a:ln>
        </p:spPr>
      </p:sp>
      <p:sp>
        <p:nvSpPr>
          <p:cNvPr id="57" name="icon-calendar-195">
            <a:extLst>
              <a:ext uri="{FF2B5EF4-FFF2-40B4-BE49-F238E27FC236}">
                <ns2:creationId id="{61C5090B-3FA6-4ADD-91C6-6A850768ED05}"/>
              </a:ext>
            </a:extLst>
          </p:cNvPr>
          <p:cNvSpPr>
            <a:spLocks noGrp="1"/>
          </p:cNvSpPr>
          <p:nvPr/>
        </p:nvSpPr>
        <p:spPr>
          <a:xfrm>
            <a:off x="3902678" y="2972276"/>
            <a:ext cx="38075" cy="38576"/>
          </a:xfrm>
          <a:prstGeom prst="rect">
            <a:avLst/>
          </a:prstGeom>
          <a:solidFill>
            <a:srgbClr val="136742"/>
          </a:solidFill>
          <a:ln w="20002">
            <a:solidFill>
              <a:srgbClr val="136742"/>
            </a:solidFill>
            <a:prstDash val="solid"/>
          </a:ln>
        </p:spPr>
      </p:sp>
      <p:sp>
        <p:nvSpPr>
          <p:cNvPr id="58" name="icon-calendar-196">
            <a:extLst>
              <a:ext uri="{FF2B5EF4-FFF2-40B4-BE49-F238E27FC236}">
                <ns2:creationId id="{66C23FCB-84E4-4E15-8AFB-33983645D286}"/>
              </a:ext>
            </a:extLst>
          </p:cNvPr>
          <p:cNvSpPr>
            <a:spLocks noGrp="1"/>
          </p:cNvSpPr>
          <p:nvPr/>
        </p:nvSpPr>
        <p:spPr>
          <a:xfrm>
            <a:off x="3902678" y="3062288"/>
            <a:ext cx="38075" cy="38576"/>
          </a:xfrm>
          <a:prstGeom prst="rect">
            <a:avLst/>
          </a:prstGeom>
          <a:solidFill>
            <a:srgbClr val="136742"/>
          </a:solidFill>
          <a:ln w="20002">
            <a:solidFill>
              <a:srgbClr val="136742"/>
            </a:solidFill>
            <a:prstDash val="solid"/>
          </a:ln>
        </p:spPr>
      </p:sp>
      <p:sp>
        <p:nvSpPr>
          <p:cNvPr id="59" name="icon-calendar-197">
            <a:extLst>
              <a:ext uri="{FF2B5EF4-FFF2-40B4-BE49-F238E27FC236}">
                <ns2:creationId id="{B1A7F0DD-9FD8-4DDB-92BA-97E189D4171B}"/>
              </a:ext>
            </a:extLst>
          </p:cNvPr>
          <p:cNvSpPr>
            <a:spLocks noGrp="1"/>
          </p:cNvSpPr>
          <p:nvPr/>
        </p:nvSpPr>
        <p:spPr>
          <a:xfrm>
            <a:off x="3991520" y="2972276"/>
            <a:ext cx="38075" cy="38576"/>
          </a:xfrm>
          <a:prstGeom prst="rect">
            <a:avLst/>
          </a:prstGeom>
          <a:solidFill>
            <a:srgbClr val="136742"/>
          </a:solidFill>
          <a:ln w="20002">
            <a:solidFill>
              <a:srgbClr val="136742"/>
            </a:solidFill>
            <a:prstDash val="solid"/>
          </a:ln>
        </p:spPr>
      </p:sp>
      <p:sp>
        <p:nvSpPr>
          <p:cNvPr id="60" name="icon-calendar-198">
            <a:extLst>
              <a:ext uri="{FF2B5EF4-FFF2-40B4-BE49-F238E27FC236}">
                <ns2:creationId id="{32AD25F0-1E0F-4C2F-86E0-C8BB4A7C015B}"/>
              </a:ext>
            </a:extLst>
          </p:cNvPr>
          <p:cNvSpPr>
            <a:spLocks noGrp="1"/>
          </p:cNvSpPr>
          <p:nvPr/>
        </p:nvSpPr>
        <p:spPr>
          <a:xfrm>
            <a:off x="3991520" y="3062288"/>
            <a:ext cx="38075" cy="38576"/>
          </a:xfrm>
          <a:prstGeom prst="rect">
            <a:avLst/>
          </a:prstGeom>
          <a:solidFill>
            <a:srgbClr val="136742"/>
          </a:solidFill>
          <a:ln w="20002">
            <a:solidFill>
              <a:srgbClr val="136742"/>
            </a:solidFill>
            <a:prstDash val="solid"/>
          </a:ln>
        </p:spPr>
      </p:sp>
      <p:sp>
        <p:nvSpPr>
          <p:cNvPr id="61" name="text-199">
            <a:extLst>
              <a:ext uri="{FF2B5EF4-FFF2-40B4-BE49-F238E27FC236}">
                <ns2:creationId id="{6D2372C8-CC1F-47BA-B81E-41998C75594D}"/>
              </a:ext>
            </a:extLst>
          </p:cNvPr>
          <p:cNvSpPr>
            <a:spLocks noGrp="1"/>
          </p:cNvSpPr>
          <p:nvPr/>
        </p:nvSpPr>
        <p:spPr>
          <a:xfrm>
            <a:off x="4234543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统一时间窗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2" name="node-200">
            <a:extLst>
              <a:ext uri="{FF2B5EF4-FFF2-40B4-BE49-F238E27FC236}">
                <ns2:creationId id="{9D3A58A1-5722-4F33-B36F-8E5AB83013BC}"/>
              </a:ext>
            </a:extLst>
          </p:cNvPr>
          <p:cNvSpPr>
            <a:spLocks noGrp="1"/>
          </p:cNvSpPr>
          <p:nvPr/>
        </p:nvSpPr>
        <p:spPr>
          <a:xfrm>
            <a:off x="6378039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136742"/>
          </a:solidFill>
          <a:ln w="14288">
            <a:solidFill>
              <a:srgbClr val="136742"/>
            </a:solidFill>
            <a:prstDash val="solid"/>
          </a:ln>
        </p:spPr>
      </p:sp>
      <p:sp>
        <p:nvSpPr>
          <p:cNvPr id="63" name="vector-201">
            <a:extLst>
              <a:ext uri="{FF2B5EF4-FFF2-40B4-BE49-F238E27FC236}">
                <ns2:creationId id="{1086275B-A5A3-4DD2-9B65-5E3CE612859D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4" name="vector-202">
            <a:extLst>
              <a:ext uri="{FF2B5EF4-FFF2-40B4-BE49-F238E27FC236}">
                <ns2:creationId id="{6CAFA5A1-C0CF-47D0-A1DB-C23A9FEAB7C0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5" name="vector-203">
            <a:extLst>
              <a:ext uri="{FF2B5EF4-FFF2-40B4-BE49-F238E27FC236}">
                <ns2:creationId id="{6026837B-BF7B-4E8E-A185-E8A97D55F451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6" name="vector-204">
            <a:extLst>
              <a:ext uri="{FF2B5EF4-FFF2-40B4-BE49-F238E27FC236}">
                <ns2:creationId id="{E5D7AC89-205F-45A1-A669-0CE98D8DE746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7" name="vector-205">
            <a:extLst>
              <a:ext uri="{FF2B5EF4-FFF2-40B4-BE49-F238E27FC236}">
                <ns2:creationId id="{E2BA1BE9-5F93-4B98-95A9-CF7475EECE27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8" name="vector-206">
            <a:extLst>
              <a:ext uri="{FF2B5EF4-FFF2-40B4-BE49-F238E27FC236}">
                <ns2:creationId id="{92203271-BE32-4543-B339-A8B209B8118B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9" name="vector-207">
            <a:extLst>
              <a:ext uri="{FF2B5EF4-FFF2-40B4-BE49-F238E27FC236}">
                <ns2:creationId id="{0EBFD68F-507A-4FE7-B952-A9FEC727D95F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70" name="icon-network-208">
            <a:extLst>
              <a:ext uri="{FF2B5EF4-FFF2-40B4-BE49-F238E27FC236}">
                <ns2:creationId id="{2E0E7E98-426C-4E61-A75C-D0EC2B4FE9B1}"/>
              </a:ext>
            </a:extLst>
          </p:cNvPr>
          <p:cNvSpPr>
            <a:spLocks noGrp="1"/>
          </p:cNvSpPr>
          <p:nvPr/>
        </p:nvSpPr>
        <p:spPr>
          <a:xfrm>
            <a:off x="6516239" y="2890838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1" name="icon-network-209">
            <a:extLst>
              <a:ext uri="{FF2B5EF4-FFF2-40B4-BE49-F238E27FC236}">
                <ns2:creationId id="{9F6593BE-B5F3-4EA3-A72D-6855F43F64DF}"/>
              </a:ext>
            </a:extLst>
          </p:cNvPr>
          <p:cNvSpPr>
            <a:spLocks noGrp="1"/>
          </p:cNvSpPr>
          <p:nvPr/>
        </p:nvSpPr>
        <p:spPr>
          <a:xfrm>
            <a:off x="6651617" y="2783681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2" name="icon-network-210">
            <a:extLst>
              <a:ext uri="{FF2B5EF4-FFF2-40B4-BE49-F238E27FC236}">
                <ns2:creationId id="{CCAACBE8-2513-4619-91AF-A6283758E21F}"/>
              </a:ext>
            </a:extLst>
          </p:cNvPr>
          <p:cNvSpPr>
            <a:spLocks noGrp="1"/>
          </p:cNvSpPr>
          <p:nvPr/>
        </p:nvSpPr>
        <p:spPr>
          <a:xfrm>
            <a:off x="6816609" y="2860834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3" name="icon-network-211">
            <a:extLst>
              <a:ext uri="{FF2B5EF4-FFF2-40B4-BE49-F238E27FC236}">
                <ns2:creationId id="{127B162F-E53F-4E06-8648-4F628FAE6E52}"/>
              </a:ext>
            </a:extLst>
          </p:cNvPr>
          <p:cNvSpPr>
            <a:spLocks noGrp="1"/>
          </p:cNvSpPr>
          <p:nvPr/>
        </p:nvSpPr>
        <p:spPr>
          <a:xfrm>
            <a:off x="6753151" y="3088005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4" name="icon-network-212">
            <a:extLst>
              <a:ext uri="{FF2B5EF4-FFF2-40B4-BE49-F238E27FC236}">
                <ns2:creationId id="{5FD47032-5DDC-4BD9-B239-06AEBFA7270C}"/>
              </a:ext>
            </a:extLst>
          </p:cNvPr>
          <p:cNvSpPr>
            <a:spLocks noGrp="1"/>
          </p:cNvSpPr>
          <p:nvPr/>
        </p:nvSpPr>
        <p:spPr>
          <a:xfrm>
            <a:off x="6562774" y="3083719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5" name="text-213">
            <a:extLst>
              <a:ext uri="{FF2B5EF4-FFF2-40B4-BE49-F238E27FC236}">
                <ns2:creationId id="{35B47CD3-1E12-45B3-956B-A2C8398B2A8A}"/>
              </a:ext>
            </a:extLst>
          </p:cNvPr>
          <p:cNvSpPr>
            <a:spLocks noGrp="1"/>
          </p:cNvSpPr>
          <p:nvPr/>
        </p:nvSpPr>
        <p:spPr>
          <a:xfrm>
            <a:off x="7017327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候选模型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76" name="node-214">
            <a:extLst>
              <a:ext uri="{FF2B5EF4-FFF2-40B4-BE49-F238E27FC236}">
                <ns2:creationId id="{7B1DED00-78B5-4303-A44A-D1AFB1AB6CAE}"/>
              </a:ext>
            </a:extLst>
          </p:cNvPr>
          <p:cNvSpPr>
            <a:spLocks noGrp="1"/>
          </p:cNvSpPr>
          <p:nvPr/>
        </p:nvSpPr>
        <p:spPr>
          <a:xfrm>
            <a:off x="9160823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136742"/>
          </a:solidFill>
          <a:ln w="14288">
            <a:solidFill>
              <a:srgbClr val="136742"/>
            </a:solidFill>
            <a:prstDash val="solid"/>
          </a:ln>
        </p:spPr>
      </p:sp>
      <p:sp>
        <p:nvSpPr>
          <p:cNvPr id="77" name="icon-check-215">
            <a:extLst>
              <a:ext uri="{FF2B5EF4-FFF2-40B4-BE49-F238E27FC236}">
                <ns2:creationId id="{A9C806C0-D3C4-4370-BE0C-039F362C2C4C}"/>
              </a:ext>
            </a:extLst>
          </p:cNvPr>
          <p:cNvSpPr>
            <a:spLocks noGrp="1"/>
          </p:cNvSpPr>
          <p:nvPr/>
        </p:nvSpPr>
        <p:spPr>
          <a:xfrm>
            <a:off x="9315945" y="2805113"/>
            <a:ext cx="338447" cy="342900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8" name="vector-216">
            <a:extLst>
              <a:ext uri="{FF2B5EF4-FFF2-40B4-BE49-F238E27FC236}">
                <ns2:creationId id="{23A688B3-03CE-4BE3-AB77-D2C0854E22D2}"/>
              </a:ext>
            </a:extLst>
          </p:cNvPr>
          <p:cNvSpPr>
            <a:spLocks noGrp="1"/>
          </p:cNvSpPr>
          <p:nvPr/>
        </p:nvSpPr>
        <p:spPr>
          <a:xfrm>
            <a:off x="9273639" y="2762250"/>
            <a:ext cx="423058" cy="42862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79" name="vector-217">
            <a:extLst>
              <a:ext uri="{FF2B5EF4-FFF2-40B4-BE49-F238E27FC236}">
                <ns2:creationId id="{2B5C3C5B-6B0C-4592-AD92-A4413671789A}"/>
              </a:ext>
            </a:extLst>
          </p:cNvPr>
          <p:cNvSpPr>
            <a:spLocks noGrp="1"/>
          </p:cNvSpPr>
          <p:nvPr/>
        </p:nvSpPr>
        <p:spPr>
          <a:xfrm>
            <a:off x="9273639" y="2762250"/>
            <a:ext cx="423058" cy="42862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80" name="text-218">
            <a:extLst>
              <a:ext uri="{FF2B5EF4-FFF2-40B4-BE49-F238E27FC236}">
                <ns2:creationId id="{F56B3D0E-F184-47BD-8BB6-3308BDF78B5F}"/>
              </a:ext>
            </a:extLst>
          </p:cNvPr>
          <p:cNvSpPr>
            <a:spLocks noGrp="1"/>
          </p:cNvSpPr>
          <p:nvPr/>
        </p:nvSpPr>
        <p:spPr>
          <a:xfrm>
            <a:off x="9800112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诊断与验证</a:t>
            </a:r>
            <a:endParaRPr>
              <a:solidFill>
                <a:srgbClr val="FFFFFF"/>
              </a:solidFill>
            </a:endParaRPr>
          </a:p>
        </p:txBody>
      </p:sp>
      <p:cxnSp>
        <p:nvCxnSpPr>
          <p:cNvPr id="81" name="">
            <a:extLst>
              <a:ext uri="{FF2B5EF4-FFF2-40B4-BE49-F238E27FC236}">
                <ns2:creationId id="{7CC0558E-564C-427F-994D-72A8BB7A3658}"/>
              </a:ext>
            </a:extLst>
          </p:cNvPr>
          <p:cNvCxnSpPr>
            <a:stCxn id="45" idx="3"/>
            <a:endCxn id="50" idx="1"/>
          </p:cNvCxnSpPr>
          <p:nvPr/>
        </p:nvCxnSpPr>
        <p:spPr>
          <a:xfrm>
            <a:off x="3350821" y="2981325"/>
            <a:ext cx="244434" cy="0"/>
          </a:xfrm>
          <a:prstGeom prst="straightConnector1">
            <a:avLst/>
          </a:prstGeom>
          <a:ln w="24765">
            <a:solidFill>
              <a:srgbClr val="136742"/>
            </a:solidFill>
            <a:prstDash val="solid"/>
            <a:tailEnd type="triangle" w="med" len="med"/>
          </a:ln>
        </p:spPr>
      </p:cxnSp>
      <p:cxnSp>
        <p:nvCxnSpPr>
          <p:cNvPr id="82" name="">
            <a:extLst>
              <a:ext uri="{FF2B5EF4-FFF2-40B4-BE49-F238E27FC236}">
                <ns2:creationId id="{11C87C13-9B1D-4B8E-BB39-D40613A29D6D}"/>
              </a:ext>
            </a:extLst>
          </p:cNvPr>
          <p:cNvCxnSpPr>
            <a:stCxn id="50" idx="3"/>
            <a:endCxn id="62" idx="1"/>
          </p:cNvCxnSpPr>
          <p:nvPr/>
        </p:nvCxnSpPr>
        <p:spPr>
          <a:xfrm>
            <a:off x="6133605" y="2981325"/>
            <a:ext cx="244434" cy="0"/>
          </a:xfrm>
          <a:prstGeom prst="straightConnector1">
            <a:avLst/>
          </a:prstGeom>
          <a:ln w="24765">
            <a:solidFill>
              <a:srgbClr val="136742"/>
            </a:solidFill>
            <a:prstDash val="solid"/>
            <a:tailEnd type="triangle" w="med" len="med"/>
          </a:ln>
        </p:spPr>
      </p:cxnSp>
      <p:cxnSp>
        <p:nvCxnSpPr>
          <p:cNvPr id="83" name="">
            <a:extLst>
              <a:ext uri="{FF2B5EF4-FFF2-40B4-BE49-F238E27FC236}">
                <ns2:creationId id="{53852DB2-DDDD-4527-8C73-8B84DE1B85DE}"/>
              </a:ext>
            </a:extLst>
          </p:cNvPr>
          <p:cNvCxnSpPr>
            <a:stCxn id="62" idx="3"/>
            <a:endCxn id="76" idx="1"/>
          </p:cNvCxnSpPr>
          <p:nvPr/>
        </p:nvCxnSpPr>
        <p:spPr>
          <a:xfrm>
            <a:off x="8916390" y="2981325"/>
            <a:ext cx="244434" cy="0"/>
          </a:xfrm>
          <a:prstGeom prst="straightConnector1">
            <a:avLst/>
          </a:prstGeom>
          <a:ln w="24765">
            <a:solidFill>
              <a:srgbClr val="136742"/>
            </a:solidFill>
            <a:prstDash val="solid"/>
            <a:tailEnd type="triangle" w="med" len="med"/>
          </a:ln>
        </p:spPr>
      </p:cxnSp>
      <p:sp>
        <p:nvSpPr>
          <p:cNvPr id="84" name="text-219">
            <a:extLst>
              <a:ext uri="{FF2B5EF4-FFF2-40B4-BE49-F238E27FC236}">
                <ns2:creationId id="{CA7B2E47-498A-4D1B-856D-53F22ECBF934}"/>
              </a:ext>
            </a:extLst>
          </p:cNvPr>
          <p:cNvSpPr>
            <a:spLocks noGrp="1"/>
          </p:cNvSpPr>
          <p:nvPr/>
        </p:nvSpPr>
        <p:spPr>
          <a:xfrm>
            <a:off x="3463636" y="3457575"/>
            <a:ext cx="5922818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rPr>
              <a:t>异常回查：回到</a:t>
            </a:r>
            <a:r>
              <a:rPr sz="1875" b="1">
                <a:latin typeface="Noto Sans CJK SC"/>
                <a:ea typeface="Noto Sans CJK SC"/>
                <a:cs typeface="Noto Sans CJK SC"/>
                <a:solidFill>
                  <a:srgbClr val="BD4F22"/>
                </a:solidFill>
              </a:rPr>
              <a:t>原始记录</a:t>
            </a:r>
            <a:r>
              <a:rPr sz="187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rPr>
              <a:t>与采样过程</a:t>
            </a:r>
            <a:endParaRPr/>
          </a:p>
        </p:txBody>
      </p:sp>
      <p:sp>
        <p:nvSpPr>
          <p:cNvPr id="103" name="solid-title-band-103"/>
          <p:cNvSpPr/>
          <p:nvPr/>
        </p:nvSpPr>
        <p:spPr>
          <a:xfrm>
            <a:off x="793668" y="3924300"/>
            <a:ext cx="5396345" cy="361950"/>
          </a:xfrm>
          <a:prstGeom prst="rect">
            <a:avLst/>
          </a:prstGeom>
          <a:solidFill>
            <a:srgbClr val="136742"/>
          </a:solidFill>
        </p:spPr>
      </p:sp>
      <p:sp>
        <p:nvSpPr>
          <p:cNvPr id="85" name="text-220">
            <a:extLst>
              <a:ext uri="{FF2B5EF4-FFF2-40B4-BE49-F238E27FC236}">
                <ns2:creationId id="{8FB9864F-7BB8-439F-8D9E-15BEDE6A5CFD}"/>
              </a:ext>
            </a:extLst>
          </p:cNvPr>
          <p:cNvSpPr>
            <a:spLocks noGrp="1"/>
          </p:cNvSpPr>
          <p:nvPr/>
        </p:nvSpPr>
        <p:spPr>
          <a:xfrm>
            <a:off x="925286" y="3962400"/>
            <a:ext cx="513310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观测记录的季节变化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86" name="Chart">
            <a:extLst>
              <a:ext uri="{FF2B5EF4-FFF2-40B4-BE49-F238E27FC236}">
                <ns2:creationId id="{24D0E085-D9FA-4884-A9E8-7418BA4C6EF0}"/>
              </a:ext>
            </a:extLst>
          </p:cNvPr>
          <p:cNvGraphicFramePr/>
          <p:nvPr/>
        </p:nvGraphicFramePr>
        <p:xfrm>
          <a:off x="812470" y="4324350"/>
          <a:ext cx="5396345" cy="1781175"/>
        </p:xfrm>
        <a:graphic>
          <a:graphicData uri="http://schemas.openxmlformats.org/drawingml/2006/chart">
            <c:chart r:id="Rd2fd00bda74e4d93"/>
          </a:graphicData>
        </a:graphic>
      </p:graphicFrame>
      <p:sp>
        <p:nvSpPr>
          <p:cNvPr id="87" name="line-221">
            <a:extLst>
              <a:ext uri="{FF2B5EF4-FFF2-40B4-BE49-F238E27FC236}">
                <ns2:creationId id="{E1D94CFE-4A43-4873-AC65-6ACA67D9CA00}"/>
              </a:ext>
            </a:extLst>
          </p:cNvPr>
          <p:cNvSpPr>
            <a:spLocks noGrp="1"/>
          </p:cNvSpPr>
          <p:nvPr/>
        </p:nvSpPr>
        <p:spPr>
          <a:xfrm>
            <a:off x="5080660" y="4524375"/>
            <a:ext cx="206829" cy="95"/>
          </a:xfrm>
          <a:prstGeom prst="line">
            <a:avLst/>
          </a:prstGeom>
          <a:noFill/>
          <a:ln w="19050">
            <a:solidFill>
              <a:srgbClr val="136742"/>
            </a:solidFill>
            <a:prstDash val="solid"/>
          </a:ln>
        </p:spPr>
      </p:sp>
      <p:sp>
        <p:nvSpPr>
          <p:cNvPr id="88" name="text-222">
            <a:extLst>
              <a:ext uri="{FF2B5EF4-FFF2-40B4-BE49-F238E27FC236}">
                <ns2:creationId id="{23795127-6D4E-461E-8FBA-0780024DB756}"/>
              </a:ext>
            </a:extLst>
          </p:cNvPr>
          <p:cNvSpPr>
            <a:spLocks noGrp="1"/>
          </p:cNvSpPr>
          <p:nvPr/>
        </p:nvSpPr>
        <p:spPr>
          <a:xfrm>
            <a:off x="5353297" y="443865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rPr>
              <a:t>物种甲</a:t>
            </a:r>
            <a:endParaRPr/>
          </a:p>
        </p:txBody>
      </p:sp>
      <p:sp>
        <p:nvSpPr>
          <p:cNvPr id="89" name="line-223">
            <a:extLst>
              <a:ext uri="{FF2B5EF4-FFF2-40B4-BE49-F238E27FC236}">
                <ns2:creationId id="{0299A293-19F9-4246-9637-EC5E76A48BF3}"/>
              </a:ext>
            </a:extLst>
          </p:cNvPr>
          <p:cNvSpPr>
            <a:spLocks noGrp="1"/>
          </p:cNvSpPr>
          <p:nvPr/>
        </p:nvSpPr>
        <p:spPr>
          <a:xfrm>
            <a:off x="5080660" y="4752975"/>
            <a:ext cx="206829" cy="95"/>
          </a:xfrm>
          <a:prstGeom prst="line">
            <a:avLst/>
          </a:prstGeom>
          <a:noFill/>
          <a:ln w="19050">
            <a:solidFill>
              <a:srgbClr val="BD4F22"/>
            </a:solidFill>
            <a:prstDash val="solid"/>
          </a:ln>
        </p:spPr>
      </p:sp>
      <p:sp>
        <p:nvSpPr>
          <p:cNvPr id="90" name="text-224">
            <a:extLst>
              <a:ext uri="{FF2B5EF4-FFF2-40B4-BE49-F238E27FC236}">
                <ns2:creationId id="{F53E793A-59EE-438C-84D6-EF26EF0EB952}"/>
              </a:ext>
            </a:extLst>
          </p:cNvPr>
          <p:cNvSpPr>
            <a:spLocks noGrp="1"/>
          </p:cNvSpPr>
          <p:nvPr/>
        </p:nvSpPr>
        <p:spPr>
          <a:xfrm>
            <a:off x="5353297" y="466725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rPr>
              <a:t>物种乙</a:t>
            </a:r>
            <a:endParaRPr/>
          </a:p>
        </p:txBody>
      </p:sp>
      <p:sp>
        <p:nvSpPr>
          <p:cNvPr id="91" name="text-225">
            <a:extLst>
              <a:ext uri="{FF2B5EF4-FFF2-40B4-BE49-F238E27FC236}">
                <ns2:creationId id="{3A779918-D902-4032-83B4-DB9CF94FA4CC}"/>
              </a:ext>
            </a:extLst>
          </p:cNvPr>
          <p:cNvSpPr>
            <a:spLocks noGrp="1"/>
          </p:cNvSpPr>
          <p:nvPr/>
        </p:nvSpPr>
        <p:spPr>
          <a:xfrm>
            <a:off x="2539301" y="5915025"/>
            <a:ext cx="269817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104" name="solid-title-band-104"/>
          <p:cNvSpPr/>
          <p:nvPr/>
        </p:nvSpPr>
        <p:spPr>
          <a:xfrm>
            <a:off x="6396842" y="3924300"/>
            <a:ext cx="5396345" cy="361950"/>
          </a:xfrm>
          <a:prstGeom prst="rect">
            <a:avLst/>
          </a:prstGeom>
          <a:solidFill>
            <a:srgbClr val="136742"/>
          </a:solidFill>
        </p:spPr>
      </p:sp>
      <p:sp>
        <p:nvSpPr>
          <p:cNvPr id="92" name="text-226">
            <a:extLst>
              <a:ext uri="{FF2B5EF4-FFF2-40B4-BE49-F238E27FC236}">
                <ns2:creationId id="{4444D133-9447-4F68-8FF5-3206A34D206A}"/>
              </a:ext>
            </a:extLst>
          </p:cNvPr>
          <p:cNvSpPr>
            <a:spLocks noGrp="1"/>
          </p:cNvSpPr>
          <p:nvPr/>
        </p:nvSpPr>
        <p:spPr>
          <a:xfrm>
            <a:off x="6528460" y="3962400"/>
            <a:ext cx="513310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93" name="Chart">
            <a:extLst>
              <a:ext uri="{FF2B5EF4-FFF2-40B4-BE49-F238E27FC236}">
                <ns2:creationId id="{042C6303-E2C5-4297-A8BF-F77595E35CD8}"/>
              </a:ext>
            </a:extLst>
          </p:cNvPr>
          <p:cNvGraphicFramePr/>
          <p:nvPr/>
        </p:nvGraphicFramePr>
        <p:xfrm>
          <a:off x="6415644" y="4324350"/>
          <a:ext cx="5396345" cy="1781175"/>
        </p:xfrm>
        <a:graphic>
          <a:graphicData uri="http://schemas.openxmlformats.org/drawingml/2006/chart">
            <c:chart r:id="Re728cd7a426649f7"/>
          </a:graphicData>
        </a:graphic>
      </p:graphicFrame>
      <p:sp>
        <p:nvSpPr>
          <p:cNvPr id="94" name="text-227">
            <a:extLst>
              <a:ext uri="{FF2B5EF4-FFF2-40B4-BE49-F238E27FC236}">
                <ns2:creationId id="{FF007E7C-BF74-48BB-9C8C-821F54B6F165}"/>
              </a:ext>
            </a:extLst>
          </p:cNvPr>
          <p:cNvSpPr>
            <a:spLocks noGrp="1"/>
          </p:cNvSpPr>
          <p:nvPr/>
        </p:nvSpPr>
        <p:spPr>
          <a:xfrm>
            <a:off x="8142475" y="5915025"/>
            <a:ext cx="269817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  <a:endParaRPr/>
          </a:p>
        </p:txBody>
      </p:sp>
      <p:sp>
        <p:nvSpPr>
          <p:cNvPr id="95" name="shape-228">
            <a:extLst>
              <a:ext uri="{FF2B5EF4-FFF2-40B4-BE49-F238E27FC236}">
                <ns2:creationId id="{3E8C959E-CAE3-4A6B-BAB5-6918CCA051EC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136742"/>
          </a:solidFill>
          <a:ln w="14288">
            <a:solidFill>
              <a:srgbClr val="136742"/>
            </a:solidFill>
            <a:prstDash val="solid"/>
          </a:ln>
        </p:spPr>
      </p:sp>
      <p:sp>
        <p:nvSpPr>
          <p:cNvPr id="96" name="text-229">
            <a:extLst>
              <a:ext uri="{FF2B5EF4-FFF2-40B4-BE49-F238E27FC236}">
                <ns2:creationId id="{FFE6F97F-FA22-4C8E-8A6C-435DA37B4FA3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分析原则：保留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原始记录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，区分观测差异与模型解释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97" name="text-230">
            <a:extLst>
              <a:ext uri="{FF2B5EF4-FFF2-40B4-BE49-F238E27FC236}">
                <ns2:creationId id="{648BC5F7-5631-4C0B-A519-A323322A38EB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98" name="text-231">
            <a:extLst>
              <a:ext uri="{FF2B5EF4-FFF2-40B4-BE49-F238E27FC236}">
                <ns2:creationId id="{EEFA9D41-10F9-43A3-A517-D6C1F18FF7DA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rPr>
              <a:t>02</a:t>
            </a:r>
            <a:endParaRPr/>
          </a:p>
        </p:txBody>
      </p:sp>
    </p:spTree>
    <p:extLst>
      <p:ext uri="{BB962C8B-B14F-4D97-AF65-F5344CB8AC3E}">
        <ns5:creationId val="942761393"/>
      </p:ext>
    </p:extLst>
  </p:cSld>
</p:sld>
</file>

<file path=ppt/slides/slide3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99" name="text-140">
            <a:extLst>
              <a:ext uri="{FF2B5EF4-FFF2-40B4-BE49-F238E27FC236}">
                <ns2:creationId id="{E0CD6246-8BA7-4332-AD81-F92F892A4A9F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rPr>
              <a:t>厚实实底｜石墨青金</a:t>
            </a:r>
            <a:endParaRPr/>
          </a:p>
        </p:txBody>
      </p:sp>
      <p:sp>
        <p:nvSpPr>
          <p:cNvPr id="2" name="line-141">
            <a:extLst>
              <a:ext uri="{FF2B5EF4-FFF2-40B4-BE49-F238E27FC236}">
                <ns2:creationId id="{7B803D0C-FD4B-4541-AF4F-F7A98F40DE8F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07556B"/>
            </a:solidFill>
            <a:prstDash val="solid"/>
          </a:ln>
        </p:spPr>
      </p:sp>
      <p:sp>
        <p:nvSpPr>
          <p:cNvPr id="3" name="shape-142">
            <a:extLst>
              <a:ext uri="{FF2B5EF4-FFF2-40B4-BE49-F238E27FC236}">
                <ns2:creationId id="{07B8342B-2C95-4275-A646-4418CE17169C}"/>
              </a:ext>
            </a:extLst>
          </p:cNvPr>
          <p:cNvSpPr>
            <a:spLocks noGrp="1"/>
          </p:cNvSpPr>
          <p:nvPr/>
        </p:nvSpPr>
        <p:spPr>
          <a:xfrm>
            <a:off x="304800" y="914400"/>
            <a:ext cx="338447" cy="1428750"/>
          </a:xfrm>
          <a:prstGeom prst="roundRect">
            <a:avLst>
              <a:gd name="adj" fmla="val 22222"/>
            </a:avLst>
          </a:prstGeom>
          <a:solidFill>
            <a:srgbClr val="07556B"/>
          </a:solidFill>
          <a:ln w="0">
            <a:noFill/>
            <a:prstDash val="solid"/>
          </a:ln>
        </p:spPr>
      </p:sp>
      <p:sp>
        <p:nvSpPr>
          <p:cNvPr id="4" name="text-143">
            <a:extLst>
              <a:ext uri="{FF2B5EF4-FFF2-40B4-BE49-F238E27FC236}">
                <ns2:creationId id="{167F082A-9F07-4833-AF5D-E54DA56A45C1}"/>
              </a:ext>
            </a:extLst>
          </p:cNvPr>
          <p:cNvSpPr>
            <a:spLocks noGrp="1"/>
          </p:cNvSpPr>
          <p:nvPr/>
        </p:nvSpPr>
        <p:spPr>
          <a:xfrm>
            <a:off x="333004" y="1009650"/>
            <a:ext cx="282039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观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测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5" name="shape-144">
            <a:extLst>
              <a:ext uri="{FF2B5EF4-FFF2-40B4-BE49-F238E27FC236}">
                <ns2:creationId id="{062D7FB8-0C1F-4617-9DCA-169D38585D61}"/>
              </a:ext>
            </a:extLst>
          </p:cNvPr>
          <p:cNvSpPr>
            <a:spLocks noGrp="1"/>
          </p:cNvSpPr>
          <p:nvPr/>
        </p:nvSpPr>
        <p:spPr>
          <a:xfrm>
            <a:off x="304800" y="2571750"/>
            <a:ext cx="338447" cy="1190625"/>
          </a:xfrm>
          <a:prstGeom prst="roundRect">
            <a:avLst>
              <a:gd name="adj" fmla="val 22222"/>
            </a:avLst>
          </a:prstGeom>
          <a:solidFill>
            <a:srgbClr val="07556B"/>
          </a:solidFill>
          <a:ln w="0">
            <a:noFill/>
            <a:prstDash val="solid"/>
          </a:ln>
        </p:spPr>
      </p:sp>
      <p:sp>
        <p:nvSpPr>
          <p:cNvPr id="6" name="text-145">
            <a:extLst>
              <a:ext uri="{FF2B5EF4-FFF2-40B4-BE49-F238E27FC236}">
                <ns2:creationId id="{B1927359-AC9F-45AA-8407-1C872F78ADDC}"/>
              </a:ext>
            </a:extLst>
          </p:cNvPr>
          <p:cNvSpPr>
            <a:spLocks noGrp="1"/>
          </p:cNvSpPr>
          <p:nvPr/>
        </p:nvSpPr>
        <p:spPr>
          <a:xfrm>
            <a:off x="333004" y="2667000"/>
            <a:ext cx="282039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析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7" name="shape-146">
            <a:extLst>
              <a:ext uri="{FF2B5EF4-FFF2-40B4-BE49-F238E27FC236}">
                <ns2:creationId id="{D5E3112B-4FA7-45B8-AD3E-AB36C837B16D}"/>
              </a:ext>
            </a:extLst>
          </p:cNvPr>
          <p:cNvSpPr>
            <a:spLocks noGrp="1"/>
          </p:cNvSpPr>
          <p:nvPr/>
        </p:nvSpPr>
        <p:spPr>
          <a:xfrm>
            <a:off x="304800" y="3962400"/>
            <a:ext cx="338447" cy="2152650"/>
          </a:xfrm>
          <a:prstGeom prst="roundRect">
            <a:avLst>
              <a:gd name="adj" fmla="val 22222"/>
            </a:avLst>
          </a:prstGeom>
          <a:solidFill>
            <a:srgbClr val="07556B"/>
          </a:solidFill>
          <a:ln w="0">
            <a:noFill/>
            <a:prstDash val="solid"/>
          </a:ln>
        </p:spPr>
      </p:sp>
      <p:sp>
        <p:nvSpPr>
          <p:cNvPr id="8" name="text-147">
            <a:extLst>
              <a:ext uri="{FF2B5EF4-FFF2-40B4-BE49-F238E27FC236}">
                <ns2:creationId id="{C4FD96AB-9059-4D04-8A2D-DF4680EBF980}"/>
              </a:ext>
            </a:extLst>
          </p:cNvPr>
          <p:cNvSpPr>
            <a:spLocks noGrp="1"/>
          </p:cNvSpPr>
          <p:nvPr/>
        </p:nvSpPr>
        <p:spPr>
          <a:xfrm>
            <a:off x="333004" y="4057650"/>
            <a:ext cx="282039" cy="1962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输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出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9" name="shape-148">
            <a:extLst>
              <a:ext uri="{FF2B5EF4-FFF2-40B4-BE49-F238E27FC236}">
                <ns2:creationId id="{603B74B3-C890-435B-A94D-8C3D48B6571A}"/>
              </a:ext>
            </a:extLst>
          </p:cNvPr>
          <p:cNvSpPr>
            <a:spLocks noGrp="1"/>
          </p:cNvSpPr>
          <p:nvPr/>
        </p:nvSpPr>
        <p:spPr>
          <a:xfrm>
            <a:off x="793668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>
            <a:solidFill>
              <a:srgbClr val="07556B"/>
            </a:solidFill>
            <a:prstDash val="solid"/>
          </a:ln>
        </p:spPr>
      </p:sp>
      <p:sp>
        <p:nvSpPr>
          <p:cNvPr id="100" name="solid-title-band-100"/>
          <p:cNvSpPr/>
          <p:nvPr/>
        </p:nvSpPr>
        <p:spPr>
          <a:xfrm>
            <a:off x="793668" y="914400"/>
            <a:ext cx="3600697" cy="457200"/>
          </a:xfrm>
          <a:prstGeom prst="rect">
            <a:avLst/>
          </a:prstGeom>
          <a:solidFill>
            <a:srgbClr val="07556B"/>
          </a:solidFill>
        </p:spPr>
      </p:sp>
      <p:sp>
        <p:nvSpPr>
          <p:cNvPr id="10" name="icon-camera-149">
            <a:extLst>
              <a:ext uri="{FF2B5EF4-FFF2-40B4-BE49-F238E27FC236}">
                <ns2:creationId id="{06E617BC-B606-4C9D-AFAF-CE7A0653007A}"/>
              </a:ext>
            </a:extLst>
          </p:cNvPr>
          <p:cNvSpPr>
            <a:spLocks noGrp="1"/>
          </p:cNvSpPr>
          <p:nvPr/>
        </p:nvSpPr>
        <p:spPr>
          <a:xfrm>
            <a:off x="955746" y="1060704"/>
            <a:ext cx="258724" cy="185928"/>
          </a:xfrm>
          <a:prstGeom prst="roundRect">
            <a:avLst>
              <a:gd name="adj" fmla="val 26765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1" name="icon-camera-150">
            <a:extLst>
              <a:ext uri="{FF2B5EF4-FFF2-40B4-BE49-F238E27FC236}">
                <ns2:creationId id="{DC0A11E2-0ACC-4CE9-88CA-3761D06EF21B}"/>
              </a:ext>
            </a:extLst>
          </p:cNvPr>
          <p:cNvSpPr>
            <a:spLocks noGrp="1"/>
          </p:cNvSpPr>
          <p:nvPr/>
        </p:nvSpPr>
        <p:spPr>
          <a:xfrm>
            <a:off x="1033965" y="1021080"/>
            <a:ext cx="99278" cy="518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2" name="icon-camera-151">
            <a:extLst>
              <a:ext uri="{FF2B5EF4-FFF2-40B4-BE49-F238E27FC236}">
                <ns2:creationId id="{67586027-23AB-4F7C-92C0-8CA204AE1EF5}"/>
              </a:ext>
            </a:extLst>
          </p:cNvPr>
          <p:cNvSpPr>
            <a:spLocks noGrp="1"/>
          </p:cNvSpPr>
          <p:nvPr/>
        </p:nvSpPr>
        <p:spPr>
          <a:xfrm>
            <a:off x="1030956" y="1100328"/>
            <a:ext cx="108303" cy="109728"/>
          </a:xfrm>
          <a:prstGeom prst="ellipse">
            <a:avLst/>
          </a:prstGeom>
          <a:solidFill>
            <a:srgbClr val="07556B"/>
          </a:solidFill>
          <a:ln w="20002">
            <a:solidFill>
              <a:srgbClr val="07556B"/>
            </a:solidFill>
            <a:prstDash val="solid"/>
          </a:ln>
        </p:spPr>
      </p:sp>
      <p:sp>
        <p:nvSpPr>
          <p:cNvPr id="13" name="icon-camera-152">
            <a:extLst>
              <a:ext uri="{FF2B5EF4-FFF2-40B4-BE49-F238E27FC236}">
                <ns2:creationId id="{EC21702B-4A13-4493-A82A-CF5117B157BA}"/>
              </a:ext>
            </a:extLst>
          </p:cNvPr>
          <p:cNvSpPr>
            <a:spLocks noGrp="1"/>
          </p:cNvSpPr>
          <p:nvPr/>
        </p:nvSpPr>
        <p:spPr>
          <a:xfrm>
            <a:off x="1157310" y="1085088"/>
            <a:ext cx="24067" cy="24384"/>
          </a:xfrm>
          <a:prstGeom prst="ellipse">
            <a:avLst/>
          </a:prstGeom>
          <a:solidFill>
            <a:srgbClr val="07556B"/>
          </a:solidFill>
          <a:ln w="20002">
            <a:solidFill>
              <a:srgbClr val="07556B"/>
            </a:solidFill>
            <a:prstDash val="solid"/>
          </a:ln>
        </p:spPr>
      </p:sp>
      <p:sp>
        <p:nvSpPr>
          <p:cNvPr id="14" name="text-153">
            <a:extLst>
              <a:ext uri="{FF2B5EF4-FFF2-40B4-BE49-F238E27FC236}">
                <ns2:creationId id="{8F2C8A44-0EB5-4D1A-A99B-AB0D055D5F7C}"/>
              </a:ext>
            </a:extLst>
          </p:cNvPr>
          <p:cNvSpPr>
            <a:spLocks noGrp="1"/>
          </p:cNvSpPr>
          <p:nvPr/>
        </p:nvSpPr>
        <p:spPr>
          <a:xfrm>
            <a:off x="1423555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相机记录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5" name="text-154">
            <a:extLst>
              <a:ext uri="{FF2B5EF4-FFF2-40B4-BE49-F238E27FC236}">
                <ns2:creationId id="{AE10D43F-33BE-4EFC-AF0F-ED67DF344909}"/>
              </a:ext>
            </a:extLst>
          </p:cNvPr>
          <p:cNvSpPr>
            <a:spLocks noGrp="1"/>
          </p:cNvSpPr>
          <p:nvPr/>
        </p:nvSpPr>
        <p:spPr>
          <a:xfrm>
            <a:off x="1573975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物种 · 时间 · 样点</a:t>
            </a:r>
            <a:endParaRPr/>
          </a:p>
        </p:txBody>
      </p:sp>
      <p:sp>
        <p:nvSpPr>
          <p:cNvPr id="16" name="icon-camera-155">
            <a:extLst>
              <a:ext uri="{FF2B5EF4-FFF2-40B4-BE49-F238E27FC236}">
                <ns2:creationId id="{43FA40C6-FD70-4C73-9CC5-AB67065E1A07}"/>
              </a:ext>
            </a:extLst>
          </p:cNvPr>
          <p:cNvSpPr>
            <a:spLocks noGrp="1"/>
          </p:cNvSpPr>
          <p:nvPr/>
        </p:nvSpPr>
        <p:spPr>
          <a:xfrm>
            <a:off x="1185138" y="1856994"/>
            <a:ext cx="420426" cy="302133"/>
          </a:xfrm>
          <a:prstGeom prst="roundRect">
            <a:avLst>
              <a:gd name="adj" fmla="val 25221"/>
            </a:avLst>
          </a:prstGeom>
          <a:solidFill>
            <a:srgbClr val="07556B"/>
          </a:solidFill>
          <a:ln w="20002">
            <a:solidFill>
              <a:srgbClr val="07556B"/>
            </a:solidFill>
            <a:prstDash val="solid"/>
          </a:ln>
        </p:spPr>
      </p:sp>
      <p:sp>
        <p:nvSpPr>
          <p:cNvPr id="17" name="icon-camera-156">
            <a:extLst>
              <a:ext uri="{FF2B5EF4-FFF2-40B4-BE49-F238E27FC236}">
                <ns2:creationId id="{D2FBFC10-52F4-47B2-8E7D-7E68310C93D8}"/>
              </a:ext>
            </a:extLst>
          </p:cNvPr>
          <p:cNvSpPr>
            <a:spLocks noGrp="1"/>
          </p:cNvSpPr>
          <p:nvPr/>
        </p:nvSpPr>
        <p:spPr>
          <a:xfrm>
            <a:off x="1312243" y="1792605"/>
            <a:ext cx="161326" cy="84201"/>
          </a:xfrm>
          <a:prstGeom prst="roundRect">
            <a:avLst>
              <a:gd name="adj" fmla="val 50000"/>
            </a:avLst>
          </a:prstGeom>
          <a:solidFill>
            <a:srgbClr val="07556B"/>
          </a:solidFill>
          <a:ln w="20002">
            <a:solidFill>
              <a:srgbClr val="07556B"/>
            </a:solidFill>
            <a:prstDash val="solid"/>
          </a:ln>
        </p:spPr>
      </p:sp>
      <p:sp>
        <p:nvSpPr>
          <p:cNvPr id="18" name="icon-camera-157">
            <a:extLst>
              <a:ext uri="{FF2B5EF4-FFF2-40B4-BE49-F238E27FC236}">
                <ns2:creationId id="{7CDE9919-1981-4408-A792-0BAD0B4EAEE4}"/>
              </a:ext>
            </a:extLst>
          </p:cNvPr>
          <p:cNvSpPr>
            <a:spLocks noGrp="1"/>
          </p:cNvSpPr>
          <p:nvPr/>
        </p:nvSpPr>
        <p:spPr>
          <a:xfrm>
            <a:off x="1307354" y="1921383"/>
            <a:ext cx="175992" cy="1783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9" name="icon-camera-158">
            <a:extLst>
              <a:ext uri="{FF2B5EF4-FFF2-40B4-BE49-F238E27FC236}">
                <ns2:creationId id="{CB654160-40AF-477E-8D93-FF0C0AB3A229}"/>
              </a:ext>
            </a:extLst>
          </p:cNvPr>
          <p:cNvSpPr>
            <a:spLocks noGrp="1"/>
          </p:cNvSpPr>
          <p:nvPr/>
        </p:nvSpPr>
        <p:spPr>
          <a:xfrm>
            <a:off x="1512679" y="1896618"/>
            <a:ext cx="39109" cy="39624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20" name="vector-159">
            <a:extLst>
              <a:ext uri="{FF2B5EF4-FFF2-40B4-BE49-F238E27FC236}">
                <ns2:creationId id="{A15E7DCE-89E8-4F10-9410-FB46566838EE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>
            <a:solidFill>
              <a:srgbClr val="07556B"/>
            </a:solidFill>
            <a:prstDash val="solid"/>
          </a:ln>
        </p:spPr>
      </p:sp>
      <p:sp>
        <p:nvSpPr>
          <p:cNvPr id="21" name="icon-leaf-160">
            <a:extLst>
              <a:ext uri="{FF2B5EF4-FFF2-40B4-BE49-F238E27FC236}">
                <ns2:creationId id="{75BD501B-F9AE-41A1-B6E6-DE508E3EAD3C}"/>
              </a:ext>
            </a:extLst>
          </p:cNvPr>
          <p:cNvSpPr>
            <a:spLocks noGrp="1"/>
          </p:cNvSpPr>
          <p:nvPr/>
        </p:nvSpPr>
        <p:spPr>
          <a:xfrm>
            <a:off x="2278697" y="1782699"/>
            <a:ext cx="131994" cy="222885"/>
          </a:xfrm>
          <a:prstGeom prst="ellipse">
            <a:avLst/>
          </a:prstGeom>
          <a:solidFill>
            <a:srgbClr val="07556B"/>
          </a:solidFill>
          <a:ln w="20002">
            <a:solidFill>
              <a:srgbClr val="07556B"/>
            </a:solidFill>
            <a:prstDash val="solid"/>
          </a:ln>
        </p:spPr>
      </p:sp>
      <p:sp>
        <p:nvSpPr>
          <p:cNvPr id="22" name="icon-leaf-161">
            <a:extLst>
              <a:ext uri="{FF2B5EF4-FFF2-40B4-BE49-F238E27FC236}">
                <ns2:creationId id="{076C9BD3-CEBC-43D7-A1BB-A16178BDB426}"/>
              </a:ext>
            </a:extLst>
          </p:cNvPr>
          <p:cNvSpPr>
            <a:spLocks noGrp="1"/>
          </p:cNvSpPr>
          <p:nvPr/>
        </p:nvSpPr>
        <p:spPr>
          <a:xfrm>
            <a:off x="2415580" y="1891665"/>
            <a:ext cx="146660" cy="222885"/>
          </a:xfrm>
          <a:prstGeom prst="ellipse">
            <a:avLst/>
          </a:prstGeom>
          <a:solidFill>
            <a:srgbClr val="07556B"/>
          </a:solidFill>
          <a:ln w="20002">
            <a:solidFill>
              <a:srgbClr val="07556B"/>
            </a:solidFill>
            <a:prstDash val="solid"/>
          </a:ln>
        </p:spPr>
      </p:sp>
      <p:sp>
        <p:nvSpPr>
          <p:cNvPr id="23" name="vector-162">
            <a:extLst>
              <a:ext uri="{FF2B5EF4-FFF2-40B4-BE49-F238E27FC236}">
                <ns2:creationId id="{A71B14A5-D0CF-4C9F-A344-1BF2BBCA3318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>
            <a:solidFill>
              <a:srgbClr val="07556B"/>
            </a:solidFill>
            <a:prstDash val="solid"/>
          </a:ln>
        </p:spPr>
      </p:sp>
      <p:sp>
        <p:nvSpPr>
          <p:cNvPr id="24" name="vector-163">
            <a:extLst>
              <a:ext uri="{FF2B5EF4-FFF2-40B4-BE49-F238E27FC236}">
                <ns2:creationId id="{BC8F4623-1340-480F-B480-F416CA3EF704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>
            <a:solidFill>
              <a:srgbClr val="07556B"/>
            </a:solidFill>
            <a:prstDash val="solid"/>
          </a:ln>
        </p:spPr>
      </p:sp>
      <p:sp>
        <p:nvSpPr>
          <p:cNvPr id="25" name="vector-164">
            <a:extLst>
              <a:ext uri="{FF2B5EF4-FFF2-40B4-BE49-F238E27FC236}">
                <ns2:creationId id="{C034160B-B611-446C-B45A-14978E50CC90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07556B"/>
          </a:solidFill>
          <a:ln w="20002">
            <a:solidFill>
              <a:srgbClr val="07556B"/>
            </a:solidFill>
            <a:prstDash val="solid"/>
          </a:ln>
        </p:spPr>
      </p:sp>
      <p:sp>
        <p:nvSpPr>
          <p:cNvPr id="26" name="vector-165">
            <a:extLst>
              <a:ext uri="{FF2B5EF4-FFF2-40B4-BE49-F238E27FC236}">
                <ns2:creationId id="{2269A7AF-F20B-41EF-BBD9-EBEACFEB0EDA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7" name="vector-166">
            <a:extLst>
              <a:ext uri="{FF2B5EF4-FFF2-40B4-BE49-F238E27FC236}">
                <ns2:creationId id="{E9E55323-5EF5-4A50-8765-E2263B83EA3B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8" name="icon-map-167">
            <a:extLst>
              <a:ext uri="{FF2B5EF4-FFF2-40B4-BE49-F238E27FC236}">
                <ns2:creationId id="{A9C098B8-581C-405D-A6DA-A018E81177A4}"/>
              </a:ext>
            </a:extLst>
          </p:cNvPr>
          <p:cNvSpPr>
            <a:spLocks noGrp="1"/>
          </p:cNvSpPr>
          <p:nvPr/>
        </p:nvSpPr>
        <p:spPr>
          <a:xfrm>
            <a:off x="3386546" y="1861947"/>
            <a:ext cx="107551" cy="108966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29" name="shape-168">
            <a:extLst>
              <a:ext uri="{FF2B5EF4-FFF2-40B4-BE49-F238E27FC236}">
                <ns2:creationId id="{9C57E577-ACDA-42EA-9EC8-247A01B6A324}"/>
              </a:ext>
            </a:extLst>
          </p:cNvPr>
          <p:cNvSpPr>
            <a:spLocks noGrp="1"/>
          </p:cNvSpPr>
          <p:nvPr/>
        </p:nvSpPr>
        <p:spPr>
          <a:xfrm>
            <a:off x="4525983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>
            <a:solidFill>
              <a:srgbClr val="07556B"/>
            </a:solidFill>
            <a:prstDash val="solid"/>
          </a:ln>
        </p:spPr>
      </p:sp>
      <p:sp>
        <p:nvSpPr>
          <p:cNvPr id="101" name="solid-title-band-101"/>
          <p:cNvSpPr/>
          <p:nvPr/>
        </p:nvSpPr>
        <p:spPr>
          <a:xfrm>
            <a:off x="4525983" y="914400"/>
            <a:ext cx="3600697" cy="457200"/>
          </a:xfrm>
          <a:prstGeom prst="rect">
            <a:avLst/>
          </a:prstGeom>
          <a:solidFill>
            <a:srgbClr val="07556B"/>
          </a:solidFill>
        </p:spPr>
      </p:sp>
      <p:sp>
        <p:nvSpPr>
          <p:cNvPr id="30" name="vector-169">
            <a:extLst>
              <a:ext uri="{FF2B5EF4-FFF2-40B4-BE49-F238E27FC236}">
                <ns2:creationId id="{BF54A6B5-DA57-4D13-8E26-AC224EB2D0FC}"/>
              </a:ext>
            </a:extLst>
          </p:cNvPr>
          <p:cNvSpPr>
            <a:spLocks noGrp="1"/>
          </p:cNvSpPr>
          <p:nvPr/>
        </p:nvSpPr>
        <p:spPr>
          <a:xfrm>
            <a:off x="4667003" y="990600"/>
            <a:ext cx="300842" cy="3048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31" name="icon-tree-170">
            <a:extLst>
              <a:ext uri="{FF2B5EF4-FFF2-40B4-BE49-F238E27FC236}">
                <ns2:creationId id="{23B423B1-5440-4B5A-8842-A33092A4CF1B}"/>
              </a:ext>
            </a:extLst>
          </p:cNvPr>
          <p:cNvSpPr>
            <a:spLocks noGrp="1"/>
          </p:cNvSpPr>
          <p:nvPr/>
        </p:nvSpPr>
        <p:spPr>
          <a:xfrm>
            <a:off x="4715137" y="1005840"/>
            <a:ext cx="207581" cy="188976"/>
          </a:xfrm>
          <a:prstGeom prst="cloud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32" name="text-171">
            <a:extLst>
              <a:ext uri="{FF2B5EF4-FFF2-40B4-BE49-F238E27FC236}">
                <ns2:creationId id="{E3CD4B66-FA4A-41FD-9311-355C7400D4B8}"/>
              </a:ext>
            </a:extLst>
          </p:cNvPr>
          <p:cNvSpPr>
            <a:spLocks noGrp="1"/>
          </p:cNvSpPr>
          <p:nvPr/>
        </p:nvSpPr>
        <p:spPr>
          <a:xfrm>
            <a:off x="5155870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植被调查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33" name="text-172">
            <a:extLst>
              <a:ext uri="{FF2B5EF4-FFF2-40B4-BE49-F238E27FC236}">
                <ns2:creationId id="{B29ACA1F-484D-4A46-9688-942668E27069}"/>
              </a:ext>
            </a:extLst>
          </p:cNvPr>
          <p:cNvSpPr>
            <a:spLocks noGrp="1"/>
          </p:cNvSpPr>
          <p:nvPr/>
        </p:nvSpPr>
        <p:spPr>
          <a:xfrm>
            <a:off x="5306291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盖度 · 高度 · 结构</a:t>
            </a:r>
            <a:endParaRPr/>
          </a:p>
        </p:txBody>
      </p:sp>
      <p:pic>
        <p:nvPicPr>
          <p:cNvPr id="34" name="">
            <a:extLst>
              <a:ext uri="{FF2B5EF4-FFF2-40B4-BE49-F238E27FC236}">
                <ns2:creationId id="{C7823C26-C23D-4A6B-B62F-7325F074EAEF}"/>
              </a:ext>
            </a:extLst>
          </p:cNvPr>
          <p:cNvPicPr>
            <a:picLocks noChangeAspect="1"/>
          </p:cNvPicPr>
          <p:nvPr/>
        </p:nvPicPr>
        <p:blipFill>
          <a:blip r:embed="R4b4819146d1b40d0">
            <a:duotone>
              <a:srgbClr val="07556B"/>
              <a:srgbClr val="FFFFFF"/>
            </a:duotone>
          </a:blip>
          <a:stretch/>
        </p:blipFill>
        <p:spPr>
          <a:xfrm>
            <a:off x="5745802" y="1657350"/>
            <a:ext cx="944831" cy="638175"/>
          </a:xfrm>
          <a:prstGeom prst="rect">
            <a:avLst/>
          </a:prstGeom>
        </p:spPr>
      </p:pic>
      <p:sp>
        <p:nvSpPr>
          <p:cNvPr id="35" name="shape-173">
            <a:extLst>
              <a:ext uri="{FF2B5EF4-FFF2-40B4-BE49-F238E27FC236}">
                <ns2:creationId id="{4C62072D-8947-449A-9435-4F91FA0A7B80}"/>
              </a:ext>
            </a:extLst>
          </p:cNvPr>
          <p:cNvSpPr>
            <a:spLocks noGrp="1"/>
          </p:cNvSpPr>
          <p:nvPr/>
        </p:nvSpPr>
        <p:spPr>
          <a:xfrm>
            <a:off x="8258299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>
            <a:solidFill>
              <a:srgbClr val="07556B"/>
            </a:solidFill>
            <a:prstDash val="solid"/>
          </a:ln>
        </p:spPr>
      </p:sp>
      <p:sp>
        <p:nvSpPr>
          <p:cNvPr id="102" name="solid-title-band-102"/>
          <p:cNvSpPr/>
          <p:nvPr/>
        </p:nvSpPr>
        <p:spPr>
          <a:xfrm>
            <a:off x="8258299" y="914400"/>
            <a:ext cx="3600697" cy="457200"/>
          </a:xfrm>
          <a:prstGeom prst="rect">
            <a:avLst/>
          </a:prstGeom>
          <a:solidFill>
            <a:srgbClr val="07556B"/>
          </a:solidFill>
        </p:spPr>
      </p:sp>
      <p:sp>
        <p:nvSpPr>
          <p:cNvPr id="36" name="vector-174">
            <a:extLst>
              <a:ext uri="{FF2B5EF4-FFF2-40B4-BE49-F238E27FC236}">
                <ns2:creationId id="{A2A707A0-27BE-4311-80E5-E6ED447EC480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37" name="vector-175">
            <a:extLst>
              <a:ext uri="{FF2B5EF4-FFF2-40B4-BE49-F238E27FC236}">
                <ns2:creationId id="{387DF0DF-1FC6-4E7C-B843-9E5B62494D0C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>
            <a:solidFill>
              <a:srgbClr val="07556B"/>
            </a:solidFill>
            <a:prstDash val="solid"/>
          </a:ln>
        </p:spPr>
      </p:sp>
      <p:sp>
        <p:nvSpPr>
          <p:cNvPr id="38" name="vector-176">
            <a:extLst>
              <a:ext uri="{FF2B5EF4-FFF2-40B4-BE49-F238E27FC236}">
                <ns2:creationId id="{609AB834-B4D9-4CF3-BA3D-1B8BF1AAB487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>
            <a:solidFill>
              <a:srgbClr val="07556B"/>
            </a:solidFill>
            <a:prstDash val="solid"/>
          </a:ln>
        </p:spPr>
      </p:sp>
      <p:sp>
        <p:nvSpPr>
          <p:cNvPr id="39" name="icon-map-177">
            <a:extLst>
              <a:ext uri="{FF2B5EF4-FFF2-40B4-BE49-F238E27FC236}">
                <ns2:creationId id="{0AFCB6CA-ABD4-42A8-9309-EA81C6697EA2}"/>
              </a:ext>
            </a:extLst>
          </p:cNvPr>
          <p:cNvSpPr>
            <a:spLocks noGrp="1"/>
          </p:cNvSpPr>
          <p:nvPr/>
        </p:nvSpPr>
        <p:spPr>
          <a:xfrm>
            <a:off x="8519655" y="1063752"/>
            <a:ext cx="66185" cy="67056"/>
          </a:xfrm>
          <a:prstGeom prst="ellipse">
            <a:avLst/>
          </a:prstGeom>
          <a:solidFill>
            <a:srgbClr val="07556B"/>
          </a:solidFill>
          <a:ln w="20002">
            <a:solidFill>
              <a:srgbClr val="07556B"/>
            </a:solidFill>
            <a:prstDash val="solid"/>
          </a:ln>
        </p:spPr>
      </p:sp>
      <p:sp>
        <p:nvSpPr>
          <p:cNvPr id="40" name="text-178">
            <a:extLst>
              <a:ext uri="{FF2B5EF4-FFF2-40B4-BE49-F238E27FC236}">
                <ns2:creationId id="{99A5B0D7-C8DF-4635-A9F4-9B8E8272A12E}"/>
              </a:ext>
            </a:extLst>
          </p:cNvPr>
          <p:cNvSpPr>
            <a:spLocks noGrp="1"/>
          </p:cNvSpPr>
          <p:nvPr/>
        </p:nvSpPr>
        <p:spPr>
          <a:xfrm>
            <a:off x="8888186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环境变量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41" name="text-179">
            <a:extLst>
              <a:ext uri="{FF2B5EF4-FFF2-40B4-BE49-F238E27FC236}">
                <ns2:creationId id="{0DA61E54-1A04-4C76-84C8-A67F1AA66A0A}"/>
              </a:ext>
            </a:extLst>
          </p:cNvPr>
          <p:cNvSpPr>
            <a:spLocks noGrp="1"/>
          </p:cNvSpPr>
          <p:nvPr/>
        </p:nvSpPr>
        <p:spPr>
          <a:xfrm>
            <a:off x="9038606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地形 · 道路 · 生境</a:t>
            </a:r>
            <a:endParaRPr/>
          </a:p>
        </p:txBody>
      </p:sp>
      <p:sp>
        <p:nvSpPr>
          <p:cNvPr id="42" name="vector-180">
            <a:extLst>
              <a:ext uri="{FF2B5EF4-FFF2-40B4-BE49-F238E27FC236}">
                <ns2:creationId id="{B2638E91-392D-4EDC-BBDD-59CDC9DA2E00}"/>
              </a:ext>
            </a:extLst>
          </p:cNvPr>
          <p:cNvSpPr>
            <a:spLocks noGrp="1"/>
          </p:cNvSpPr>
          <p:nvPr/>
        </p:nvSpPr>
        <p:spPr>
          <a:xfrm>
            <a:off x="9715500" y="1874901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07556B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43" name="vector-181">
            <a:extLst>
              <a:ext uri="{FF2B5EF4-FFF2-40B4-BE49-F238E27FC236}">
                <ns2:creationId id="{37A14CA7-9CF9-41EE-806A-3596C0D6D5B5}"/>
              </a:ext>
            </a:extLst>
          </p:cNvPr>
          <p:cNvSpPr>
            <a:spLocks noGrp="1"/>
          </p:cNvSpPr>
          <p:nvPr/>
        </p:nvSpPr>
        <p:spPr>
          <a:xfrm>
            <a:off x="9715500" y="1756600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07556B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44" name="vector-182">
            <a:extLst>
              <a:ext uri="{FF2B5EF4-FFF2-40B4-BE49-F238E27FC236}">
                <ns2:creationId id="{D1F0AA1B-B5B2-4847-9268-508C7D3FE3CA}"/>
              </a:ext>
            </a:extLst>
          </p:cNvPr>
          <p:cNvSpPr>
            <a:spLocks noGrp="1"/>
          </p:cNvSpPr>
          <p:nvPr/>
        </p:nvSpPr>
        <p:spPr>
          <a:xfrm>
            <a:off x="9715500" y="1638300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07556B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45" name="node-183">
            <a:extLst>
              <a:ext uri="{FF2B5EF4-FFF2-40B4-BE49-F238E27FC236}">
                <ns2:creationId id="{3C3781CA-F167-4EF1-8C5D-6EBEA0A8EC59}"/>
              </a:ext>
            </a:extLst>
          </p:cNvPr>
          <p:cNvSpPr>
            <a:spLocks noGrp="1"/>
          </p:cNvSpPr>
          <p:nvPr/>
        </p:nvSpPr>
        <p:spPr>
          <a:xfrm>
            <a:off x="812470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07556B"/>
          </a:solidFill>
          <a:ln w="14288">
            <a:solidFill>
              <a:srgbClr val="07556B"/>
            </a:solidFill>
            <a:prstDash val="solid"/>
          </a:ln>
        </p:spPr>
      </p:sp>
      <p:sp>
        <p:nvSpPr>
          <p:cNvPr id="46" name="icon-database-184">
            <a:extLst>
              <a:ext uri="{FF2B5EF4-FFF2-40B4-BE49-F238E27FC236}">
                <ns2:creationId id="{B3C5A90F-D102-4E36-A08B-745B9FE745B3}"/>
              </a:ext>
            </a:extLst>
          </p:cNvPr>
          <p:cNvSpPr>
            <a:spLocks noGrp="1"/>
          </p:cNvSpPr>
          <p:nvPr/>
        </p:nvSpPr>
        <p:spPr>
          <a:xfrm>
            <a:off x="992975" y="2843689"/>
            <a:ext cx="287680" cy="270034"/>
          </a:xfrm>
          <a:prstGeom prst="can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47" name="vector-185">
            <a:extLst>
              <a:ext uri="{FF2B5EF4-FFF2-40B4-BE49-F238E27FC236}">
                <ns2:creationId id="{28768779-0BDF-4FF1-B025-77E00D196D3E}"/>
              </a:ext>
            </a:extLst>
          </p:cNvPr>
          <p:cNvSpPr>
            <a:spLocks noGrp="1"/>
          </p:cNvSpPr>
          <p:nvPr/>
        </p:nvSpPr>
        <p:spPr>
          <a:xfrm>
            <a:off x="925286" y="2762250"/>
            <a:ext cx="423058" cy="428625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20002">
            <a:solidFill>
              <a:srgbClr val="07556B"/>
            </a:solidFill>
            <a:prstDash val="solid"/>
          </a:ln>
        </p:spPr>
      </p:sp>
      <p:sp>
        <p:nvSpPr>
          <p:cNvPr id="48" name="vector-186">
            <a:extLst>
              <a:ext uri="{FF2B5EF4-FFF2-40B4-BE49-F238E27FC236}">
                <ns2:creationId id="{C21713C9-F070-4E12-9DD2-513502169E58}"/>
              </a:ext>
            </a:extLst>
          </p:cNvPr>
          <p:cNvSpPr>
            <a:spLocks noGrp="1"/>
          </p:cNvSpPr>
          <p:nvPr/>
        </p:nvSpPr>
        <p:spPr>
          <a:xfrm>
            <a:off x="925286" y="2762250"/>
            <a:ext cx="423058" cy="428625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20002">
            <a:solidFill>
              <a:srgbClr val="07556B"/>
            </a:solidFill>
            <a:prstDash val="solid"/>
          </a:ln>
        </p:spPr>
      </p:sp>
      <p:sp>
        <p:nvSpPr>
          <p:cNvPr id="49" name="text-187">
            <a:extLst>
              <a:ext uri="{FF2B5EF4-FFF2-40B4-BE49-F238E27FC236}">
                <ns2:creationId id="{8A7C70BC-FA6A-44B7-B14C-4CB41DB628C4}"/>
              </a:ext>
            </a:extLst>
          </p:cNvPr>
          <p:cNvSpPr>
            <a:spLocks noGrp="1"/>
          </p:cNvSpPr>
          <p:nvPr/>
        </p:nvSpPr>
        <p:spPr>
          <a:xfrm>
            <a:off x="1451758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数据核对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50" name="node-188">
            <a:extLst>
              <a:ext uri="{FF2B5EF4-FFF2-40B4-BE49-F238E27FC236}">
                <ns2:creationId id="{B44CB072-67BD-4ABF-A9F5-F77D4CF1B3B9}"/>
              </a:ext>
            </a:extLst>
          </p:cNvPr>
          <p:cNvSpPr>
            <a:spLocks noGrp="1"/>
          </p:cNvSpPr>
          <p:nvPr/>
        </p:nvSpPr>
        <p:spPr>
          <a:xfrm>
            <a:off x="3595255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07556B"/>
          </a:solidFill>
          <a:ln w="14288">
            <a:solidFill>
              <a:srgbClr val="07556B"/>
            </a:solidFill>
            <a:prstDash val="solid"/>
          </a:ln>
        </p:spPr>
      </p:sp>
      <p:sp>
        <p:nvSpPr>
          <p:cNvPr id="51" name="icon-calendar-189">
            <a:extLst>
              <a:ext uri="{FF2B5EF4-FFF2-40B4-BE49-F238E27FC236}">
                <ns2:creationId id="{79ED856C-8695-42B1-902F-0FA1D5652AB8}"/>
              </a:ext>
            </a:extLst>
          </p:cNvPr>
          <p:cNvSpPr>
            <a:spLocks noGrp="1"/>
          </p:cNvSpPr>
          <p:nvPr/>
        </p:nvSpPr>
        <p:spPr>
          <a:xfrm>
            <a:off x="3763067" y="2843689"/>
            <a:ext cx="313064" cy="300038"/>
          </a:xfrm>
          <a:prstGeom prst="roundRect">
            <a:avLst>
              <a:gd name="adj" fmla="val 25397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52" name="vector-190">
            <a:extLst>
              <a:ext uri="{FF2B5EF4-FFF2-40B4-BE49-F238E27FC236}">
                <ns2:creationId id="{D4FA6CBC-79CA-4992-9536-CD64CC4F5467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123825" y="361950"/>
                </a:moveTo>
                <a:lnTo>
                  <a:pt x="828675" y="361950"/>
                </a:lnTo>
              </a:path>
            </a:pathLst>
          </a:custGeom>
          <a:noFill/>
          <a:ln w="20002">
            <a:solidFill>
              <a:srgbClr val="07556B"/>
            </a:solidFill>
            <a:prstDash val="solid"/>
          </a:ln>
        </p:spPr>
      </p:sp>
      <p:sp>
        <p:nvSpPr>
          <p:cNvPr id="53" name="vector-191">
            <a:extLst>
              <a:ext uri="{FF2B5EF4-FFF2-40B4-BE49-F238E27FC236}">
                <ns2:creationId id="{B19E6ADE-9747-44D9-9650-E62B3960737E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295275" y="66675"/>
                </a:moveTo>
                <a:lnTo>
                  <a:pt x="295275" y="2667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54" name="vector-192">
            <a:extLst>
              <a:ext uri="{FF2B5EF4-FFF2-40B4-BE49-F238E27FC236}">
                <ns2:creationId id="{0CD031E4-E3CB-460E-A526-8D482673B4B5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647700" y="66675"/>
                </a:moveTo>
                <a:lnTo>
                  <a:pt x="647700" y="2667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55" name="icon-calendar-193">
            <a:extLst>
              <a:ext uri="{FF2B5EF4-FFF2-40B4-BE49-F238E27FC236}">
                <ns2:creationId id="{97377C2D-8D3E-42D4-A08E-76ACF9E2576E}"/>
              </a:ext>
            </a:extLst>
          </p:cNvPr>
          <p:cNvSpPr>
            <a:spLocks noGrp="1"/>
          </p:cNvSpPr>
          <p:nvPr/>
        </p:nvSpPr>
        <p:spPr>
          <a:xfrm>
            <a:off x="3813834" y="2972276"/>
            <a:ext cx="38075" cy="38576"/>
          </a:xfrm>
          <a:prstGeom prst="rect">
            <a:avLst/>
          </a:prstGeom>
          <a:solidFill>
            <a:srgbClr val="07556B"/>
          </a:solidFill>
          <a:ln w="20002">
            <a:solidFill>
              <a:srgbClr val="07556B"/>
            </a:solidFill>
            <a:prstDash val="solid"/>
          </a:ln>
        </p:spPr>
      </p:sp>
      <p:sp>
        <p:nvSpPr>
          <p:cNvPr id="56" name="icon-calendar-194">
            <a:extLst>
              <a:ext uri="{FF2B5EF4-FFF2-40B4-BE49-F238E27FC236}">
                <ns2:creationId id="{CE36A950-2254-4411-8AB1-87F80540B08E}"/>
              </a:ext>
            </a:extLst>
          </p:cNvPr>
          <p:cNvSpPr>
            <a:spLocks noGrp="1"/>
          </p:cNvSpPr>
          <p:nvPr/>
        </p:nvSpPr>
        <p:spPr>
          <a:xfrm>
            <a:off x="3813834" y="3062288"/>
            <a:ext cx="38075" cy="38576"/>
          </a:xfrm>
          <a:prstGeom prst="rect">
            <a:avLst/>
          </a:prstGeom>
          <a:solidFill>
            <a:srgbClr val="07556B"/>
          </a:solidFill>
          <a:ln w="20002">
            <a:solidFill>
              <a:srgbClr val="07556B"/>
            </a:solidFill>
            <a:prstDash val="solid"/>
          </a:ln>
        </p:spPr>
      </p:sp>
      <p:sp>
        <p:nvSpPr>
          <p:cNvPr id="57" name="icon-calendar-195">
            <a:extLst>
              <a:ext uri="{FF2B5EF4-FFF2-40B4-BE49-F238E27FC236}">
                <ns2:creationId id="{61C5090B-3FA6-4ADD-91C6-6A850768ED05}"/>
              </a:ext>
            </a:extLst>
          </p:cNvPr>
          <p:cNvSpPr>
            <a:spLocks noGrp="1"/>
          </p:cNvSpPr>
          <p:nvPr/>
        </p:nvSpPr>
        <p:spPr>
          <a:xfrm>
            <a:off x="3902678" y="2972276"/>
            <a:ext cx="38075" cy="38576"/>
          </a:xfrm>
          <a:prstGeom prst="rect">
            <a:avLst/>
          </a:prstGeom>
          <a:solidFill>
            <a:srgbClr val="07556B"/>
          </a:solidFill>
          <a:ln w="20002">
            <a:solidFill>
              <a:srgbClr val="07556B"/>
            </a:solidFill>
            <a:prstDash val="solid"/>
          </a:ln>
        </p:spPr>
      </p:sp>
      <p:sp>
        <p:nvSpPr>
          <p:cNvPr id="58" name="icon-calendar-196">
            <a:extLst>
              <a:ext uri="{FF2B5EF4-FFF2-40B4-BE49-F238E27FC236}">
                <ns2:creationId id="{66C23FCB-84E4-4E15-8AFB-33983645D286}"/>
              </a:ext>
            </a:extLst>
          </p:cNvPr>
          <p:cNvSpPr>
            <a:spLocks noGrp="1"/>
          </p:cNvSpPr>
          <p:nvPr/>
        </p:nvSpPr>
        <p:spPr>
          <a:xfrm>
            <a:off x="3902678" y="3062288"/>
            <a:ext cx="38075" cy="38576"/>
          </a:xfrm>
          <a:prstGeom prst="rect">
            <a:avLst/>
          </a:prstGeom>
          <a:solidFill>
            <a:srgbClr val="07556B"/>
          </a:solidFill>
          <a:ln w="20002">
            <a:solidFill>
              <a:srgbClr val="07556B"/>
            </a:solidFill>
            <a:prstDash val="solid"/>
          </a:ln>
        </p:spPr>
      </p:sp>
      <p:sp>
        <p:nvSpPr>
          <p:cNvPr id="59" name="icon-calendar-197">
            <a:extLst>
              <a:ext uri="{FF2B5EF4-FFF2-40B4-BE49-F238E27FC236}">
                <ns2:creationId id="{B1A7F0DD-9FD8-4DDB-92BA-97E189D4171B}"/>
              </a:ext>
            </a:extLst>
          </p:cNvPr>
          <p:cNvSpPr>
            <a:spLocks noGrp="1"/>
          </p:cNvSpPr>
          <p:nvPr/>
        </p:nvSpPr>
        <p:spPr>
          <a:xfrm>
            <a:off x="3991520" y="2972276"/>
            <a:ext cx="38075" cy="38576"/>
          </a:xfrm>
          <a:prstGeom prst="rect">
            <a:avLst/>
          </a:prstGeom>
          <a:solidFill>
            <a:srgbClr val="07556B"/>
          </a:solidFill>
          <a:ln w="20002">
            <a:solidFill>
              <a:srgbClr val="07556B"/>
            </a:solidFill>
            <a:prstDash val="solid"/>
          </a:ln>
        </p:spPr>
      </p:sp>
      <p:sp>
        <p:nvSpPr>
          <p:cNvPr id="60" name="icon-calendar-198">
            <a:extLst>
              <a:ext uri="{FF2B5EF4-FFF2-40B4-BE49-F238E27FC236}">
                <ns2:creationId id="{32AD25F0-1E0F-4C2F-86E0-C8BB4A7C015B}"/>
              </a:ext>
            </a:extLst>
          </p:cNvPr>
          <p:cNvSpPr>
            <a:spLocks noGrp="1"/>
          </p:cNvSpPr>
          <p:nvPr/>
        </p:nvSpPr>
        <p:spPr>
          <a:xfrm>
            <a:off x="3991520" y="3062288"/>
            <a:ext cx="38075" cy="38576"/>
          </a:xfrm>
          <a:prstGeom prst="rect">
            <a:avLst/>
          </a:prstGeom>
          <a:solidFill>
            <a:srgbClr val="07556B"/>
          </a:solidFill>
          <a:ln w="20002">
            <a:solidFill>
              <a:srgbClr val="07556B"/>
            </a:solidFill>
            <a:prstDash val="solid"/>
          </a:ln>
        </p:spPr>
      </p:sp>
      <p:sp>
        <p:nvSpPr>
          <p:cNvPr id="61" name="text-199">
            <a:extLst>
              <a:ext uri="{FF2B5EF4-FFF2-40B4-BE49-F238E27FC236}">
                <ns2:creationId id="{6D2372C8-CC1F-47BA-B81E-41998C75594D}"/>
              </a:ext>
            </a:extLst>
          </p:cNvPr>
          <p:cNvSpPr>
            <a:spLocks noGrp="1"/>
          </p:cNvSpPr>
          <p:nvPr/>
        </p:nvSpPr>
        <p:spPr>
          <a:xfrm>
            <a:off x="4234543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统一时间窗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2" name="node-200">
            <a:extLst>
              <a:ext uri="{FF2B5EF4-FFF2-40B4-BE49-F238E27FC236}">
                <ns2:creationId id="{9D3A58A1-5722-4F33-B36F-8E5AB83013BC}"/>
              </a:ext>
            </a:extLst>
          </p:cNvPr>
          <p:cNvSpPr>
            <a:spLocks noGrp="1"/>
          </p:cNvSpPr>
          <p:nvPr/>
        </p:nvSpPr>
        <p:spPr>
          <a:xfrm>
            <a:off x="6378039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07556B"/>
          </a:solidFill>
          <a:ln w="14288">
            <a:solidFill>
              <a:srgbClr val="07556B"/>
            </a:solidFill>
            <a:prstDash val="solid"/>
          </a:ln>
        </p:spPr>
      </p:sp>
      <p:sp>
        <p:nvSpPr>
          <p:cNvPr id="63" name="vector-201">
            <a:extLst>
              <a:ext uri="{FF2B5EF4-FFF2-40B4-BE49-F238E27FC236}">
                <ns2:creationId id="{1086275B-A5A3-4DD2-9B65-5E3CE612859D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4" name="vector-202">
            <a:extLst>
              <a:ext uri="{FF2B5EF4-FFF2-40B4-BE49-F238E27FC236}">
                <ns2:creationId id="{6CAFA5A1-C0CF-47D0-A1DB-C23A9FEAB7C0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5" name="vector-203">
            <a:extLst>
              <a:ext uri="{FF2B5EF4-FFF2-40B4-BE49-F238E27FC236}">
                <ns2:creationId id="{6026837B-BF7B-4E8E-A185-E8A97D55F451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6" name="vector-204">
            <a:extLst>
              <a:ext uri="{FF2B5EF4-FFF2-40B4-BE49-F238E27FC236}">
                <ns2:creationId id="{E5D7AC89-205F-45A1-A669-0CE98D8DE746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7" name="vector-205">
            <a:extLst>
              <a:ext uri="{FF2B5EF4-FFF2-40B4-BE49-F238E27FC236}">
                <ns2:creationId id="{E2BA1BE9-5F93-4B98-95A9-CF7475EECE27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8" name="vector-206">
            <a:extLst>
              <a:ext uri="{FF2B5EF4-FFF2-40B4-BE49-F238E27FC236}">
                <ns2:creationId id="{92203271-BE32-4543-B339-A8B209B8118B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9" name="vector-207">
            <a:extLst>
              <a:ext uri="{FF2B5EF4-FFF2-40B4-BE49-F238E27FC236}">
                <ns2:creationId id="{0EBFD68F-507A-4FE7-B952-A9FEC727D95F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70" name="icon-network-208">
            <a:extLst>
              <a:ext uri="{FF2B5EF4-FFF2-40B4-BE49-F238E27FC236}">
                <ns2:creationId id="{2E0E7E98-426C-4E61-A75C-D0EC2B4FE9B1}"/>
              </a:ext>
            </a:extLst>
          </p:cNvPr>
          <p:cNvSpPr>
            <a:spLocks noGrp="1"/>
          </p:cNvSpPr>
          <p:nvPr/>
        </p:nvSpPr>
        <p:spPr>
          <a:xfrm>
            <a:off x="6516239" y="2890838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1" name="icon-network-209">
            <a:extLst>
              <a:ext uri="{FF2B5EF4-FFF2-40B4-BE49-F238E27FC236}">
                <ns2:creationId id="{9F6593BE-B5F3-4EA3-A72D-6855F43F64DF}"/>
              </a:ext>
            </a:extLst>
          </p:cNvPr>
          <p:cNvSpPr>
            <a:spLocks noGrp="1"/>
          </p:cNvSpPr>
          <p:nvPr/>
        </p:nvSpPr>
        <p:spPr>
          <a:xfrm>
            <a:off x="6651617" y="2783681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2" name="icon-network-210">
            <a:extLst>
              <a:ext uri="{FF2B5EF4-FFF2-40B4-BE49-F238E27FC236}">
                <ns2:creationId id="{CCAACBE8-2513-4619-91AF-A6283758E21F}"/>
              </a:ext>
            </a:extLst>
          </p:cNvPr>
          <p:cNvSpPr>
            <a:spLocks noGrp="1"/>
          </p:cNvSpPr>
          <p:nvPr/>
        </p:nvSpPr>
        <p:spPr>
          <a:xfrm>
            <a:off x="6816609" y="2860834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3" name="icon-network-211">
            <a:extLst>
              <a:ext uri="{FF2B5EF4-FFF2-40B4-BE49-F238E27FC236}">
                <ns2:creationId id="{127B162F-E53F-4E06-8648-4F628FAE6E52}"/>
              </a:ext>
            </a:extLst>
          </p:cNvPr>
          <p:cNvSpPr>
            <a:spLocks noGrp="1"/>
          </p:cNvSpPr>
          <p:nvPr/>
        </p:nvSpPr>
        <p:spPr>
          <a:xfrm>
            <a:off x="6753151" y="3088005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4" name="icon-network-212">
            <a:extLst>
              <a:ext uri="{FF2B5EF4-FFF2-40B4-BE49-F238E27FC236}">
                <ns2:creationId id="{5FD47032-5DDC-4BD9-B239-06AEBFA7270C}"/>
              </a:ext>
            </a:extLst>
          </p:cNvPr>
          <p:cNvSpPr>
            <a:spLocks noGrp="1"/>
          </p:cNvSpPr>
          <p:nvPr/>
        </p:nvSpPr>
        <p:spPr>
          <a:xfrm>
            <a:off x="6562774" y="3083719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5" name="text-213">
            <a:extLst>
              <a:ext uri="{FF2B5EF4-FFF2-40B4-BE49-F238E27FC236}">
                <ns2:creationId id="{35B47CD3-1E12-45B3-956B-A2C8398B2A8A}"/>
              </a:ext>
            </a:extLst>
          </p:cNvPr>
          <p:cNvSpPr>
            <a:spLocks noGrp="1"/>
          </p:cNvSpPr>
          <p:nvPr/>
        </p:nvSpPr>
        <p:spPr>
          <a:xfrm>
            <a:off x="7017327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候选模型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76" name="node-214">
            <a:extLst>
              <a:ext uri="{FF2B5EF4-FFF2-40B4-BE49-F238E27FC236}">
                <ns2:creationId id="{7B1DED00-78B5-4303-A44A-D1AFB1AB6CAE}"/>
              </a:ext>
            </a:extLst>
          </p:cNvPr>
          <p:cNvSpPr>
            <a:spLocks noGrp="1"/>
          </p:cNvSpPr>
          <p:nvPr/>
        </p:nvSpPr>
        <p:spPr>
          <a:xfrm>
            <a:off x="9160823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07556B"/>
          </a:solidFill>
          <a:ln w="14288">
            <a:solidFill>
              <a:srgbClr val="07556B"/>
            </a:solidFill>
            <a:prstDash val="solid"/>
          </a:ln>
        </p:spPr>
      </p:sp>
      <p:sp>
        <p:nvSpPr>
          <p:cNvPr id="77" name="icon-check-215">
            <a:extLst>
              <a:ext uri="{FF2B5EF4-FFF2-40B4-BE49-F238E27FC236}">
                <ns2:creationId id="{A9C806C0-D3C4-4370-BE0C-039F362C2C4C}"/>
              </a:ext>
            </a:extLst>
          </p:cNvPr>
          <p:cNvSpPr>
            <a:spLocks noGrp="1"/>
          </p:cNvSpPr>
          <p:nvPr/>
        </p:nvSpPr>
        <p:spPr>
          <a:xfrm>
            <a:off x="9315945" y="2805113"/>
            <a:ext cx="338447" cy="342900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8" name="vector-216">
            <a:extLst>
              <a:ext uri="{FF2B5EF4-FFF2-40B4-BE49-F238E27FC236}">
                <ns2:creationId id="{23A688B3-03CE-4BE3-AB77-D2C0854E22D2}"/>
              </a:ext>
            </a:extLst>
          </p:cNvPr>
          <p:cNvSpPr>
            <a:spLocks noGrp="1"/>
          </p:cNvSpPr>
          <p:nvPr/>
        </p:nvSpPr>
        <p:spPr>
          <a:xfrm>
            <a:off x="9273639" y="2762250"/>
            <a:ext cx="423058" cy="42862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20002">
            <a:solidFill>
              <a:srgbClr val="07556B"/>
            </a:solidFill>
            <a:prstDash val="solid"/>
          </a:ln>
        </p:spPr>
      </p:sp>
      <p:sp>
        <p:nvSpPr>
          <p:cNvPr id="79" name="vector-217">
            <a:extLst>
              <a:ext uri="{FF2B5EF4-FFF2-40B4-BE49-F238E27FC236}">
                <ns2:creationId id="{2B5C3C5B-6B0C-4592-AD92-A4413671789A}"/>
              </a:ext>
            </a:extLst>
          </p:cNvPr>
          <p:cNvSpPr>
            <a:spLocks noGrp="1"/>
          </p:cNvSpPr>
          <p:nvPr/>
        </p:nvSpPr>
        <p:spPr>
          <a:xfrm>
            <a:off x="9273639" y="2762250"/>
            <a:ext cx="423058" cy="42862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20002">
            <a:solidFill>
              <a:srgbClr val="07556B"/>
            </a:solidFill>
            <a:prstDash val="solid"/>
          </a:ln>
        </p:spPr>
      </p:sp>
      <p:sp>
        <p:nvSpPr>
          <p:cNvPr id="80" name="text-218">
            <a:extLst>
              <a:ext uri="{FF2B5EF4-FFF2-40B4-BE49-F238E27FC236}">
                <ns2:creationId id="{F56B3D0E-F184-47BD-8BB6-3308BDF78B5F}"/>
              </a:ext>
            </a:extLst>
          </p:cNvPr>
          <p:cNvSpPr>
            <a:spLocks noGrp="1"/>
          </p:cNvSpPr>
          <p:nvPr/>
        </p:nvSpPr>
        <p:spPr>
          <a:xfrm>
            <a:off x="9800112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诊断与验证</a:t>
            </a:r>
            <a:endParaRPr>
              <a:solidFill>
                <a:srgbClr val="FFFFFF"/>
              </a:solidFill>
            </a:endParaRPr>
          </a:p>
        </p:txBody>
      </p:sp>
      <p:cxnSp>
        <p:nvCxnSpPr>
          <p:cNvPr id="81" name="">
            <a:extLst>
              <a:ext uri="{FF2B5EF4-FFF2-40B4-BE49-F238E27FC236}">
                <ns2:creationId id="{7CC0558E-564C-427F-994D-72A8BB7A3658}"/>
              </a:ext>
            </a:extLst>
          </p:cNvPr>
          <p:cNvCxnSpPr>
            <a:stCxn id="45" idx="3"/>
            <a:endCxn id="50" idx="1"/>
          </p:cNvCxnSpPr>
          <p:nvPr/>
        </p:nvCxnSpPr>
        <p:spPr>
          <a:xfrm>
            <a:off x="3350821" y="2981325"/>
            <a:ext cx="244434" cy="0"/>
          </a:xfrm>
          <a:prstGeom prst="straightConnector1">
            <a:avLst/>
          </a:prstGeom>
          <a:ln w="24765">
            <a:solidFill>
              <a:srgbClr val="07556B"/>
            </a:solidFill>
            <a:prstDash val="solid"/>
            <a:tailEnd type="triangle" w="med" len="med"/>
          </a:ln>
        </p:spPr>
      </p:cxnSp>
      <p:cxnSp>
        <p:nvCxnSpPr>
          <p:cNvPr id="82" name="">
            <a:extLst>
              <a:ext uri="{FF2B5EF4-FFF2-40B4-BE49-F238E27FC236}">
                <ns2:creationId id="{11C87C13-9B1D-4B8E-BB39-D40613A29D6D}"/>
              </a:ext>
            </a:extLst>
          </p:cNvPr>
          <p:cNvCxnSpPr>
            <a:stCxn id="50" idx="3"/>
            <a:endCxn id="62" idx="1"/>
          </p:cNvCxnSpPr>
          <p:nvPr/>
        </p:nvCxnSpPr>
        <p:spPr>
          <a:xfrm>
            <a:off x="6133605" y="2981325"/>
            <a:ext cx="244434" cy="0"/>
          </a:xfrm>
          <a:prstGeom prst="straightConnector1">
            <a:avLst/>
          </a:prstGeom>
          <a:ln w="24765">
            <a:solidFill>
              <a:srgbClr val="07556B"/>
            </a:solidFill>
            <a:prstDash val="solid"/>
            <a:tailEnd type="triangle" w="med" len="med"/>
          </a:ln>
        </p:spPr>
      </p:cxnSp>
      <p:cxnSp>
        <p:nvCxnSpPr>
          <p:cNvPr id="83" name="">
            <a:extLst>
              <a:ext uri="{FF2B5EF4-FFF2-40B4-BE49-F238E27FC236}">
                <ns2:creationId id="{53852DB2-DDDD-4527-8C73-8B84DE1B85DE}"/>
              </a:ext>
            </a:extLst>
          </p:cNvPr>
          <p:cNvCxnSpPr>
            <a:stCxn id="62" idx="3"/>
            <a:endCxn id="76" idx="1"/>
          </p:cNvCxnSpPr>
          <p:nvPr/>
        </p:nvCxnSpPr>
        <p:spPr>
          <a:xfrm>
            <a:off x="8916390" y="2981325"/>
            <a:ext cx="244434" cy="0"/>
          </a:xfrm>
          <a:prstGeom prst="straightConnector1">
            <a:avLst/>
          </a:prstGeom>
          <a:ln w="24765">
            <a:solidFill>
              <a:srgbClr val="07556B"/>
            </a:solidFill>
            <a:prstDash val="solid"/>
            <a:tailEnd type="triangle" w="med" len="med"/>
          </a:ln>
        </p:spPr>
      </p:cxnSp>
      <p:sp>
        <p:nvSpPr>
          <p:cNvPr id="84" name="text-219">
            <a:extLst>
              <a:ext uri="{FF2B5EF4-FFF2-40B4-BE49-F238E27FC236}">
                <ns2:creationId id="{CA7B2E47-498A-4D1B-856D-53F22ECBF934}"/>
              </a:ext>
            </a:extLst>
          </p:cNvPr>
          <p:cNvSpPr>
            <a:spLocks noGrp="1"/>
          </p:cNvSpPr>
          <p:nvPr/>
        </p:nvSpPr>
        <p:spPr>
          <a:xfrm>
            <a:off x="3463636" y="3457575"/>
            <a:ext cx="5922818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rPr>
              <a:t>异常回查：回到</a:t>
            </a:r>
            <a:r>
              <a:rPr sz="1875" b="1">
                <a:latin typeface="Noto Sans CJK SC"/>
                <a:ea typeface="Noto Sans CJK SC"/>
                <a:cs typeface="Noto Sans CJK SC"/>
                <a:solidFill>
                  <a:srgbClr val="B77B08"/>
                </a:solidFill>
              </a:rPr>
              <a:t>原始记录</a:t>
            </a:r>
            <a:r>
              <a:rPr sz="1875" b="1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rPr>
              <a:t>与采样过程</a:t>
            </a:r>
            <a:endParaRPr/>
          </a:p>
        </p:txBody>
      </p:sp>
      <p:sp>
        <p:nvSpPr>
          <p:cNvPr id="103" name="solid-title-band-103"/>
          <p:cNvSpPr/>
          <p:nvPr/>
        </p:nvSpPr>
        <p:spPr>
          <a:xfrm>
            <a:off x="793668" y="3924300"/>
            <a:ext cx="5396345" cy="361950"/>
          </a:xfrm>
          <a:prstGeom prst="rect">
            <a:avLst/>
          </a:prstGeom>
          <a:solidFill>
            <a:srgbClr val="07556B"/>
          </a:solidFill>
        </p:spPr>
      </p:sp>
      <p:sp>
        <p:nvSpPr>
          <p:cNvPr id="85" name="text-220">
            <a:extLst>
              <a:ext uri="{FF2B5EF4-FFF2-40B4-BE49-F238E27FC236}">
                <ns2:creationId id="{8FB9864F-7BB8-439F-8D9E-15BEDE6A5CFD}"/>
              </a:ext>
            </a:extLst>
          </p:cNvPr>
          <p:cNvSpPr>
            <a:spLocks noGrp="1"/>
          </p:cNvSpPr>
          <p:nvPr/>
        </p:nvSpPr>
        <p:spPr>
          <a:xfrm>
            <a:off x="925286" y="3962400"/>
            <a:ext cx="513310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观测记录的季节变化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86" name="Chart">
            <a:extLst>
              <a:ext uri="{FF2B5EF4-FFF2-40B4-BE49-F238E27FC236}">
                <ns2:creationId id="{24D0E085-D9FA-4884-A9E8-7418BA4C6EF0}"/>
              </a:ext>
            </a:extLst>
          </p:cNvPr>
          <p:cNvGraphicFramePr/>
          <p:nvPr/>
        </p:nvGraphicFramePr>
        <p:xfrm>
          <a:off x="812470" y="4324350"/>
          <a:ext cx="5396345" cy="1781175"/>
        </p:xfrm>
        <a:graphic>
          <a:graphicData uri="http://schemas.openxmlformats.org/drawingml/2006/chart">
            <c:chart r:id="Rd2fd00bda74e4d93"/>
          </a:graphicData>
        </a:graphic>
      </p:graphicFrame>
      <p:sp>
        <p:nvSpPr>
          <p:cNvPr id="87" name="line-221">
            <a:extLst>
              <a:ext uri="{FF2B5EF4-FFF2-40B4-BE49-F238E27FC236}">
                <ns2:creationId id="{E1D94CFE-4A43-4873-AC65-6ACA67D9CA00}"/>
              </a:ext>
            </a:extLst>
          </p:cNvPr>
          <p:cNvSpPr>
            <a:spLocks noGrp="1"/>
          </p:cNvSpPr>
          <p:nvPr/>
        </p:nvSpPr>
        <p:spPr>
          <a:xfrm>
            <a:off x="5080660" y="4524375"/>
            <a:ext cx="206829" cy="95"/>
          </a:xfrm>
          <a:prstGeom prst="line">
            <a:avLst/>
          </a:prstGeom>
          <a:noFill/>
          <a:ln w="19050">
            <a:solidFill>
              <a:srgbClr val="07556B"/>
            </a:solidFill>
            <a:prstDash val="solid"/>
          </a:ln>
        </p:spPr>
      </p:sp>
      <p:sp>
        <p:nvSpPr>
          <p:cNvPr id="88" name="text-222">
            <a:extLst>
              <a:ext uri="{FF2B5EF4-FFF2-40B4-BE49-F238E27FC236}">
                <ns2:creationId id="{23795127-6D4E-461E-8FBA-0780024DB756}"/>
              </a:ext>
            </a:extLst>
          </p:cNvPr>
          <p:cNvSpPr>
            <a:spLocks noGrp="1"/>
          </p:cNvSpPr>
          <p:nvPr/>
        </p:nvSpPr>
        <p:spPr>
          <a:xfrm>
            <a:off x="5353297" y="443865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rPr>
              <a:t>物种甲</a:t>
            </a:r>
            <a:endParaRPr/>
          </a:p>
        </p:txBody>
      </p:sp>
      <p:sp>
        <p:nvSpPr>
          <p:cNvPr id="89" name="line-223">
            <a:extLst>
              <a:ext uri="{FF2B5EF4-FFF2-40B4-BE49-F238E27FC236}">
                <ns2:creationId id="{0299A293-19F9-4246-9637-EC5E76A48BF3}"/>
              </a:ext>
            </a:extLst>
          </p:cNvPr>
          <p:cNvSpPr>
            <a:spLocks noGrp="1"/>
          </p:cNvSpPr>
          <p:nvPr/>
        </p:nvSpPr>
        <p:spPr>
          <a:xfrm>
            <a:off x="5080660" y="4752975"/>
            <a:ext cx="206829" cy="95"/>
          </a:xfrm>
          <a:prstGeom prst="line">
            <a:avLst/>
          </a:prstGeom>
          <a:noFill/>
          <a:ln w="19050">
            <a:solidFill>
              <a:srgbClr val="B77B08"/>
            </a:solidFill>
            <a:prstDash val="solid"/>
          </a:ln>
        </p:spPr>
      </p:sp>
      <p:sp>
        <p:nvSpPr>
          <p:cNvPr id="90" name="text-224">
            <a:extLst>
              <a:ext uri="{FF2B5EF4-FFF2-40B4-BE49-F238E27FC236}">
                <ns2:creationId id="{F53E793A-59EE-438C-84D6-EF26EF0EB952}"/>
              </a:ext>
            </a:extLst>
          </p:cNvPr>
          <p:cNvSpPr>
            <a:spLocks noGrp="1"/>
          </p:cNvSpPr>
          <p:nvPr/>
        </p:nvSpPr>
        <p:spPr>
          <a:xfrm>
            <a:off x="5353297" y="466725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rPr>
              <a:t>物种乙</a:t>
            </a:r>
            <a:endParaRPr/>
          </a:p>
        </p:txBody>
      </p:sp>
      <p:sp>
        <p:nvSpPr>
          <p:cNvPr id="91" name="text-225">
            <a:extLst>
              <a:ext uri="{FF2B5EF4-FFF2-40B4-BE49-F238E27FC236}">
                <ns2:creationId id="{3A779918-D902-4032-83B4-DB9CF94FA4CC}"/>
              </a:ext>
            </a:extLst>
          </p:cNvPr>
          <p:cNvSpPr>
            <a:spLocks noGrp="1"/>
          </p:cNvSpPr>
          <p:nvPr/>
        </p:nvSpPr>
        <p:spPr>
          <a:xfrm>
            <a:off x="2539301" y="5915025"/>
            <a:ext cx="269817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104" name="solid-title-band-104"/>
          <p:cNvSpPr/>
          <p:nvPr/>
        </p:nvSpPr>
        <p:spPr>
          <a:xfrm>
            <a:off x="6396842" y="3924300"/>
            <a:ext cx="5396345" cy="361950"/>
          </a:xfrm>
          <a:prstGeom prst="rect">
            <a:avLst/>
          </a:prstGeom>
          <a:solidFill>
            <a:srgbClr val="07556B"/>
          </a:solidFill>
        </p:spPr>
      </p:sp>
      <p:sp>
        <p:nvSpPr>
          <p:cNvPr id="92" name="text-226">
            <a:extLst>
              <a:ext uri="{FF2B5EF4-FFF2-40B4-BE49-F238E27FC236}">
                <ns2:creationId id="{4444D133-9447-4F68-8FF5-3206A34D206A}"/>
              </a:ext>
            </a:extLst>
          </p:cNvPr>
          <p:cNvSpPr>
            <a:spLocks noGrp="1"/>
          </p:cNvSpPr>
          <p:nvPr/>
        </p:nvSpPr>
        <p:spPr>
          <a:xfrm>
            <a:off x="6528460" y="3962400"/>
            <a:ext cx="513310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93" name="Chart">
            <a:extLst>
              <a:ext uri="{FF2B5EF4-FFF2-40B4-BE49-F238E27FC236}">
                <ns2:creationId id="{042C6303-E2C5-4297-A8BF-F77595E35CD8}"/>
              </a:ext>
            </a:extLst>
          </p:cNvPr>
          <p:cNvGraphicFramePr/>
          <p:nvPr/>
        </p:nvGraphicFramePr>
        <p:xfrm>
          <a:off x="6415644" y="4324350"/>
          <a:ext cx="5396345" cy="1781175"/>
        </p:xfrm>
        <a:graphic>
          <a:graphicData uri="http://schemas.openxmlformats.org/drawingml/2006/chart">
            <c:chart r:id="Re728cd7a426649f7"/>
          </a:graphicData>
        </a:graphic>
      </p:graphicFrame>
      <p:sp>
        <p:nvSpPr>
          <p:cNvPr id="94" name="text-227">
            <a:extLst>
              <a:ext uri="{FF2B5EF4-FFF2-40B4-BE49-F238E27FC236}">
                <ns2:creationId id="{FF007E7C-BF74-48BB-9C8C-821F54B6F165}"/>
              </a:ext>
            </a:extLst>
          </p:cNvPr>
          <p:cNvSpPr>
            <a:spLocks noGrp="1"/>
          </p:cNvSpPr>
          <p:nvPr/>
        </p:nvSpPr>
        <p:spPr>
          <a:xfrm>
            <a:off x="8142475" y="5915025"/>
            <a:ext cx="269817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  <a:endParaRPr/>
          </a:p>
        </p:txBody>
      </p:sp>
      <p:sp>
        <p:nvSpPr>
          <p:cNvPr id="95" name="shape-228">
            <a:extLst>
              <a:ext uri="{FF2B5EF4-FFF2-40B4-BE49-F238E27FC236}">
                <ns2:creationId id="{3E8C959E-CAE3-4A6B-BAB5-6918CCA051EC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07556B"/>
          </a:solidFill>
          <a:ln w="14288">
            <a:solidFill>
              <a:srgbClr val="07556B"/>
            </a:solidFill>
            <a:prstDash val="solid"/>
          </a:ln>
        </p:spPr>
      </p:sp>
      <p:sp>
        <p:nvSpPr>
          <p:cNvPr id="96" name="text-229">
            <a:extLst>
              <a:ext uri="{FF2B5EF4-FFF2-40B4-BE49-F238E27FC236}">
                <ns2:creationId id="{FFE6F97F-FA22-4C8E-8A6C-435DA37B4FA3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分析原则：保留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原始记录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，区分观测差异与模型解释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97" name="text-230">
            <a:extLst>
              <a:ext uri="{FF2B5EF4-FFF2-40B4-BE49-F238E27FC236}">
                <ns2:creationId id="{648BC5F7-5631-4C0B-A519-A323322A38EB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1498A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1498A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1498A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1498A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1498A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1498A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1498A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1498A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1498A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1498A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1498A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498AD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98" name="text-231">
            <a:extLst>
              <a:ext uri="{FF2B5EF4-FFF2-40B4-BE49-F238E27FC236}">
                <ns2:creationId id="{EEFA9D41-10F9-43A3-A517-D6C1F18FF7DA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498A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498A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498A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498A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498A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498A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498A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498A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498A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498A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498A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498AD"/>
                </a:solidFill>
                <a:latin typeface="Noto Sans CJK SC"/>
                <a:ea typeface="Noto Sans CJK SC"/>
                <a:cs typeface="Noto Sans CJK SC"/>
              </a:rPr>
              <a:t>03</a:t>
            </a:r>
            <a:endParaRPr/>
          </a:p>
        </p:txBody>
      </p:sp>
    </p:spTree>
    <p:extLst>
      <p:ext uri="{BB962C8B-B14F-4D97-AF65-F5344CB8AC3E}">
        <ns5:creationId val="942761393"/>
      </p:ext>
    </p:extLst>
  </p:cSld>
</p:sld>
</file>

<file path=ppt/slides/slide4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99" name="text-140">
            <a:extLst>
              <a:ext uri="{FF2B5EF4-FFF2-40B4-BE49-F238E27FC236}">
                <ns2:creationId id="{E0CD6246-8BA7-4332-AD81-F92F892A4A9F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rPr>
              <a:t>厚实实底｜酒红灰蓝</a:t>
            </a:r>
            <a:endParaRPr/>
          </a:p>
        </p:txBody>
      </p:sp>
      <p:sp>
        <p:nvSpPr>
          <p:cNvPr id="2" name="line-141">
            <a:extLst>
              <a:ext uri="{FF2B5EF4-FFF2-40B4-BE49-F238E27FC236}">
                <ns2:creationId id="{7B803D0C-FD4B-4541-AF4F-F7A98F40DE8F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8F2445"/>
            </a:solidFill>
            <a:prstDash val="solid"/>
          </a:ln>
        </p:spPr>
      </p:sp>
      <p:sp>
        <p:nvSpPr>
          <p:cNvPr id="3" name="shape-142">
            <a:extLst>
              <a:ext uri="{FF2B5EF4-FFF2-40B4-BE49-F238E27FC236}">
                <ns2:creationId id="{07B8342B-2C95-4275-A646-4418CE17169C}"/>
              </a:ext>
            </a:extLst>
          </p:cNvPr>
          <p:cNvSpPr>
            <a:spLocks noGrp="1"/>
          </p:cNvSpPr>
          <p:nvPr/>
        </p:nvSpPr>
        <p:spPr>
          <a:xfrm>
            <a:off x="304800" y="914400"/>
            <a:ext cx="338447" cy="1428750"/>
          </a:xfrm>
          <a:prstGeom prst="roundRect">
            <a:avLst>
              <a:gd name="adj" fmla="val 22222"/>
            </a:avLst>
          </a:prstGeom>
          <a:solidFill>
            <a:srgbClr val="8F2445"/>
          </a:solidFill>
          <a:ln w="0">
            <a:noFill/>
            <a:prstDash val="solid"/>
          </a:ln>
        </p:spPr>
      </p:sp>
      <p:sp>
        <p:nvSpPr>
          <p:cNvPr id="4" name="text-143">
            <a:extLst>
              <a:ext uri="{FF2B5EF4-FFF2-40B4-BE49-F238E27FC236}">
                <ns2:creationId id="{167F082A-9F07-4833-AF5D-E54DA56A45C1}"/>
              </a:ext>
            </a:extLst>
          </p:cNvPr>
          <p:cNvSpPr>
            <a:spLocks noGrp="1"/>
          </p:cNvSpPr>
          <p:nvPr/>
        </p:nvSpPr>
        <p:spPr>
          <a:xfrm>
            <a:off x="333004" y="1009650"/>
            <a:ext cx="282039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观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测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5" name="shape-144">
            <a:extLst>
              <a:ext uri="{FF2B5EF4-FFF2-40B4-BE49-F238E27FC236}">
                <ns2:creationId id="{062D7FB8-0C1F-4617-9DCA-169D38585D61}"/>
              </a:ext>
            </a:extLst>
          </p:cNvPr>
          <p:cNvSpPr>
            <a:spLocks noGrp="1"/>
          </p:cNvSpPr>
          <p:nvPr/>
        </p:nvSpPr>
        <p:spPr>
          <a:xfrm>
            <a:off x="304800" y="2571750"/>
            <a:ext cx="338447" cy="1190625"/>
          </a:xfrm>
          <a:prstGeom prst="roundRect">
            <a:avLst>
              <a:gd name="adj" fmla="val 22222"/>
            </a:avLst>
          </a:prstGeom>
          <a:solidFill>
            <a:srgbClr val="8F2445"/>
          </a:solidFill>
          <a:ln w="0">
            <a:noFill/>
            <a:prstDash val="solid"/>
          </a:ln>
        </p:spPr>
      </p:sp>
      <p:sp>
        <p:nvSpPr>
          <p:cNvPr id="6" name="text-145">
            <a:extLst>
              <a:ext uri="{FF2B5EF4-FFF2-40B4-BE49-F238E27FC236}">
                <ns2:creationId id="{B1927359-AC9F-45AA-8407-1C872F78ADDC}"/>
              </a:ext>
            </a:extLst>
          </p:cNvPr>
          <p:cNvSpPr>
            <a:spLocks noGrp="1"/>
          </p:cNvSpPr>
          <p:nvPr/>
        </p:nvSpPr>
        <p:spPr>
          <a:xfrm>
            <a:off x="333004" y="2667000"/>
            <a:ext cx="282039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析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7" name="shape-146">
            <a:extLst>
              <a:ext uri="{FF2B5EF4-FFF2-40B4-BE49-F238E27FC236}">
                <ns2:creationId id="{D5E3112B-4FA7-45B8-AD3E-AB36C837B16D}"/>
              </a:ext>
            </a:extLst>
          </p:cNvPr>
          <p:cNvSpPr>
            <a:spLocks noGrp="1"/>
          </p:cNvSpPr>
          <p:nvPr/>
        </p:nvSpPr>
        <p:spPr>
          <a:xfrm>
            <a:off x="304800" y="3962400"/>
            <a:ext cx="338447" cy="2152650"/>
          </a:xfrm>
          <a:prstGeom prst="roundRect">
            <a:avLst>
              <a:gd name="adj" fmla="val 22222"/>
            </a:avLst>
          </a:prstGeom>
          <a:solidFill>
            <a:srgbClr val="8F2445"/>
          </a:solidFill>
          <a:ln w="0">
            <a:noFill/>
            <a:prstDash val="solid"/>
          </a:ln>
        </p:spPr>
      </p:sp>
      <p:sp>
        <p:nvSpPr>
          <p:cNvPr id="8" name="text-147">
            <a:extLst>
              <a:ext uri="{FF2B5EF4-FFF2-40B4-BE49-F238E27FC236}">
                <ns2:creationId id="{C4FD96AB-9059-4D04-8A2D-DF4680EBF980}"/>
              </a:ext>
            </a:extLst>
          </p:cNvPr>
          <p:cNvSpPr>
            <a:spLocks noGrp="1"/>
          </p:cNvSpPr>
          <p:nvPr/>
        </p:nvSpPr>
        <p:spPr>
          <a:xfrm>
            <a:off x="333004" y="4057650"/>
            <a:ext cx="282039" cy="1962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输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出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9" name="shape-148">
            <a:extLst>
              <a:ext uri="{FF2B5EF4-FFF2-40B4-BE49-F238E27FC236}">
                <ns2:creationId id="{603B74B3-C890-435B-A94D-8C3D48B6571A}"/>
              </a:ext>
            </a:extLst>
          </p:cNvPr>
          <p:cNvSpPr>
            <a:spLocks noGrp="1"/>
          </p:cNvSpPr>
          <p:nvPr/>
        </p:nvSpPr>
        <p:spPr>
          <a:xfrm>
            <a:off x="793668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>
            <a:solidFill>
              <a:srgbClr val="8F2445"/>
            </a:solidFill>
            <a:prstDash val="solid"/>
          </a:ln>
        </p:spPr>
      </p:sp>
      <p:sp>
        <p:nvSpPr>
          <p:cNvPr id="100" name="solid-title-band-100"/>
          <p:cNvSpPr/>
          <p:nvPr/>
        </p:nvSpPr>
        <p:spPr>
          <a:xfrm>
            <a:off x="793668" y="914400"/>
            <a:ext cx="3600697" cy="457200"/>
          </a:xfrm>
          <a:prstGeom prst="rect">
            <a:avLst/>
          </a:prstGeom>
          <a:solidFill>
            <a:srgbClr val="8F2445"/>
          </a:solidFill>
        </p:spPr>
      </p:sp>
      <p:sp>
        <p:nvSpPr>
          <p:cNvPr id="10" name="icon-camera-149">
            <a:extLst>
              <a:ext uri="{FF2B5EF4-FFF2-40B4-BE49-F238E27FC236}">
                <ns2:creationId id="{06E617BC-B606-4C9D-AFAF-CE7A0653007A}"/>
              </a:ext>
            </a:extLst>
          </p:cNvPr>
          <p:cNvSpPr>
            <a:spLocks noGrp="1"/>
          </p:cNvSpPr>
          <p:nvPr/>
        </p:nvSpPr>
        <p:spPr>
          <a:xfrm>
            <a:off x="955746" y="1060704"/>
            <a:ext cx="258724" cy="185928"/>
          </a:xfrm>
          <a:prstGeom prst="roundRect">
            <a:avLst>
              <a:gd name="adj" fmla="val 26765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1" name="icon-camera-150">
            <a:extLst>
              <a:ext uri="{FF2B5EF4-FFF2-40B4-BE49-F238E27FC236}">
                <ns2:creationId id="{DC0A11E2-0ACC-4CE9-88CA-3761D06EF21B}"/>
              </a:ext>
            </a:extLst>
          </p:cNvPr>
          <p:cNvSpPr>
            <a:spLocks noGrp="1"/>
          </p:cNvSpPr>
          <p:nvPr/>
        </p:nvSpPr>
        <p:spPr>
          <a:xfrm>
            <a:off x="1033965" y="1021080"/>
            <a:ext cx="99278" cy="518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2" name="icon-camera-151">
            <a:extLst>
              <a:ext uri="{FF2B5EF4-FFF2-40B4-BE49-F238E27FC236}">
                <ns2:creationId id="{67586027-23AB-4F7C-92C0-8CA204AE1EF5}"/>
              </a:ext>
            </a:extLst>
          </p:cNvPr>
          <p:cNvSpPr>
            <a:spLocks noGrp="1"/>
          </p:cNvSpPr>
          <p:nvPr/>
        </p:nvSpPr>
        <p:spPr>
          <a:xfrm>
            <a:off x="1030956" y="1100328"/>
            <a:ext cx="108303" cy="109728"/>
          </a:xfrm>
          <a:prstGeom prst="ellipse">
            <a:avLst/>
          </a:prstGeom>
          <a:solidFill>
            <a:srgbClr val="8F2445"/>
          </a:solidFill>
          <a:ln w="20002">
            <a:solidFill>
              <a:srgbClr val="8F2445"/>
            </a:solidFill>
            <a:prstDash val="solid"/>
          </a:ln>
        </p:spPr>
      </p:sp>
      <p:sp>
        <p:nvSpPr>
          <p:cNvPr id="13" name="icon-camera-152">
            <a:extLst>
              <a:ext uri="{FF2B5EF4-FFF2-40B4-BE49-F238E27FC236}">
                <ns2:creationId id="{EC21702B-4A13-4493-A82A-CF5117B157BA}"/>
              </a:ext>
            </a:extLst>
          </p:cNvPr>
          <p:cNvSpPr>
            <a:spLocks noGrp="1"/>
          </p:cNvSpPr>
          <p:nvPr/>
        </p:nvSpPr>
        <p:spPr>
          <a:xfrm>
            <a:off x="1157310" y="1085088"/>
            <a:ext cx="24067" cy="24384"/>
          </a:xfrm>
          <a:prstGeom prst="ellipse">
            <a:avLst/>
          </a:prstGeom>
          <a:solidFill>
            <a:srgbClr val="8F2445"/>
          </a:solidFill>
          <a:ln w="20002">
            <a:solidFill>
              <a:srgbClr val="8F2445"/>
            </a:solidFill>
            <a:prstDash val="solid"/>
          </a:ln>
        </p:spPr>
      </p:sp>
      <p:sp>
        <p:nvSpPr>
          <p:cNvPr id="14" name="text-153">
            <a:extLst>
              <a:ext uri="{FF2B5EF4-FFF2-40B4-BE49-F238E27FC236}">
                <ns2:creationId id="{8F2C8A44-0EB5-4D1A-A99B-AB0D055D5F7C}"/>
              </a:ext>
            </a:extLst>
          </p:cNvPr>
          <p:cNvSpPr>
            <a:spLocks noGrp="1"/>
          </p:cNvSpPr>
          <p:nvPr/>
        </p:nvSpPr>
        <p:spPr>
          <a:xfrm>
            <a:off x="1423555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相机记录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5" name="text-154">
            <a:extLst>
              <a:ext uri="{FF2B5EF4-FFF2-40B4-BE49-F238E27FC236}">
                <ns2:creationId id="{AE10D43F-33BE-4EFC-AF0F-ED67DF344909}"/>
              </a:ext>
            </a:extLst>
          </p:cNvPr>
          <p:cNvSpPr>
            <a:spLocks noGrp="1"/>
          </p:cNvSpPr>
          <p:nvPr/>
        </p:nvSpPr>
        <p:spPr>
          <a:xfrm>
            <a:off x="1573975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物种 · 时间 · 样点</a:t>
            </a:r>
            <a:endParaRPr/>
          </a:p>
        </p:txBody>
      </p:sp>
      <p:sp>
        <p:nvSpPr>
          <p:cNvPr id="16" name="icon-camera-155">
            <a:extLst>
              <a:ext uri="{FF2B5EF4-FFF2-40B4-BE49-F238E27FC236}">
                <ns2:creationId id="{43FA40C6-FD70-4C73-9CC5-AB67065E1A07}"/>
              </a:ext>
            </a:extLst>
          </p:cNvPr>
          <p:cNvSpPr>
            <a:spLocks noGrp="1"/>
          </p:cNvSpPr>
          <p:nvPr/>
        </p:nvSpPr>
        <p:spPr>
          <a:xfrm>
            <a:off x="1185138" y="1856994"/>
            <a:ext cx="420426" cy="302133"/>
          </a:xfrm>
          <a:prstGeom prst="roundRect">
            <a:avLst>
              <a:gd name="adj" fmla="val 25221"/>
            </a:avLst>
          </a:prstGeom>
          <a:solidFill>
            <a:srgbClr val="8F2445"/>
          </a:solidFill>
          <a:ln w="20002">
            <a:solidFill>
              <a:srgbClr val="8F2445"/>
            </a:solidFill>
            <a:prstDash val="solid"/>
          </a:ln>
        </p:spPr>
      </p:sp>
      <p:sp>
        <p:nvSpPr>
          <p:cNvPr id="17" name="icon-camera-156">
            <a:extLst>
              <a:ext uri="{FF2B5EF4-FFF2-40B4-BE49-F238E27FC236}">
                <ns2:creationId id="{D2FBFC10-52F4-47B2-8E7D-7E68310C93D8}"/>
              </a:ext>
            </a:extLst>
          </p:cNvPr>
          <p:cNvSpPr>
            <a:spLocks noGrp="1"/>
          </p:cNvSpPr>
          <p:nvPr/>
        </p:nvSpPr>
        <p:spPr>
          <a:xfrm>
            <a:off x="1312243" y="1792605"/>
            <a:ext cx="161326" cy="84201"/>
          </a:xfrm>
          <a:prstGeom prst="roundRect">
            <a:avLst>
              <a:gd name="adj" fmla="val 50000"/>
            </a:avLst>
          </a:prstGeom>
          <a:solidFill>
            <a:srgbClr val="8F2445"/>
          </a:solidFill>
          <a:ln w="20002">
            <a:solidFill>
              <a:srgbClr val="8F2445"/>
            </a:solidFill>
            <a:prstDash val="solid"/>
          </a:ln>
        </p:spPr>
      </p:sp>
      <p:sp>
        <p:nvSpPr>
          <p:cNvPr id="18" name="icon-camera-157">
            <a:extLst>
              <a:ext uri="{FF2B5EF4-FFF2-40B4-BE49-F238E27FC236}">
                <ns2:creationId id="{7CDE9919-1981-4408-A792-0BAD0B4EAEE4}"/>
              </a:ext>
            </a:extLst>
          </p:cNvPr>
          <p:cNvSpPr>
            <a:spLocks noGrp="1"/>
          </p:cNvSpPr>
          <p:nvPr/>
        </p:nvSpPr>
        <p:spPr>
          <a:xfrm>
            <a:off x="1307354" y="1921383"/>
            <a:ext cx="175992" cy="1783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9" name="icon-camera-158">
            <a:extLst>
              <a:ext uri="{FF2B5EF4-FFF2-40B4-BE49-F238E27FC236}">
                <ns2:creationId id="{CB654160-40AF-477E-8D93-FF0C0AB3A229}"/>
              </a:ext>
            </a:extLst>
          </p:cNvPr>
          <p:cNvSpPr>
            <a:spLocks noGrp="1"/>
          </p:cNvSpPr>
          <p:nvPr/>
        </p:nvSpPr>
        <p:spPr>
          <a:xfrm>
            <a:off x="1512679" y="1896618"/>
            <a:ext cx="39109" cy="39624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20" name="vector-159">
            <a:extLst>
              <a:ext uri="{FF2B5EF4-FFF2-40B4-BE49-F238E27FC236}">
                <ns2:creationId id="{A15E7DCE-89E8-4F10-9410-FB46566838EE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>
            <a:solidFill>
              <a:srgbClr val="8F2445"/>
            </a:solidFill>
            <a:prstDash val="solid"/>
          </a:ln>
        </p:spPr>
      </p:sp>
      <p:sp>
        <p:nvSpPr>
          <p:cNvPr id="21" name="icon-leaf-160">
            <a:extLst>
              <a:ext uri="{FF2B5EF4-FFF2-40B4-BE49-F238E27FC236}">
                <ns2:creationId id="{75BD501B-F9AE-41A1-B6E6-DE508E3EAD3C}"/>
              </a:ext>
            </a:extLst>
          </p:cNvPr>
          <p:cNvSpPr>
            <a:spLocks noGrp="1"/>
          </p:cNvSpPr>
          <p:nvPr/>
        </p:nvSpPr>
        <p:spPr>
          <a:xfrm>
            <a:off x="2278697" y="1782699"/>
            <a:ext cx="131994" cy="222885"/>
          </a:xfrm>
          <a:prstGeom prst="ellipse">
            <a:avLst/>
          </a:prstGeom>
          <a:solidFill>
            <a:srgbClr val="8F2445"/>
          </a:solidFill>
          <a:ln w="20002">
            <a:solidFill>
              <a:srgbClr val="8F2445"/>
            </a:solidFill>
            <a:prstDash val="solid"/>
          </a:ln>
        </p:spPr>
      </p:sp>
      <p:sp>
        <p:nvSpPr>
          <p:cNvPr id="22" name="icon-leaf-161">
            <a:extLst>
              <a:ext uri="{FF2B5EF4-FFF2-40B4-BE49-F238E27FC236}">
                <ns2:creationId id="{076C9BD3-CEBC-43D7-A1BB-A16178BDB426}"/>
              </a:ext>
            </a:extLst>
          </p:cNvPr>
          <p:cNvSpPr>
            <a:spLocks noGrp="1"/>
          </p:cNvSpPr>
          <p:nvPr/>
        </p:nvSpPr>
        <p:spPr>
          <a:xfrm>
            <a:off x="2415580" y="1891665"/>
            <a:ext cx="146660" cy="222885"/>
          </a:xfrm>
          <a:prstGeom prst="ellipse">
            <a:avLst/>
          </a:prstGeom>
          <a:solidFill>
            <a:srgbClr val="8F2445"/>
          </a:solidFill>
          <a:ln w="20002">
            <a:solidFill>
              <a:srgbClr val="8F2445"/>
            </a:solidFill>
            <a:prstDash val="solid"/>
          </a:ln>
        </p:spPr>
      </p:sp>
      <p:sp>
        <p:nvSpPr>
          <p:cNvPr id="23" name="vector-162">
            <a:extLst>
              <a:ext uri="{FF2B5EF4-FFF2-40B4-BE49-F238E27FC236}">
                <ns2:creationId id="{A71B14A5-D0CF-4C9F-A344-1BF2BBCA3318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>
            <a:solidFill>
              <a:srgbClr val="8F2445"/>
            </a:solidFill>
            <a:prstDash val="solid"/>
          </a:ln>
        </p:spPr>
      </p:sp>
      <p:sp>
        <p:nvSpPr>
          <p:cNvPr id="24" name="vector-163">
            <a:extLst>
              <a:ext uri="{FF2B5EF4-FFF2-40B4-BE49-F238E27FC236}">
                <ns2:creationId id="{BC8F4623-1340-480F-B480-F416CA3EF704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>
            <a:solidFill>
              <a:srgbClr val="8F2445"/>
            </a:solidFill>
            <a:prstDash val="solid"/>
          </a:ln>
        </p:spPr>
      </p:sp>
      <p:sp>
        <p:nvSpPr>
          <p:cNvPr id="25" name="vector-164">
            <a:extLst>
              <a:ext uri="{FF2B5EF4-FFF2-40B4-BE49-F238E27FC236}">
                <ns2:creationId id="{C034160B-B611-446C-B45A-14978E50CC90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8F2445"/>
          </a:solidFill>
          <a:ln w="20002">
            <a:solidFill>
              <a:srgbClr val="8F2445"/>
            </a:solidFill>
            <a:prstDash val="solid"/>
          </a:ln>
        </p:spPr>
      </p:sp>
      <p:sp>
        <p:nvSpPr>
          <p:cNvPr id="26" name="vector-165">
            <a:extLst>
              <a:ext uri="{FF2B5EF4-FFF2-40B4-BE49-F238E27FC236}">
                <ns2:creationId id="{2269A7AF-F20B-41EF-BBD9-EBEACFEB0EDA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7" name="vector-166">
            <a:extLst>
              <a:ext uri="{FF2B5EF4-FFF2-40B4-BE49-F238E27FC236}">
                <ns2:creationId id="{E9E55323-5EF5-4A50-8765-E2263B83EA3B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8" name="icon-map-167">
            <a:extLst>
              <a:ext uri="{FF2B5EF4-FFF2-40B4-BE49-F238E27FC236}">
                <ns2:creationId id="{A9C098B8-581C-405D-A6DA-A018E81177A4}"/>
              </a:ext>
            </a:extLst>
          </p:cNvPr>
          <p:cNvSpPr>
            <a:spLocks noGrp="1"/>
          </p:cNvSpPr>
          <p:nvPr/>
        </p:nvSpPr>
        <p:spPr>
          <a:xfrm>
            <a:off x="3386546" y="1861947"/>
            <a:ext cx="107551" cy="108966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29" name="shape-168">
            <a:extLst>
              <a:ext uri="{FF2B5EF4-FFF2-40B4-BE49-F238E27FC236}">
                <ns2:creationId id="{9C57E577-ACDA-42EA-9EC8-247A01B6A324}"/>
              </a:ext>
            </a:extLst>
          </p:cNvPr>
          <p:cNvSpPr>
            <a:spLocks noGrp="1"/>
          </p:cNvSpPr>
          <p:nvPr/>
        </p:nvSpPr>
        <p:spPr>
          <a:xfrm>
            <a:off x="4525983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>
            <a:solidFill>
              <a:srgbClr val="8F2445"/>
            </a:solidFill>
            <a:prstDash val="solid"/>
          </a:ln>
        </p:spPr>
      </p:sp>
      <p:sp>
        <p:nvSpPr>
          <p:cNvPr id="101" name="solid-title-band-101"/>
          <p:cNvSpPr/>
          <p:nvPr/>
        </p:nvSpPr>
        <p:spPr>
          <a:xfrm>
            <a:off x="4525983" y="914400"/>
            <a:ext cx="3600697" cy="457200"/>
          </a:xfrm>
          <a:prstGeom prst="rect">
            <a:avLst/>
          </a:prstGeom>
          <a:solidFill>
            <a:srgbClr val="8F2445"/>
          </a:solidFill>
        </p:spPr>
      </p:sp>
      <p:sp>
        <p:nvSpPr>
          <p:cNvPr id="30" name="vector-169">
            <a:extLst>
              <a:ext uri="{FF2B5EF4-FFF2-40B4-BE49-F238E27FC236}">
                <ns2:creationId id="{BF54A6B5-DA57-4D13-8E26-AC224EB2D0FC}"/>
              </a:ext>
            </a:extLst>
          </p:cNvPr>
          <p:cNvSpPr>
            <a:spLocks noGrp="1"/>
          </p:cNvSpPr>
          <p:nvPr/>
        </p:nvSpPr>
        <p:spPr>
          <a:xfrm>
            <a:off x="4667003" y="990600"/>
            <a:ext cx="300842" cy="3048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31" name="icon-tree-170">
            <a:extLst>
              <a:ext uri="{FF2B5EF4-FFF2-40B4-BE49-F238E27FC236}">
                <ns2:creationId id="{23B423B1-5440-4B5A-8842-A33092A4CF1B}"/>
              </a:ext>
            </a:extLst>
          </p:cNvPr>
          <p:cNvSpPr>
            <a:spLocks noGrp="1"/>
          </p:cNvSpPr>
          <p:nvPr/>
        </p:nvSpPr>
        <p:spPr>
          <a:xfrm>
            <a:off x="4715137" y="1005840"/>
            <a:ext cx="207581" cy="188976"/>
          </a:xfrm>
          <a:prstGeom prst="cloud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32" name="text-171">
            <a:extLst>
              <a:ext uri="{FF2B5EF4-FFF2-40B4-BE49-F238E27FC236}">
                <ns2:creationId id="{E3CD4B66-FA4A-41FD-9311-355C7400D4B8}"/>
              </a:ext>
            </a:extLst>
          </p:cNvPr>
          <p:cNvSpPr>
            <a:spLocks noGrp="1"/>
          </p:cNvSpPr>
          <p:nvPr/>
        </p:nvSpPr>
        <p:spPr>
          <a:xfrm>
            <a:off x="5155870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植被调查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33" name="text-172">
            <a:extLst>
              <a:ext uri="{FF2B5EF4-FFF2-40B4-BE49-F238E27FC236}">
                <ns2:creationId id="{B29ACA1F-484D-4A46-9688-942668E27069}"/>
              </a:ext>
            </a:extLst>
          </p:cNvPr>
          <p:cNvSpPr>
            <a:spLocks noGrp="1"/>
          </p:cNvSpPr>
          <p:nvPr/>
        </p:nvSpPr>
        <p:spPr>
          <a:xfrm>
            <a:off x="5306291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盖度 · 高度 · 结构</a:t>
            </a:r>
            <a:endParaRPr/>
          </a:p>
        </p:txBody>
      </p:sp>
      <p:pic>
        <p:nvPicPr>
          <p:cNvPr id="34" name="">
            <a:extLst>
              <a:ext uri="{FF2B5EF4-FFF2-40B4-BE49-F238E27FC236}">
                <ns2:creationId id="{C7823C26-C23D-4A6B-B62F-7325F074EAEF}"/>
              </a:ext>
            </a:extLst>
          </p:cNvPr>
          <p:cNvPicPr>
            <a:picLocks noChangeAspect="1"/>
          </p:cNvPicPr>
          <p:nvPr/>
        </p:nvPicPr>
        <p:blipFill>
          <a:blip r:embed="R4b4819146d1b40d0">
            <a:duotone>
              <a:srgbClr val="8F2445"/>
              <a:srgbClr val="FFFFFF"/>
            </a:duotone>
          </a:blip>
          <a:stretch/>
        </p:blipFill>
        <p:spPr>
          <a:xfrm>
            <a:off x="5745802" y="1657350"/>
            <a:ext cx="944831" cy="638175"/>
          </a:xfrm>
          <a:prstGeom prst="rect">
            <a:avLst/>
          </a:prstGeom>
        </p:spPr>
      </p:pic>
      <p:sp>
        <p:nvSpPr>
          <p:cNvPr id="35" name="shape-173">
            <a:extLst>
              <a:ext uri="{FF2B5EF4-FFF2-40B4-BE49-F238E27FC236}">
                <ns2:creationId id="{4C62072D-8947-449A-9435-4F91FA0A7B80}"/>
              </a:ext>
            </a:extLst>
          </p:cNvPr>
          <p:cNvSpPr>
            <a:spLocks noGrp="1"/>
          </p:cNvSpPr>
          <p:nvPr/>
        </p:nvSpPr>
        <p:spPr>
          <a:xfrm>
            <a:off x="8258299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>
            <a:solidFill>
              <a:srgbClr val="8F2445"/>
            </a:solidFill>
            <a:prstDash val="solid"/>
          </a:ln>
        </p:spPr>
      </p:sp>
      <p:sp>
        <p:nvSpPr>
          <p:cNvPr id="102" name="solid-title-band-102"/>
          <p:cNvSpPr/>
          <p:nvPr/>
        </p:nvSpPr>
        <p:spPr>
          <a:xfrm>
            <a:off x="8258299" y="914400"/>
            <a:ext cx="3600697" cy="457200"/>
          </a:xfrm>
          <a:prstGeom prst="rect">
            <a:avLst/>
          </a:prstGeom>
          <a:solidFill>
            <a:srgbClr val="8F2445"/>
          </a:solidFill>
        </p:spPr>
      </p:sp>
      <p:sp>
        <p:nvSpPr>
          <p:cNvPr id="36" name="vector-174">
            <a:extLst>
              <a:ext uri="{FF2B5EF4-FFF2-40B4-BE49-F238E27FC236}">
                <ns2:creationId id="{A2A707A0-27BE-4311-80E5-E6ED447EC480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37" name="vector-175">
            <a:extLst>
              <a:ext uri="{FF2B5EF4-FFF2-40B4-BE49-F238E27FC236}">
                <ns2:creationId id="{387DF0DF-1FC6-4E7C-B843-9E5B62494D0C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>
            <a:solidFill>
              <a:srgbClr val="8F2445"/>
            </a:solidFill>
            <a:prstDash val="solid"/>
          </a:ln>
        </p:spPr>
      </p:sp>
      <p:sp>
        <p:nvSpPr>
          <p:cNvPr id="38" name="vector-176">
            <a:extLst>
              <a:ext uri="{FF2B5EF4-FFF2-40B4-BE49-F238E27FC236}">
                <ns2:creationId id="{609AB834-B4D9-4CF3-BA3D-1B8BF1AAB487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>
            <a:solidFill>
              <a:srgbClr val="8F2445"/>
            </a:solidFill>
            <a:prstDash val="solid"/>
          </a:ln>
        </p:spPr>
      </p:sp>
      <p:sp>
        <p:nvSpPr>
          <p:cNvPr id="39" name="icon-map-177">
            <a:extLst>
              <a:ext uri="{FF2B5EF4-FFF2-40B4-BE49-F238E27FC236}">
                <ns2:creationId id="{0AFCB6CA-ABD4-42A8-9309-EA81C6697EA2}"/>
              </a:ext>
            </a:extLst>
          </p:cNvPr>
          <p:cNvSpPr>
            <a:spLocks noGrp="1"/>
          </p:cNvSpPr>
          <p:nvPr/>
        </p:nvSpPr>
        <p:spPr>
          <a:xfrm>
            <a:off x="8519655" y="1063752"/>
            <a:ext cx="66185" cy="67056"/>
          </a:xfrm>
          <a:prstGeom prst="ellipse">
            <a:avLst/>
          </a:prstGeom>
          <a:solidFill>
            <a:srgbClr val="8F2445"/>
          </a:solidFill>
          <a:ln w="20002">
            <a:solidFill>
              <a:srgbClr val="8F2445"/>
            </a:solidFill>
            <a:prstDash val="solid"/>
          </a:ln>
        </p:spPr>
      </p:sp>
      <p:sp>
        <p:nvSpPr>
          <p:cNvPr id="40" name="text-178">
            <a:extLst>
              <a:ext uri="{FF2B5EF4-FFF2-40B4-BE49-F238E27FC236}">
                <ns2:creationId id="{99A5B0D7-C8DF-4635-A9F4-9B8E8272A12E}"/>
              </a:ext>
            </a:extLst>
          </p:cNvPr>
          <p:cNvSpPr>
            <a:spLocks noGrp="1"/>
          </p:cNvSpPr>
          <p:nvPr/>
        </p:nvSpPr>
        <p:spPr>
          <a:xfrm>
            <a:off x="8888186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环境变量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41" name="text-179">
            <a:extLst>
              <a:ext uri="{FF2B5EF4-FFF2-40B4-BE49-F238E27FC236}">
                <ns2:creationId id="{0DA61E54-1A04-4C76-84C8-A67F1AA66A0A}"/>
              </a:ext>
            </a:extLst>
          </p:cNvPr>
          <p:cNvSpPr>
            <a:spLocks noGrp="1"/>
          </p:cNvSpPr>
          <p:nvPr/>
        </p:nvSpPr>
        <p:spPr>
          <a:xfrm>
            <a:off x="9038606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地形 · 道路 · 生境</a:t>
            </a:r>
            <a:endParaRPr/>
          </a:p>
        </p:txBody>
      </p:sp>
      <p:sp>
        <p:nvSpPr>
          <p:cNvPr id="42" name="vector-180">
            <a:extLst>
              <a:ext uri="{FF2B5EF4-FFF2-40B4-BE49-F238E27FC236}">
                <ns2:creationId id="{B2638E91-392D-4EDC-BBDD-59CDC9DA2E00}"/>
              </a:ext>
            </a:extLst>
          </p:cNvPr>
          <p:cNvSpPr>
            <a:spLocks noGrp="1"/>
          </p:cNvSpPr>
          <p:nvPr/>
        </p:nvSpPr>
        <p:spPr>
          <a:xfrm>
            <a:off x="9715500" y="1874901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8F2445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43" name="vector-181">
            <a:extLst>
              <a:ext uri="{FF2B5EF4-FFF2-40B4-BE49-F238E27FC236}">
                <ns2:creationId id="{37A14CA7-9CF9-41EE-806A-3596C0D6D5B5}"/>
              </a:ext>
            </a:extLst>
          </p:cNvPr>
          <p:cNvSpPr>
            <a:spLocks noGrp="1"/>
          </p:cNvSpPr>
          <p:nvPr/>
        </p:nvSpPr>
        <p:spPr>
          <a:xfrm>
            <a:off x="9715500" y="1756600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8F2445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44" name="vector-182">
            <a:extLst>
              <a:ext uri="{FF2B5EF4-FFF2-40B4-BE49-F238E27FC236}">
                <ns2:creationId id="{D1F0AA1B-B5B2-4847-9268-508C7D3FE3CA}"/>
              </a:ext>
            </a:extLst>
          </p:cNvPr>
          <p:cNvSpPr>
            <a:spLocks noGrp="1"/>
          </p:cNvSpPr>
          <p:nvPr/>
        </p:nvSpPr>
        <p:spPr>
          <a:xfrm>
            <a:off x="9715500" y="1638300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8F2445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45" name="node-183">
            <a:extLst>
              <a:ext uri="{FF2B5EF4-FFF2-40B4-BE49-F238E27FC236}">
                <ns2:creationId id="{3C3781CA-F167-4EF1-8C5D-6EBEA0A8EC59}"/>
              </a:ext>
            </a:extLst>
          </p:cNvPr>
          <p:cNvSpPr>
            <a:spLocks noGrp="1"/>
          </p:cNvSpPr>
          <p:nvPr/>
        </p:nvSpPr>
        <p:spPr>
          <a:xfrm>
            <a:off x="812470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8F2445"/>
          </a:solidFill>
          <a:ln w="14288">
            <a:solidFill>
              <a:srgbClr val="8F2445"/>
            </a:solidFill>
            <a:prstDash val="solid"/>
          </a:ln>
        </p:spPr>
      </p:sp>
      <p:sp>
        <p:nvSpPr>
          <p:cNvPr id="46" name="icon-database-184">
            <a:extLst>
              <a:ext uri="{FF2B5EF4-FFF2-40B4-BE49-F238E27FC236}">
                <ns2:creationId id="{B3C5A90F-D102-4E36-A08B-745B9FE745B3}"/>
              </a:ext>
            </a:extLst>
          </p:cNvPr>
          <p:cNvSpPr>
            <a:spLocks noGrp="1"/>
          </p:cNvSpPr>
          <p:nvPr/>
        </p:nvSpPr>
        <p:spPr>
          <a:xfrm>
            <a:off x="992975" y="2843689"/>
            <a:ext cx="287680" cy="270034"/>
          </a:xfrm>
          <a:prstGeom prst="can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47" name="vector-185">
            <a:extLst>
              <a:ext uri="{FF2B5EF4-FFF2-40B4-BE49-F238E27FC236}">
                <ns2:creationId id="{28768779-0BDF-4FF1-B025-77E00D196D3E}"/>
              </a:ext>
            </a:extLst>
          </p:cNvPr>
          <p:cNvSpPr>
            <a:spLocks noGrp="1"/>
          </p:cNvSpPr>
          <p:nvPr/>
        </p:nvSpPr>
        <p:spPr>
          <a:xfrm>
            <a:off x="925286" y="2762250"/>
            <a:ext cx="423058" cy="428625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20002">
            <a:solidFill>
              <a:srgbClr val="8F2445"/>
            </a:solidFill>
            <a:prstDash val="solid"/>
          </a:ln>
        </p:spPr>
      </p:sp>
      <p:sp>
        <p:nvSpPr>
          <p:cNvPr id="48" name="vector-186">
            <a:extLst>
              <a:ext uri="{FF2B5EF4-FFF2-40B4-BE49-F238E27FC236}">
                <ns2:creationId id="{C21713C9-F070-4E12-9DD2-513502169E58}"/>
              </a:ext>
            </a:extLst>
          </p:cNvPr>
          <p:cNvSpPr>
            <a:spLocks noGrp="1"/>
          </p:cNvSpPr>
          <p:nvPr/>
        </p:nvSpPr>
        <p:spPr>
          <a:xfrm>
            <a:off x="925286" y="2762250"/>
            <a:ext cx="423058" cy="428625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20002">
            <a:solidFill>
              <a:srgbClr val="8F2445"/>
            </a:solidFill>
            <a:prstDash val="solid"/>
          </a:ln>
        </p:spPr>
      </p:sp>
      <p:sp>
        <p:nvSpPr>
          <p:cNvPr id="49" name="text-187">
            <a:extLst>
              <a:ext uri="{FF2B5EF4-FFF2-40B4-BE49-F238E27FC236}">
                <ns2:creationId id="{8A7C70BC-FA6A-44B7-B14C-4CB41DB628C4}"/>
              </a:ext>
            </a:extLst>
          </p:cNvPr>
          <p:cNvSpPr>
            <a:spLocks noGrp="1"/>
          </p:cNvSpPr>
          <p:nvPr/>
        </p:nvSpPr>
        <p:spPr>
          <a:xfrm>
            <a:off x="1451758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数据核对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50" name="node-188">
            <a:extLst>
              <a:ext uri="{FF2B5EF4-FFF2-40B4-BE49-F238E27FC236}">
                <ns2:creationId id="{B44CB072-67BD-4ABF-A9F5-F77D4CF1B3B9}"/>
              </a:ext>
            </a:extLst>
          </p:cNvPr>
          <p:cNvSpPr>
            <a:spLocks noGrp="1"/>
          </p:cNvSpPr>
          <p:nvPr/>
        </p:nvSpPr>
        <p:spPr>
          <a:xfrm>
            <a:off x="3595255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8F2445"/>
          </a:solidFill>
          <a:ln w="14288">
            <a:solidFill>
              <a:srgbClr val="8F2445"/>
            </a:solidFill>
            <a:prstDash val="solid"/>
          </a:ln>
        </p:spPr>
      </p:sp>
      <p:sp>
        <p:nvSpPr>
          <p:cNvPr id="51" name="icon-calendar-189">
            <a:extLst>
              <a:ext uri="{FF2B5EF4-FFF2-40B4-BE49-F238E27FC236}">
                <ns2:creationId id="{79ED856C-8695-42B1-902F-0FA1D5652AB8}"/>
              </a:ext>
            </a:extLst>
          </p:cNvPr>
          <p:cNvSpPr>
            <a:spLocks noGrp="1"/>
          </p:cNvSpPr>
          <p:nvPr/>
        </p:nvSpPr>
        <p:spPr>
          <a:xfrm>
            <a:off x="3763067" y="2843689"/>
            <a:ext cx="313064" cy="300038"/>
          </a:xfrm>
          <a:prstGeom prst="roundRect">
            <a:avLst>
              <a:gd name="adj" fmla="val 25397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52" name="vector-190">
            <a:extLst>
              <a:ext uri="{FF2B5EF4-FFF2-40B4-BE49-F238E27FC236}">
                <ns2:creationId id="{D4FA6CBC-79CA-4992-9536-CD64CC4F5467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123825" y="361950"/>
                </a:moveTo>
                <a:lnTo>
                  <a:pt x="828675" y="361950"/>
                </a:lnTo>
              </a:path>
            </a:pathLst>
          </a:custGeom>
          <a:noFill/>
          <a:ln w="20002">
            <a:solidFill>
              <a:srgbClr val="8F2445"/>
            </a:solidFill>
            <a:prstDash val="solid"/>
          </a:ln>
        </p:spPr>
      </p:sp>
      <p:sp>
        <p:nvSpPr>
          <p:cNvPr id="53" name="vector-191">
            <a:extLst>
              <a:ext uri="{FF2B5EF4-FFF2-40B4-BE49-F238E27FC236}">
                <ns2:creationId id="{B19E6ADE-9747-44D9-9650-E62B3960737E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295275" y="66675"/>
                </a:moveTo>
                <a:lnTo>
                  <a:pt x="295275" y="2667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54" name="vector-192">
            <a:extLst>
              <a:ext uri="{FF2B5EF4-FFF2-40B4-BE49-F238E27FC236}">
                <ns2:creationId id="{0CD031E4-E3CB-460E-A526-8D482673B4B5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647700" y="66675"/>
                </a:moveTo>
                <a:lnTo>
                  <a:pt x="647700" y="2667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55" name="icon-calendar-193">
            <a:extLst>
              <a:ext uri="{FF2B5EF4-FFF2-40B4-BE49-F238E27FC236}">
                <ns2:creationId id="{97377C2D-8D3E-42D4-A08E-76ACF9E2576E}"/>
              </a:ext>
            </a:extLst>
          </p:cNvPr>
          <p:cNvSpPr>
            <a:spLocks noGrp="1"/>
          </p:cNvSpPr>
          <p:nvPr/>
        </p:nvSpPr>
        <p:spPr>
          <a:xfrm>
            <a:off x="3813834" y="2972276"/>
            <a:ext cx="38075" cy="38576"/>
          </a:xfrm>
          <a:prstGeom prst="rect">
            <a:avLst/>
          </a:prstGeom>
          <a:solidFill>
            <a:srgbClr val="8F2445"/>
          </a:solidFill>
          <a:ln w="20002">
            <a:solidFill>
              <a:srgbClr val="8F2445"/>
            </a:solidFill>
            <a:prstDash val="solid"/>
          </a:ln>
        </p:spPr>
      </p:sp>
      <p:sp>
        <p:nvSpPr>
          <p:cNvPr id="56" name="icon-calendar-194">
            <a:extLst>
              <a:ext uri="{FF2B5EF4-FFF2-40B4-BE49-F238E27FC236}">
                <ns2:creationId id="{CE36A950-2254-4411-8AB1-87F80540B08E}"/>
              </a:ext>
            </a:extLst>
          </p:cNvPr>
          <p:cNvSpPr>
            <a:spLocks noGrp="1"/>
          </p:cNvSpPr>
          <p:nvPr/>
        </p:nvSpPr>
        <p:spPr>
          <a:xfrm>
            <a:off x="3813834" y="3062288"/>
            <a:ext cx="38075" cy="38576"/>
          </a:xfrm>
          <a:prstGeom prst="rect">
            <a:avLst/>
          </a:prstGeom>
          <a:solidFill>
            <a:srgbClr val="8F2445"/>
          </a:solidFill>
          <a:ln w="20002">
            <a:solidFill>
              <a:srgbClr val="8F2445"/>
            </a:solidFill>
            <a:prstDash val="solid"/>
          </a:ln>
        </p:spPr>
      </p:sp>
      <p:sp>
        <p:nvSpPr>
          <p:cNvPr id="57" name="icon-calendar-195">
            <a:extLst>
              <a:ext uri="{FF2B5EF4-FFF2-40B4-BE49-F238E27FC236}">
                <ns2:creationId id="{61C5090B-3FA6-4ADD-91C6-6A850768ED05}"/>
              </a:ext>
            </a:extLst>
          </p:cNvPr>
          <p:cNvSpPr>
            <a:spLocks noGrp="1"/>
          </p:cNvSpPr>
          <p:nvPr/>
        </p:nvSpPr>
        <p:spPr>
          <a:xfrm>
            <a:off x="3902678" y="2972276"/>
            <a:ext cx="38075" cy="38576"/>
          </a:xfrm>
          <a:prstGeom prst="rect">
            <a:avLst/>
          </a:prstGeom>
          <a:solidFill>
            <a:srgbClr val="8F2445"/>
          </a:solidFill>
          <a:ln w="20002">
            <a:solidFill>
              <a:srgbClr val="8F2445"/>
            </a:solidFill>
            <a:prstDash val="solid"/>
          </a:ln>
        </p:spPr>
      </p:sp>
      <p:sp>
        <p:nvSpPr>
          <p:cNvPr id="58" name="icon-calendar-196">
            <a:extLst>
              <a:ext uri="{FF2B5EF4-FFF2-40B4-BE49-F238E27FC236}">
                <ns2:creationId id="{66C23FCB-84E4-4E15-8AFB-33983645D286}"/>
              </a:ext>
            </a:extLst>
          </p:cNvPr>
          <p:cNvSpPr>
            <a:spLocks noGrp="1"/>
          </p:cNvSpPr>
          <p:nvPr/>
        </p:nvSpPr>
        <p:spPr>
          <a:xfrm>
            <a:off x="3902678" y="3062288"/>
            <a:ext cx="38075" cy="38576"/>
          </a:xfrm>
          <a:prstGeom prst="rect">
            <a:avLst/>
          </a:prstGeom>
          <a:solidFill>
            <a:srgbClr val="8F2445"/>
          </a:solidFill>
          <a:ln w="20002">
            <a:solidFill>
              <a:srgbClr val="8F2445"/>
            </a:solidFill>
            <a:prstDash val="solid"/>
          </a:ln>
        </p:spPr>
      </p:sp>
      <p:sp>
        <p:nvSpPr>
          <p:cNvPr id="59" name="icon-calendar-197">
            <a:extLst>
              <a:ext uri="{FF2B5EF4-FFF2-40B4-BE49-F238E27FC236}">
                <ns2:creationId id="{B1A7F0DD-9FD8-4DDB-92BA-97E189D4171B}"/>
              </a:ext>
            </a:extLst>
          </p:cNvPr>
          <p:cNvSpPr>
            <a:spLocks noGrp="1"/>
          </p:cNvSpPr>
          <p:nvPr/>
        </p:nvSpPr>
        <p:spPr>
          <a:xfrm>
            <a:off x="3991520" y="2972276"/>
            <a:ext cx="38075" cy="38576"/>
          </a:xfrm>
          <a:prstGeom prst="rect">
            <a:avLst/>
          </a:prstGeom>
          <a:solidFill>
            <a:srgbClr val="8F2445"/>
          </a:solidFill>
          <a:ln w="20002">
            <a:solidFill>
              <a:srgbClr val="8F2445"/>
            </a:solidFill>
            <a:prstDash val="solid"/>
          </a:ln>
        </p:spPr>
      </p:sp>
      <p:sp>
        <p:nvSpPr>
          <p:cNvPr id="60" name="icon-calendar-198">
            <a:extLst>
              <a:ext uri="{FF2B5EF4-FFF2-40B4-BE49-F238E27FC236}">
                <ns2:creationId id="{32AD25F0-1E0F-4C2F-86E0-C8BB4A7C015B}"/>
              </a:ext>
            </a:extLst>
          </p:cNvPr>
          <p:cNvSpPr>
            <a:spLocks noGrp="1"/>
          </p:cNvSpPr>
          <p:nvPr/>
        </p:nvSpPr>
        <p:spPr>
          <a:xfrm>
            <a:off x="3991520" y="3062288"/>
            <a:ext cx="38075" cy="38576"/>
          </a:xfrm>
          <a:prstGeom prst="rect">
            <a:avLst/>
          </a:prstGeom>
          <a:solidFill>
            <a:srgbClr val="8F2445"/>
          </a:solidFill>
          <a:ln w="20002">
            <a:solidFill>
              <a:srgbClr val="8F2445"/>
            </a:solidFill>
            <a:prstDash val="solid"/>
          </a:ln>
        </p:spPr>
      </p:sp>
      <p:sp>
        <p:nvSpPr>
          <p:cNvPr id="61" name="text-199">
            <a:extLst>
              <a:ext uri="{FF2B5EF4-FFF2-40B4-BE49-F238E27FC236}">
                <ns2:creationId id="{6D2372C8-CC1F-47BA-B81E-41998C75594D}"/>
              </a:ext>
            </a:extLst>
          </p:cNvPr>
          <p:cNvSpPr>
            <a:spLocks noGrp="1"/>
          </p:cNvSpPr>
          <p:nvPr/>
        </p:nvSpPr>
        <p:spPr>
          <a:xfrm>
            <a:off x="4234543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统一时间窗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2" name="node-200">
            <a:extLst>
              <a:ext uri="{FF2B5EF4-FFF2-40B4-BE49-F238E27FC236}">
                <ns2:creationId id="{9D3A58A1-5722-4F33-B36F-8E5AB83013BC}"/>
              </a:ext>
            </a:extLst>
          </p:cNvPr>
          <p:cNvSpPr>
            <a:spLocks noGrp="1"/>
          </p:cNvSpPr>
          <p:nvPr/>
        </p:nvSpPr>
        <p:spPr>
          <a:xfrm>
            <a:off x="6378039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8F2445"/>
          </a:solidFill>
          <a:ln w="14288">
            <a:solidFill>
              <a:srgbClr val="8F2445"/>
            </a:solidFill>
            <a:prstDash val="solid"/>
          </a:ln>
        </p:spPr>
      </p:sp>
      <p:sp>
        <p:nvSpPr>
          <p:cNvPr id="63" name="vector-201">
            <a:extLst>
              <a:ext uri="{FF2B5EF4-FFF2-40B4-BE49-F238E27FC236}">
                <ns2:creationId id="{1086275B-A5A3-4DD2-9B65-5E3CE612859D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4" name="vector-202">
            <a:extLst>
              <a:ext uri="{FF2B5EF4-FFF2-40B4-BE49-F238E27FC236}">
                <ns2:creationId id="{6CAFA5A1-C0CF-47D0-A1DB-C23A9FEAB7C0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5" name="vector-203">
            <a:extLst>
              <a:ext uri="{FF2B5EF4-FFF2-40B4-BE49-F238E27FC236}">
                <ns2:creationId id="{6026837B-BF7B-4E8E-A185-E8A97D55F451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6" name="vector-204">
            <a:extLst>
              <a:ext uri="{FF2B5EF4-FFF2-40B4-BE49-F238E27FC236}">
                <ns2:creationId id="{E5D7AC89-205F-45A1-A669-0CE98D8DE746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7" name="vector-205">
            <a:extLst>
              <a:ext uri="{FF2B5EF4-FFF2-40B4-BE49-F238E27FC236}">
                <ns2:creationId id="{E2BA1BE9-5F93-4B98-95A9-CF7475EECE27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8" name="vector-206">
            <a:extLst>
              <a:ext uri="{FF2B5EF4-FFF2-40B4-BE49-F238E27FC236}">
                <ns2:creationId id="{92203271-BE32-4543-B339-A8B209B8118B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9" name="vector-207">
            <a:extLst>
              <a:ext uri="{FF2B5EF4-FFF2-40B4-BE49-F238E27FC236}">
                <ns2:creationId id="{0EBFD68F-507A-4FE7-B952-A9FEC727D95F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70" name="icon-network-208">
            <a:extLst>
              <a:ext uri="{FF2B5EF4-FFF2-40B4-BE49-F238E27FC236}">
                <ns2:creationId id="{2E0E7E98-426C-4E61-A75C-D0EC2B4FE9B1}"/>
              </a:ext>
            </a:extLst>
          </p:cNvPr>
          <p:cNvSpPr>
            <a:spLocks noGrp="1"/>
          </p:cNvSpPr>
          <p:nvPr/>
        </p:nvSpPr>
        <p:spPr>
          <a:xfrm>
            <a:off x="6516239" y="2890838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1" name="icon-network-209">
            <a:extLst>
              <a:ext uri="{FF2B5EF4-FFF2-40B4-BE49-F238E27FC236}">
                <ns2:creationId id="{9F6593BE-B5F3-4EA3-A72D-6855F43F64DF}"/>
              </a:ext>
            </a:extLst>
          </p:cNvPr>
          <p:cNvSpPr>
            <a:spLocks noGrp="1"/>
          </p:cNvSpPr>
          <p:nvPr/>
        </p:nvSpPr>
        <p:spPr>
          <a:xfrm>
            <a:off x="6651617" y="2783681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2" name="icon-network-210">
            <a:extLst>
              <a:ext uri="{FF2B5EF4-FFF2-40B4-BE49-F238E27FC236}">
                <ns2:creationId id="{CCAACBE8-2513-4619-91AF-A6283758E21F}"/>
              </a:ext>
            </a:extLst>
          </p:cNvPr>
          <p:cNvSpPr>
            <a:spLocks noGrp="1"/>
          </p:cNvSpPr>
          <p:nvPr/>
        </p:nvSpPr>
        <p:spPr>
          <a:xfrm>
            <a:off x="6816609" y="2860834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3" name="icon-network-211">
            <a:extLst>
              <a:ext uri="{FF2B5EF4-FFF2-40B4-BE49-F238E27FC236}">
                <ns2:creationId id="{127B162F-E53F-4E06-8648-4F628FAE6E52}"/>
              </a:ext>
            </a:extLst>
          </p:cNvPr>
          <p:cNvSpPr>
            <a:spLocks noGrp="1"/>
          </p:cNvSpPr>
          <p:nvPr/>
        </p:nvSpPr>
        <p:spPr>
          <a:xfrm>
            <a:off x="6753151" y="3088005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4" name="icon-network-212">
            <a:extLst>
              <a:ext uri="{FF2B5EF4-FFF2-40B4-BE49-F238E27FC236}">
                <ns2:creationId id="{5FD47032-5DDC-4BD9-B239-06AEBFA7270C}"/>
              </a:ext>
            </a:extLst>
          </p:cNvPr>
          <p:cNvSpPr>
            <a:spLocks noGrp="1"/>
          </p:cNvSpPr>
          <p:nvPr/>
        </p:nvSpPr>
        <p:spPr>
          <a:xfrm>
            <a:off x="6562774" y="3083719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5" name="text-213">
            <a:extLst>
              <a:ext uri="{FF2B5EF4-FFF2-40B4-BE49-F238E27FC236}">
                <ns2:creationId id="{35B47CD3-1E12-45B3-956B-A2C8398B2A8A}"/>
              </a:ext>
            </a:extLst>
          </p:cNvPr>
          <p:cNvSpPr>
            <a:spLocks noGrp="1"/>
          </p:cNvSpPr>
          <p:nvPr/>
        </p:nvSpPr>
        <p:spPr>
          <a:xfrm>
            <a:off x="7017327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候选模型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76" name="node-214">
            <a:extLst>
              <a:ext uri="{FF2B5EF4-FFF2-40B4-BE49-F238E27FC236}">
                <ns2:creationId id="{7B1DED00-78B5-4303-A44A-D1AFB1AB6CAE}"/>
              </a:ext>
            </a:extLst>
          </p:cNvPr>
          <p:cNvSpPr>
            <a:spLocks noGrp="1"/>
          </p:cNvSpPr>
          <p:nvPr/>
        </p:nvSpPr>
        <p:spPr>
          <a:xfrm>
            <a:off x="9160823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8F2445"/>
          </a:solidFill>
          <a:ln w="14288">
            <a:solidFill>
              <a:srgbClr val="8F2445"/>
            </a:solidFill>
            <a:prstDash val="solid"/>
          </a:ln>
        </p:spPr>
      </p:sp>
      <p:sp>
        <p:nvSpPr>
          <p:cNvPr id="77" name="icon-check-215">
            <a:extLst>
              <a:ext uri="{FF2B5EF4-FFF2-40B4-BE49-F238E27FC236}">
                <ns2:creationId id="{A9C806C0-D3C4-4370-BE0C-039F362C2C4C}"/>
              </a:ext>
            </a:extLst>
          </p:cNvPr>
          <p:cNvSpPr>
            <a:spLocks noGrp="1"/>
          </p:cNvSpPr>
          <p:nvPr/>
        </p:nvSpPr>
        <p:spPr>
          <a:xfrm>
            <a:off x="9315945" y="2805113"/>
            <a:ext cx="338447" cy="342900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8" name="vector-216">
            <a:extLst>
              <a:ext uri="{FF2B5EF4-FFF2-40B4-BE49-F238E27FC236}">
                <ns2:creationId id="{23A688B3-03CE-4BE3-AB77-D2C0854E22D2}"/>
              </a:ext>
            </a:extLst>
          </p:cNvPr>
          <p:cNvSpPr>
            <a:spLocks noGrp="1"/>
          </p:cNvSpPr>
          <p:nvPr/>
        </p:nvSpPr>
        <p:spPr>
          <a:xfrm>
            <a:off x="9273639" y="2762250"/>
            <a:ext cx="423058" cy="42862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20002">
            <a:solidFill>
              <a:srgbClr val="8F2445"/>
            </a:solidFill>
            <a:prstDash val="solid"/>
          </a:ln>
        </p:spPr>
      </p:sp>
      <p:sp>
        <p:nvSpPr>
          <p:cNvPr id="79" name="vector-217">
            <a:extLst>
              <a:ext uri="{FF2B5EF4-FFF2-40B4-BE49-F238E27FC236}">
                <ns2:creationId id="{2B5C3C5B-6B0C-4592-AD92-A4413671789A}"/>
              </a:ext>
            </a:extLst>
          </p:cNvPr>
          <p:cNvSpPr>
            <a:spLocks noGrp="1"/>
          </p:cNvSpPr>
          <p:nvPr/>
        </p:nvSpPr>
        <p:spPr>
          <a:xfrm>
            <a:off x="9273639" y="2762250"/>
            <a:ext cx="423058" cy="42862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20002">
            <a:solidFill>
              <a:srgbClr val="8F2445"/>
            </a:solidFill>
            <a:prstDash val="solid"/>
          </a:ln>
        </p:spPr>
      </p:sp>
      <p:sp>
        <p:nvSpPr>
          <p:cNvPr id="80" name="text-218">
            <a:extLst>
              <a:ext uri="{FF2B5EF4-FFF2-40B4-BE49-F238E27FC236}">
                <ns2:creationId id="{F56B3D0E-F184-47BD-8BB6-3308BDF78B5F}"/>
              </a:ext>
            </a:extLst>
          </p:cNvPr>
          <p:cNvSpPr>
            <a:spLocks noGrp="1"/>
          </p:cNvSpPr>
          <p:nvPr/>
        </p:nvSpPr>
        <p:spPr>
          <a:xfrm>
            <a:off x="9800112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诊断与验证</a:t>
            </a:r>
            <a:endParaRPr>
              <a:solidFill>
                <a:srgbClr val="FFFFFF"/>
              </a:solidFill>
            </a:endParaRPr>
          </a:p>
        </p:txBody>
      </p:sp>
      <p:cxnSp>
        <p:nvCxnSpPr>
          <p:cNvPr id="81" name="">
            <a:extLst>
              <a:ext uri="{FF2B5EF4-FFF2-40B4-BE49-F238E27FC236}">
                <ns2:creationId id="{7CC0558E-564C-427F-994D-72A8BB7A3658}"/>
              </a:ext>
            </a:extLst>
          </p:cNvPr>
          <p:cNvCxnSpPr>
            <a:stCxn id="45" idx="3"/>
            <a:endCxn id="50" idx="1"/>
          </p:cNvCxnSpPr>
          <p:nvPr/>
        </p:nvCxnSpPr>
        <p:spPr>
          <a:xfrm>
            <a:off x="3350821" y="2981325"/>
            <a:ext cx="244434" cy="0"/>
          </a:xfrm>
          <a:prstGeom prst="straightConnector1">
            <a:avLst/>
          </a:prstGeom>
          <a:ln w="24765">
            <a:solidFill>
              <a:srgbClr val="8F2445"/>
            </a:solidFill>
            <a:prstDash val="solid"/>
            <a:tailEnd type="triangle" w="med" len="med"/>
          </a:ln>
        </p:spPr>
      </p:cxnSp>
      <p:cxnSp>
        <p:nvCxnSpPr>
          <p:cNvPr id="82" name="">
            <a:extLst>
              <a:ext uri="{FF2B5EF4-FFF2-40B4-BE49-F238E27FC236}">
                <ns2:creationId id="{11C87C13-9B1D-4B8E-BB39-D40613A29D6D}"/>
              </a:ext>
            </a:extLst>
          </p:cNvPr>
          <p:cNvCxnSpPr>
            <a:stCxn id="50" idx="3"/>
            <a:endCxn id="62" idx="1"/>
          </p:cNvCxnSpPr>
          <p:nvPr/>
        </p:nvCxnSpPr>
        <p:spPr>
          <a:xfrm>
            <a:off x="6133605" y="2981325"/>
            <a:ext cx="244434" cy="0"/>
          </a:xfrm>
          <a:prstGeom prst="straightConnector1">
            <a:avLst/>
          </a:prstGeom>
          <a:ln w="24765">
            <a:solidFill>
              <a:srgbClr val="8F2445"/>
            </a:solidFill>
            <a:prstDash val="solid"/>
            <a:tailEnd type="triangle" w="med" len="med"/>
          </a:ln>
        </p:spPr>
      </p:cxnSp>
      <p:cxnSp>
        <p:nvCxnSpPr>
          <p:cNvPr id="83" name="">
            <a:extLst>
              <a:ext uri="{FF2B5EF4-FFF2-40B4-BE49-F238E27FC236}">
                <ns2:creationId id="{53852DB2-DDDD-4527-8C73-8B84DE1B85DE}"/>
              </a:ext>
            </a:extLst>
          </p:cNvPr>
          <p:cNvCxnSpPr>
            <a:stCxn id="62" idx="3"/>
            <a:endCxn id="76" idx="1"/>
          </p:cNvCxnSpPr>
          <p:nvPr/>
        </p:nvCxnSpPr>
        <p:spPr>
          <a:xfrm>
            <a:off x="8916390" y="2981325"/>
            <a:ext cx="244434" cy="0"/>
          </a:xfrm>
          <a:prstGeom prst="straightConnector1">
            <a:avLst/>
          </a:prstGeom>
          <a:ln w="24765">
            <a:solidFill>
              <a:srgbClr val="8F2445"/>
            </a:solidFill>
            <a:prstDash val="solid"/>
            <a:tailEnd type="triangle" w="med" len="med"/>
          </a:ln>
        </p:spPr>
      </p:cxnSp>
      <p:sp>
        <p:nvSpPr>
          <p:cNvPr id="84" name="text-219">
            <a:extLst>
              <a:ext uri="{FF2B5EF4-FFF2-40B4-BE49-F238E27FC236}">
                <ns2:creationId id="{CA7B2E47-498A-4D1B-856D-53F22ECBF934}"/>
              </a:ext>
            </a:extLst>
          </p:cNvPr>
          <p:cNvSpPr>
            <a:spLocks noGrp="1"/>
          </p:cNvSpPr>
          <p:nvPr/>
        </p:nvSpPr>
        <p:spPr>
          <a:xfrm>
            <a:off x="3463636" y="3457575"/>
            <a:ext cx="5922818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rPr>
              <a:t>异常回查：回到</a:t>
            </a:r>
            <a:r>
              <a:rPr sz="1875" b="1">
                <a:latin typeface="Noto Sans CJK SC"/>
                <a:ea typeface="Noto Sans CJK SC"/>
                <a:cs typeface="Noto Sans CJK SC"/>
                <a:solidFill>
                  <a:srgbClr val="AB7210"/>
                </a:solidFill>
              </a:rPr>
              <a:t>原始记录</a:t>
            </a:r>
            <a:r>
              <a:rPr sz="1875" b="1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rPr>
              <a:t>与采样过程</a:t>
            </a:r>
            <a:endParaRPr/>
          </a:p>
        </p:txBody>
      </p:sp>
      <p:sp>
        <p:nvSpPr>
          <p:cNvPr id="103" name="solid-title-band-103"/>
          <p:cNvSpPr/>
          <p:nvPr/>
        </p:nvSpPr>
        <p:spPr>
          <a:xfrm>
            <a:off x="793668" y="3924300"/>
            <a:ext cx="5396345" cy="361950"/>
          </a:xfrm>
          <a:prstGeom prst="rect">
            <a:avLst/>
          </a:prstGeom>
          <a:solidFill>
            <a:srgbClr val="8F2445"/>
          </a:solidFill>
        </p:spPr>
      </p:sp>
      <p:sp>
        <p:nvSpPr>
          <p:cNvPr id="85" name="text-220">
            <a:extLst>
              <a:ext uri="{FF2B5EF4-FFF2-40B4-BE49-F238E27FC236}">
                <ns2:creationId id="{8FB9864F-7BB8-439F-8D9E-15BEDE6A5CFD}"/>
              </a:ext>
            </a:extLst>
          </p:cNvPr>
          <p:cNvSpPr>
            <a:spLocks noGrp="1"/>
          </p:cNvSpPr>
          <p:nvPr/>
        </p:nvSpPr>
        <p:spPr>
          <a:xfrm>
            <a:off x="925286" y="3962400"/>
            <a:ext cx="513310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观测记录的季节变化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86" name="Chart">
            <a:extLst>
              <a:ext uri="{FF2B5EF4-FFF2-40B4-BE49-F238E27FC236}">
                <ns2:creationId id="{24D0E085-D9FA-4884-A9E8-7418BA4C6EF0}"/>
              </a:ext>
            </a:extLst>
          </p:cNvPr>
          <p:cNvGraphicFramePr/>
          <p:nvPr/>
        </p:nvGraphicFramePr>
        <p:xfrm>
          <a:off x="812470" y="4324350"/>
          <a:ext cx="5396345" cy="1781175"/>
        </p:xfrm>
        <a:graphic>
          <a:graphicData uri="http://schemas.openxmlformats.org/drawingml/2006/chart">
            <c:chart r:id="Rd2fd00bda74e4d93"/>
          </a:graphicData>
        </a:graphic>
      </p:graphicFrame>
      <p:sp>
        <p:nvSpPr>
          <p:cNvPr id="87" name="line-221">
            <a:extLst>
              <a:ext uri="{FF2B5EF4-FFF2-40B4-BE49-F238E27FC236}">
                <ns2:creationId id="{E1D94CFE-4A43-4873-AC65-6ACA67D9CA00}"/>
              </a:ext>
            </a:extLst>
          </p:cNvPr>
          <p:cNvSpPr>
            <a:spLocks noGrp="1"/>
          </p:cNvSpPr>
          <p:nvPr/>
        </p:nvSpPr>
        <p:spPr>
          <a:xfrm>
            <a:off x="5080660" y="4524375"/>
            <a:ext cx="206829" cy="95"/>
          </a:xfrm>
          <a:prstGeom prst="line">
            <a:avLst/>
          </a:prstGeom>
          <a:noFill/>
          <a:ln w="19050">
            <a:solidFill>
              <a:srgbClr val="8F2445"/>
            </a:solidFill>
            <a:prstDash val="solid"/>
          </a:ln>
        </p:spPr>
      </p:sp>
      <p:sp>
        <p:nvSpPr>
          <p:cNvPr id="88" name="text-222">
            <a:extLst>
              <a:ext uri="{FF2B5EF4-FFF2-40B4-BE49-F238E27FC236}">
                <ns2:creationId id="{23795127-6D4E-461E-8FBA-0780024DB756}"/>
              </a:ext>
            </a:extLst>
          </p:cNvPr>
          <p:cNvSpPr>
            <a:spLocks noGrp="1"/>
          </p:cNvSpPr>
          <p:nvPr/>
        </p:nvSpPr>
        <p:spPr>
          <a:xfrm>
            <a:off x="5353297" y="443865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rPr>
              <a:t>物种甲</a:t>
            </a:r>
            <a:endParaRPr/>
          </a:p>
        </p:txBody>
      </p:sp>
      <p:sp>
        <p:nvSpPr>
          <p:cNvPr id="89" name="line-223">
            <a:extLst>
              <a:ext uri="{FF2B5EF4-FFF2-40B4-BE49-F238E27FC236}">
                <ns2:creationId id="{0299A293-19F9-4246-9637-EC5E76A48BF3}"/>
              </a:ext>
            </a:extLst>
          </p:cNvPr>
          <p:cNvSpPr>
            <a:spLocks noGrp="1"/>
          </p:cNvSpPr>
          <p:nvPr/>
        </p:nvSpPr>
        <p:spPr>
          <a:xfrm>
            <a:off x="5080660" y="4752975"/>
            <a:ext cx="206829" cy="95"/>
          </a:xfrm>
          <a:prstGeom prst="line">
            <a:avLst/>
          </a:prstGeom>
          <a:noFill/>
          <a:ln w="19050">
            <a:solidFill>
              <a:srgbClr val="AB7210"/>
            </a:solidFill>
            <a:prstDash val="solid"/>
          </a:ln>
        </p:spPr>
      </p:sp>
      <p:sp>
        <p:nvSpPr>
          <p:cNvPr id="90" name="text-224">
            <a:extLst>
              <a:ext uri="{FF2B5EF4-FFF2-40B4-BE49-F238E27FC236}">
                <ns2:creationId id="{F53E793A-59EE-438C-84D6-EF26EF0EB952}"/>
              </a:ext>
            </a:extLst>
          </p:cNvPr>
          <p:cNvSpPr>
            <a:spLocks noGrp="1"/>
          </p:cNvSpPr>
          <p:nvPr/>
        </p:nvSpPr>
        <p:spPr>
          <a:xfrm>
            <a:off x="5353297" y="466725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rPr>
              <a:t>物种乙</a:t>
            </a:r>
            <a:endParaRPr/>
          </a:p>
        </p:txBody>
      </p:sp>
      <p:sp>
        <p:nvSpPr>
          <p:cNvPr id="91" name="text-225">
            <a:extLst>
              <a:ext uri="{FF2B5EF4-FFF2-40B4-BE49-F238E27FC236}">
                <ns2:creationId id="{3A779918-D902-4032-83B4-DB9CF94FA4CC}"/>
              </a:ext>
            </a:extLst>
          </p:cNvPr>
          <p:cNvSpPr>
            <a:spLocks noGrp="1"/>
          </p:cNvSpPr>
          <p:nvPr/>
        </p:nvSpPr>
        <p:spPr>
          <a:xfrm>
            <a:off x="2539301" y="5915025"/>
            <a:ext cx="269817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104" name="solid-title-band-104"/>
          <p:cNvSpPr/>
          <p:nvPr/>
        </p:nvSpPr>
        <p:spPr>
          <a:xfrm>
            <a:off x="6396842" y="3924300"/>
            <a:ext cx="5396345" cy="361950"/>
          </a:xfrm>
          <a:prstGeom prst="rect">
            <a:avLst/>
          </a:prstGeom>
          <a:solidFill>
            <a:srgbClr val="8F2445"/>
          </a:solidFill>
        </p:spPr>
      </p:sp>
      <p:sp>
        <p:nvSpPr>
          <p:cNvPr id="92" name="text-226">
            <a:extLst>
              <a:ext uri="{FF2B5EF4-FFF2-40B4-BE49-F238E27FC236}">
                <ns2:creationId id="{4444D133-9447-4F68-8FF5-3206A34D206A}"/>
              </a:ext>
            </a:extLst>
          </p:cNvPr>
          <p:cNvSpPr>
            <a:spLocks noGrp="1"/>
          </p:cNvSpPr>
          <p:nvPr/>
        </p:nvSpPr>
        <p:spPr>
          <a:xfrm>
            <a:off x="6528460" y="3962400"/>
            <a:ext cx="513310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93" name="Chart">
            <a:extLst>
              <a:ext uri="{FF2B5EF4-FFF2-40B4-BE49-F238E27FC236}">
                <ns2:creationId id="{042C6303-E2C5-4297-A8BF-F77595E35CD8}"/>
              </a:ext>
            </a:extLst>
          </p:cNvPr>
          <p:cNvGraphicFramePr/>
          <p:nvPr/>
        </p:nvGraphicFramePr>
        <p:xfrm>
          <a:off x="6415644" y="4324350"/>
          <a:ext cx="5396345" cy="1781175"/>
        </p:xfrm>
        <a:graphic>
          <a:graphicData uri="http://schemas.openxmlformats.org/drawingml/2006/chart">
            <c:chart r:id="Re728cd7a426649f7"/>
          </a:graphicData>
        </a:graphic>
      </p:graphicFrame>
      <p:sp>
        <p:nvSpPr>
          <p:cNvPr id="94" name="text-227">
            <a:extLst>
              <a:ext uri="{FF2B5EF4-FFF2-40B4-BE49-F238E27FC236}">
                <ns2:creationId id="{FF007E7C-BF74-48BB-9C8C-821F54B6F165}"/>
              </a:ext>
            </a:extLst>
          </p:cNvPr>
          <p:cNvSpPr>
            <a:spLocks noGrp="1"/>
          </p:cNvSpPr>
          <p:nvPr/>
        </p:nvSpPr>
        <p:spPr>
          <a:xfrm>
            <a:off x="8142475" y="5915025"/>
            <a:ext cx="269817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  <a:endParaRPr/>
          </a:p>
        </p:txBody>
      </p:sp>
      <p:sp>
        <p:nvSpPr>
          <p:cNvPr id="95" name="shape-228">
            <a:extLst>
              <a:ext uri="{FF2B5EF4-FFF2-40B4-BE49-F238E27FC236}">
                <ns2:creationId id="{3E8C959E-CAE3-4A6B-BAB5-6918CCA051EC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8F2445"/>
          </a:solidFill>
          <a:ln w="14288">
            <a:solidFill>
              <a:srgbClr val="8F2445"/>
            </a:solidFill>
            <a:prstDash val="solid"/>
          </a:ln>
        </p:spPr>
      </p:sp>
      <p:sp>
        <p:nvSpPr>
          <p:cNvPr id="96" name="text-229">
            <a:extLst>
              <a:ext uri="{FF2B5EF4-FFF2-40B4-BE49-F238E27FC236}">
                <ns2:creationId id="{FFE6F97F-FA22-4C8E-8A6C-435DA37B4FA3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分析原则：保留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原始记录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，区分观测差异与模型解释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97" name="text-230">
            <a:extLst>
              <a:ext uri="{FF2B5EF4-FFF2-40B4-BE49-F238E27FC236}">
                <ns2:creationId id="{648BC5F7-5631-4C0B-A519-A323322A38EB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98" name="text-231">
            <a:extLst>
              <a:ext uri="{FF2B5EF4-FFF2-40B4-BE49-F238E27FC236}">
                <ns2:creationId id="{EEFA9D41-10F9-43A3-A517-D6C1F18FF7DA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rPr>
              <a:t>04</a:t>
            </a:r>
            <a:endParaRPr/>
          </a:p>
        </p:txBody>
      </p:sp>
    </p:spTree>
    <p:extLst>
      <p:ext uri="{BB962C8B-B14F-4D97-AF65-F5344CB8AC3E}">
        <ns5:creationId val="942761393"/>
      </p:ext>
    </p:extLst>
  </p:cSld>
</p:sld>
</file>

<file path=ppt/slides/slide5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99" name="text-140">
            <a:extLst>
              <a:ext uri="{FF2B5EF4-FFF2-40B4-BE49-F238E27FC236}">
                <ns2:creationId id="{E0CD6246-8BA7-4332-AD81-F92F892A4A9F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厚实实底｜靛紫芥黄</a:t>
            </a:r>
            <a:endParaRPr/>
          </a:p>
        </p:txBody>
      </p:sp>
      <p:sp>
        <p:nvSpPr>
          <p:cNvPr id="2" name="line-141">
            <a:extLst>
              <a:ext uri="{FF2B5EF4-FFF2-40B4-BE49-F238E27FC236}">
                <ns2:creationId id="{7B803D0C-FD4B-4541-AF4F-F7A98F40DE8F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4D319F"/>
            </a:solidFill>
            <a:prstDash val="solid"/>
          </a:ln>
        </p:spPr>
      </p:sp>
      <p:sp>
        <p:nvSpPr>
          <p:cNvPr id="3" name="shape-142">
            <a:extLst>
              <a:ext uri="{FF2B5EF4-FFF2-40B4-BE49-F238E27FC236}">
                <ns2:creationId id="{07B8342B-2C95-4275-A646-4418CE17169C}"/>
              </a:ext>
            </a:extLst>
          </p:cNvPr>
          <p:cNvSpPr>
            <a:spLocks noGrp="1"/>
          </p:cNvSpPr>
          <p:nvPr/>
        </p:nvSpPr>
        <p:spPr>
          <a:xfrm>
            <a:off x="304800" y="914400"/>
            <a:ext cx="338447" cy="1428750"/>
          </a:xfrm>
          <a:prstGeom prst="roundRect">
            <a:avLst>
              <a:gd name="adj" fmla="val 22222"/>
            </a:avLst>
          </a:prstGeom>
          <a:solidFill>
            <a:srgbClr val="4D319F"/>
          </a:solidFill>
          <a:ln w="0">
            <a:noFill/>
            <a:prstDash val="solid"/>
          </a:ln>
        </p:spPr>
      </p:sp>
      <p:sp>
        <p:nvSpPr>
          <p:cNvPr id="4" name="text-143">
            <a:extLst>
              <a:ext uri="{FF2B5EF4-FFF2-40B4-BE49-F238E27FC236}">
                <ns2:creationId id="{167F082A-9F07-4833-AF5D-E54DA56A45C1}"/>
              </a:ext>
            </a:extLst>
          </p:cNvPr>
          <p:cNvSpPr>
            <a:spLocks noGrp="1"/>
          </p:cNvSpPr>
          <p:nvPr/>
        </p:nvSpPr>
        <p:spPr>
          <a:xfrm>
            <a:off x="333004" y="1009650"/>
            <a:ext cx="282039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观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测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5" name="shape-144">
            <a:extLst>
              <a:ext uri="{FF2B5EF4-FFF2-40B4-BE49-F238E27FC236}">
                <ns2:creationId id="{062D7FB8-0C1F-4617-9DCA-169D38585D61}"/>
              </a:ext>
            </a:extLst>
          </p:cNvPr>
          <p:cNvSpPr>
            <a:spLocks noGrp="1"/>
          </p:cNvSpPr>
          <p:nvPr/>
        </p:nvSpPr>
        <p:spPr>
          <a:xfrm>
            <a:off x="304800" y="2571750"/>
            <a:ext cx="338447" cy="1190625"/>
          </a:xfrm>
          <a:prstGeom prst="roundRect">
            <a:avLst>
              <a:gd name="adj" fmla="val 22222"/>
            </a:avLst>
          </a:prstGeom>
          <a:solidFill>
            <a:srgbClr val="4D319F"/>
          </a:solidFill>
          <a:ln w="0">
            <a:noFill/>
            <a:prstDash val="solid"/>
          </a:ln>
        </p:spPr>
      </p:sp>
      <p:sp>
        <p:nvSpPr>
          <p:cNvPr id="6" name="text-145">
            <a:extLst>
              <a:ext uri="{FF2B5EF4-FFF2-40B4-BE49-F238E27FC236}">
                <ns2:creationId id="{B1927359-AC9F-45AA-8407-1C872F78ADDC}"/>
              </a:ext>
            </a:extLst>
          </p:cNvPr>
          <p:cNvSpPr>
            <a:spLocks noGrp="1"/>
          </p:cNvSpPr>
          <p:nvPr/>
        </p:nvSpPr>
        <p:spPr>
          <a:xfrm>
            <a:off x="333004" y="2667000"/>
            <a:ext cx="282039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析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7" name="shape-146">
            <a:extLst>
              <a:ext uri="{FF2B5EF4-FFF2-40B4-BE49-F238E27FC236}">
                <ns2:creationId id="{D5E3112B-4FA7-45B8-AD3E-AB36C837B16D}"/>
              </a:ext>
            </a:extLst>
          </p:cNvPr>
          <p:cNvSpPr>
            <a:spLocks noGrp="1"/>
          </p:cNvSpPr>
          <p:nvPr/>
        </p:nvSpPr>
        <p:spPr>
          <a:xfrm>
            <a:off x="304800" y="3962400"/>
            <a:ext cx="338447" cy="2152650"/>
          </a:xfrm>
          <a:prstGeom prst="roundRect">
            <a:avLst>
              <a:gd name="adj" fmla="val 22222"/>
            </a:avLst>
          </a:prstGeom>
          <a:solidFill>
            <a:srgbClr val="4D319F"/>
          </a:solidFill>
          <a:ln w="0">
            <a:noFill/>
            <a:prstDash val="solid"/>
          </a:ln>
        </p:spPr>
      </p:sp>
      <p:sp>
        <p:nvSpPr>
          <p:cNvPr id="8" name="text-147">
            <a:extLst>
              <a:ext uri="{FF2B5EF4-FFF2-40B4-BE49-F238E27FC236}">
                <ns2:creationId id="{C4FD96AB-9059-4D04-8A2D-DF4680EBF980}"/>
              </a:ext>
            </a:extLst>
          </p:cNvPr>
          <p:cNvSpPr>
            <a:spLocks noGrp="1"/>
          </p:cNvSpPr>
          <p:nvPr/>
        </p:nvSpPr>
        <p:spPr>
          <a:xfrm>
            <a:off x="333004" y="4057650"/>
            <a:ext cx="282039" cy="1962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输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出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9" name="shape-148">
            <a:extLst>
              <a:ext uri="{FF2B5EF4-FFF2-40B4-BE49-F238E27FC236}">
                <ns2:creationId id="{603B74B3-C890-435B-A94D-8C3D48B6571A}"/>
              </a:ext>
            </a:extLst>
          </p:cNvPr>
          <p:cNvSpPr>
            <a:spLocks noGrp="1"/>
          </p:cNvSpPr>
          <p:nvPr/>
        </p:nvSpPr>
        <p:spPr>
          <a:xfrm>
            <a:off x="793668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>
            <a:solidFill>
              <a:srgbClr val="4D319F"/>
            </a:solidFill>
            <a:prstDash val="solid"/>
          </a:ln>
        </p:spPr>
      </p:sp>
      <p:sp>
        <p:nvSpPr>
          <p:cNvPr id="100" name="solid-title-band-100"/>
          <p:cNvSpPr/>
          <p:nvPr/>
        </p:nvSpPr>
        <p:spPr>
          <a:xfrm>
            <a:off x="793668" y="914400"/>
            <a:ext cx="3600697" cy="457200"/>
          </a:xfrm>
          <a:prstGeom prst="rect">
            <a:avLst/>
          </a:prstGeom>
          <a:solidFill>
            <a:srgbClr val="4D319F"/>
          </a:solidFill>
        </p:spPr>
      </p:sp>
      <p:sp>
        <p:nvSpPr>
          <p:cNvPr id="10" name="icon-camera-149">
            <a:extLst>
              <a:ext uri="{FF2B5EF4-FFF2-40B4-BE49-F238E27FC236}">
                <ns2:creationId id="{06E617BC-B606-4C9D-AFAF-CE7A0653007A}"/>
              </a:ext>
            </a:extLst>
          </p:cNvPr>
          <p:cNvSpPr>
            <a:spLocks noGrp="1"/>
          </p:cNvSpPr>
          <p:nvPr/>
        </p:nvSpPr>
        <p:spPr>
          <a:xfrm>
            <a:off x="955746" y="1060704"/>
            <a:ext cx="258724" cy="185928"/>
          </a:xfrm>
          <a:prstGeom prst="roundRect">
            <a:avLst>
              <a:gd name="adj" fmla="val 26765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1" name="icon-camera-150">
            <a:extLst>
              <a:ext uri="{FF2B5EF4-FFF2-40B4-BE49-F238E27FC236}">
                <ns2:creationId id="{DC0A11E2-0ACC-4CE9-88CA-3761D06EF21B}"/>
              </a:ext>
            </a:extLst>
          </p:cNvPr>
          <p:cNvSpPr>
            <a:spLocks noGrp="1"/>
          </p:cNvSpPr>
          <p:nvPr/>
        </p:nvSpPr>
        <p:spPr>
          <a:xfrm>
            <a:off x="1033965" y="1021080"/>
            <a:ext cx="99278" cy="518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2" name="icon-camera-151">
            <a:extLst>
              <a:ext uri="{FF2B5EF4-FFF2-40B4-BE49-F238E27FC236}">
                <ns2:creationId id="{67586027-23AB-4F7C-92C0-8CA204AE1EF5}"/>
              </a:ext>
            </a:extLst>
          </p:cNvPr>
          <p:cNvSpPr>
            <a:spLocks noGrp="1"/>
          </p:cNvSpPr>
          <p:nvPr/>
        </p:nvSpPr>
        <p:spPr>
          <a:xfrm>
            <a:off x="1030956" y="1100328"/>
            <a:ext cx="108303" cy="109728"/>
          </a:xfrm>
          <a:prstGeom prst="ellipse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13" name="icon-camera-152">
            <a:extLst>
              <a:ext uri="{FF2B5EF4-FFF2-40B4-BE49-F238E27FC236}">
                <ns2:creationId id="{EC21702B-4A13-4493-A82A-CF5117B157BA}"/>
              </a:ext>
            </a:extLst>
          </p:cNvPr>
          <p:cNvSpPr>
            <a:spLocks noGrp="1"/>
          </p:cNvSpPr>
          <p:nvPr/>
        </p:nvSpPr>
        <p:spPr>
          <a:xfrm>
            <a:off x="1157310" y="1085088"/>
            <a:ext cx="24067" cy="24384"/>
          </a:xfrm>
          <a:prstGeom prst="ellipse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14" name="text-153">
            <a:extLst>
              <a:ext uri="{FF2B5EF4-FFF2-40B4-BE49-F238E27FC236}">
                <ns2:creationId id="{8F2C8A44-0EB5-4D1A-A99B-AB0D055D5F7C}"/>
              </a:ext>
            </a:extLst>
          </p:cNvPr>
          <p:cNvSpPr>
            <a:spLocks noGrp="1"/>
          </p:cNvSpPr>
          <p:nvPr/>
        </p:nvSpPr>
        <p:spPr>
          <a:xfrm>
            <a:off x="1423555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相机记录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5" name="text-154">
            <a:extLst>
              <a:ext uri="{FF2B5EF4-FFF2-40B4-BE49-F238E27FC236}">
                <ns2:creationId id="{AE10D43F-33BE-4EFC-AF0F-ED67DF344909}"/>
              </a:ext>
            </a:extLst>
          </p:cNvPr>
          <p:cNvSpPr>
            <a:spLocks noGrp="1"/>
          </p:cNvSpPr>
          <p:nvPr/>
        </p:nvSpPr>
        <p:spPr>
          <a:xfrm>
            <a:off x="1573975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物种 · 时间 · 样点</a:t>
            </a:r>
            <a:endParaRPr/>
          </a:p>
        </p:txBody>
      </p:sp>
      <p:sp>
        <p:nvSpPr>
          <p:cNvPr id="16" name="icon-camera-155">
            <a:extLst>
              <a:ext uri="{FF2B5EF4-FFF2-40B4-BE49-F238E27FC236}">
                <ns2:creationId id="{43FA40C6-FD70-4C73-9CC5-AB67065E1A07}"/>
              </a:ext>
            </a:extLst>
          </p:cNvPr>
          <p:cNvSpPr>
            <a:spLocks noGrp="1"/>
          </p:cNvSpPr>
          <p:nvPr/>
        </p:nvSpPr>
        <p:spPr>
          <a:xfrm>
            <a:off x="1185138" y="1856994"/>
            <a:ext cx="420426" cy="302133"/>
          </a:xfrm>
          <a:prstGeom prst="roundRect">
            <a:avLst>
              <a:gd name="adj" fmla="val 25221"/>
            </a:avLst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17" name="icon-camera-156">
            <a:extLst>
              <a:ext uri="{FF2B5EF4-FFF2-40B4-BE49-F238E27FC236}">
                <ns2:creationId id="{D2FBFC10-52F4-47B2-8E7D-7E68310C93D8}"/>
              </a:ext>
            </a:extLst>
          </p:cNvPr>
          <p:cNvSpPr>
            <a:spLocks noGrp="1"/>
          </p:cNvSpPr>
          <p:nvPr/>
        </p:nvSpPr>
        <p:spPr>
          <a:xfrm>
            <a:off x="1312243" y="1792605"/>
            <a:ext cx="161326" cy="84201"/>
          </a:xfrm>
          <a:prstGeom prst="roundRect">
            <a:avLst>
              <a:gd name="adj" fmla="val 50000"/>
            </a:avLst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18" name="icon-camera-157">
            <a:extLst>
              <a:ext uri="{FF2B5EF4-FFF2-40B4-BE49-F238E27FC236}">
                <ns2:creationId id="{7CDE9919-1981-4408-A792-0BAD0B4EAEE4}"/>
              </a:ext>
            </a:extLst>
          </p:cNvPr>
          <p:cNvSpPr>
            <a:spLocks noGrp="1"/>
          </p:cNvSpPr>
          <p:nvPr/>
        </p:nvSpPr>
        <p:spPr>
          <a:xfrm>
            <a:off x="1307354" y="1921383"/>
            <a:ext cx="175992" cy="1783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9" name="icon-camera-158">
            <a:extLst>
              <a:ext uri="{FF2B5EF4-FFF2-40B4-BE49-F238E27FC236}">
                <ns2:creationId id="{CB654160-40AF-477E-8D93-FF0C0AB3A229}"/>
              </a:ext>
            </a:extLst>
          </p:cNvPr>
          <p:cNvSpPr>
            <a:spLocks noGrp="1"/>
          </p:cNvSpPr>
          <p:nvPr/>
        </p:nvSpPr>
        <p:spPr>
          <a:xfrm>
            <a:off x="1512679" y="1896618"/>
            <a:ext cx="39109" cy="39624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20" name="vector-159">
            <a:extLst>
              <a:ext uri="{FF2B5EF4-FFF2-40B4-BE49-F238E27FC236}">
                <ns2:creationId id="{A15E7DCE-89E8-4F10-9410-FB46566838EE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21" name="icon-leaf-160">
            <a:extLst>
              <a:ext uri="{FF2B5EF4-FFF2-40B4-BE49-F238E27FC236}">
                <ns2:creationId id="{75BD501B-F9AE-41A1-B6E6-DE508E3EAD3C}"/>
              </a:ext>
            </a:extLst>
          </p:cNvPr>
          <p:cNvSpPr>
            <a:spLocks noGrp="1"/>
          </p:cNvSpPr>
          <p:nvPr/>
        </p:nvSpPr>
        <p:spPr>
          <a:xfrm>
            <a:off x="2278697" y="1782699"/>
            <a:ext cx="131994" cy="222885"/>
          </a:xfrm>
          <a:prstGeom prst="ellipse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22" name="icon-leaf-161">
            <a:extLst>
              <a:ext uri="{FF2B5EF4-FFF2-40B4-BE49-F238E27FC236}">
                <ns2:creationId id="{076C9BD3-CEBC-43D7-A1BB-A16178BDB426}"/>
              </a:ext>
            </a:extLst>
          </p:cNvPr>
          <p:cNvSpPr>
            <a:spLocks noGrp="1"/>
          </p:cNvSpPr>
          <p:nvPr/>
        </p:nvSpPr>
        <p:spPr>
          <a:xfrm>
            <a:off x="2415580" y="1891665"/>
            <a:ext cx="146660" cy="222885"/>
          </a:xfrm>
          <a:prstGeom prst="ellipse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23" name="vector-162">
            <a:extLst>
              <a:ext uri="{FF2B5EF4-FFF2-40B4-BE49-F238E27FC236}">
                <ns2:creationId id="{A71B14A5-D0CF-4C9F-A344-1BF2BBCA3318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24" name="vector-163">
            <a:extLst>
              <a:ext uri="{FF2B5EF4-FFF2-40B4-BE49-F238E27FC236}">
                <ns2:creationId id="{BC8F4623-1340-480F-B480-F416CA3EF704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25" name="vector-164">
            <a:extLst>
              <a:ext uri="{FF2B5EF4-FFF2-40B4-BE49-F238E27FC236}">
                <ns2:creationId id="{C034160B-B611-446C-B45A-14978E50CC90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26" name="vector-165">
            <a:extLst>
              <a:ext uri="{FF2B5EF4-FFF2-40B4-BE49-F238E27FC236}">
                <ns2:creationId id="{2269A7AF-F20B-41EF-BBD9-EBEACFEB0EDA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7" name="vector-166">
            <a:extLst>
              <a:ext uri="{FF2B5EF4-FFF2-40B4-BE49-F238E27FC236}">
                <ns2:creationId id="{E9E55323-5EF5-4A50-8765-E2263B83EA3B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8" name="icon-map-167">
            <a:extLst>
              <a:ext uri="{FF2B5EF4-FFF2-40B4-BE49-F238E27FC236}">
                <ns2:creationId id="{A9C098B8-581C-405D-A6DA-A018E81177A4}"/>
              </a:ext>
            </a:extLst>
          </p:cNvPr>
          <p:cNvSpPr>
            <a:spLocks noGrp="1"/>
          </p:cNvSpPr>
          <p:nvPr/>
        </p:nvSpPr>
        <p:spPr>
          <a:xfrm>
            <a:off x="3386546" y="1861947"/>
            <a:ext cx="107551" cy="108966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29" name="shape-168">
            <a:extLst>
              <a:ext uri="{FF2B5EF4-FFF2-40B4-BE49-F238E27FC236}">
                <ns2:creationId id="{9C57E577-ACDA-42EA-9EC8-247A01B6A324}"/>
              </a:ext>
            </a:extLst>
          </p:cNvPr>
          <p:cNvSpPr>
            <a:spLocks noGrp="1"/>
          </p:cNvSpPr>
          <p:nvPr/>
        </p:nvSpPr>
        <p:spPr>
          <a:xfrm>
            <a:off x="4525983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>
            <a:solidFill>
              <a:srgbClr val="4D319F"/>
            </a:solidFill>
            <a:prstDash val="solid"/>
          </a:ln>
        </p:spPr>
      </p:sp>
      <p:sp>
        <p:nvSpPr>
          <p:cNvPr id="101" name="solid-title-band-101"/>
          <p:cNvSpPr/>
          <p:nvPr/>
        </p:nvSpPr>
        <p:spPr>
          <a:xfrm>
            <a:off x="4525983" y="914400"/>
            <a:ext cx="3600697" cy="457200"/>
          </a:xfrm>
          <a:prstGeom prst="rect">
            <a:avLst/>
          </a:prstGeom>
          <a:solidFill>
            <a:srgbClr val="4D319F"/>
          </a:solidFill>
        </p:spPr>
      </p:sp>
      <p:sp>
        <p:nvSpPr>
          <p:cNvPr id="30" name="vector-169">
            <a:extLst>
              <a:ext uri="{FF2B5EF4-FFF2-40B4-BE49-F238E27FC236}">
                <ns2:creationId id="{BF54A6B5-DA57-4D13-8E26-AC224EB2D0FC}"/>
              </a:ext>
            </a:extLst>
          </p:cNvPr>
          <p:cNvSpPr>
            <a:spLocks noGrp="1"/>
          </p:cNvSpPr>
          <p:nvPr/>
        </p:nvSpPr>
        <p:spPr>
          <a:xfrm>
            <a:off x="4667003" y="990600"/>
            <a:ext cx="300842" cy="3048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31" name="icon-tree-170">
            <a:extLst>
              <a:ext uri="{FF2B5EF4-FFF2-40B4-BE49-F238E27FC236}">
                <ns2:creationId id="{23B423B1-5440-4B5A-8842-A33092A4CF1B}"/>
              </a:ext>
            </a:extLst>
          </p:cNvPr>
          <p:cNvSpPr>
            <a:spLocks noGrp="1"/>
          </p:cNvSpPr>
          <p:nvPr/>
        </p:nvSpPr>
        <p:spPr>
          <a:xfrm>
            <a:off x="4715137" y="1005840"/>
            <a:ext cx="207581" cy="188976"/>
          </a:xfrm>
          <a:prstGeom prst="cloud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32" name="text-171">
            <a:extLst>
              <a:ext uri="{FF2B5EF4-FFF2-40B4-BE49-F238E27FC236}">
                <ns2:creationId id="{E3CD4B66-FA4A-41FD-9311-355C7400D4B8}"/>
              </a:ext>
            </a:extLst>
          </p:cNvPr>
          <p:cNvSpPr>
            <a:spLocks noGrp="1"/>
          </p:cNvSpPr>
          <p:nvPr/>
        </p:nvSpPr>
        <p:spPr>
          <a:xfrm>
            <a:off x="5155870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植被调查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33" name="text-172">
            <a:extLst>
              <a:ext uri="{FF2B5EF4-FFF2-40B4-BE49-F238E27FC236}">
                <ns2:creationId id="{B29ACA1F-484D-4A46-9688-942668E27069}"/>
              </a:ext>
            </a:extLst>
          </p:cNvPr>
          <p:cNvSpPr>
            <a:spLocks noGrp="1"/>
          </p:cNvSpPr>
          <p:nvPr/>
        </p:nvSpPr>
        <p:spPr>
          <a:xfrm>
            <a:off x="5306291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盖度 · 高度 · 结构</a:t>
            </a:r>
            <a:endParaRPr/>
          </a:p>
        </p:txBody>
      </p:sp>
      <p:pic>
        <p:nvPicPr>
          <p:cNvPr id="34" name="">
            <a:extLst>
              <a:ext uri="{FF2B5EF4-FFF2-40B4-BE49-F238E27FC236}">
                <ns2:creationId id="{C7823C26-C23D-4A6B-B62F-7325F074EAEF}"/>
              </a:ext>
            </a:extLst>
          </p:cNvPr>
          <p:cNvPicPr>
            <a:picLocks noChangeAspect="1"/>
          </p:cNvPicPr>
          <p:nvPr/>
        </p:nvPicPr>
        <p:blipFill>
          <a:blip r:embed="R4b4819146d1b40d0">
            <a:duotone>
              <a:srgbClr val="4D319F"/>
              <a:srgbClr val="FFFFFF"/>
            </a:duotone>
          </a:blip>
          <a:stretch/>
        </p:blipFill>
        <p:spPr>
          <a:xfrm>
            <a:off x="5745802" y="1657350"/>
            <a:ext cx="944831" cy="638175"/>
          </a:xfrm>
          <a:prstGeom prst="rect">
            <a:avLst/>
          </a:prstGeom>
        </p:spPr>
      </p:pic>
      <p:sp>
        <p:nvSpPr>
          <p:cNvPr id="35" name="shape-173">
            <a:extLst>
              <a:ext uri="{FF2B5EF4-FFF2-40B4-BE49-F238E27FC236}">
                <ns2:creationId id="{4C62072D-8947-449A-9435-4F91FA0A7B80}"/>
              </a:ext>
            </a:extLst>
          </p:cNvPr>
          <p:cNvSpPr>
            <a:spLocks noGrp="1"/>
          </p:cNvSpPr>
          <p:nvPr/>
        </p:nvSpPr>
        <p:spPr>
          <a:xfrm>
            <a:off x="8258299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>
            <a:solidFill>
              <a:srgbClr val="4D319F"/>
            </a:solidFill>
            <a:prstDash val="solid"/>
          </a:ln>
        </p:spPr>
      </p:sp>
      <p:sp>
        <p:nvSpPr>
          <p:cNvPr id="102" name="solid-title-band-102"/>
          <p:cNvSpPr/>
          <p:nvPr/>
        </p:nvSpPr>
        <p:spPr>
          <a:xfrm>
            <a:off x="8258299" y="914400"/>
            <a:ext cx="3600697" cy="457200"/>
          </a:xfrm>
          <a:prstGeom prst="rect">
            <a:avLst/>
          </a:prstGeom>
          <a:solidFill>
            <a:srgbClr val="4D319F"/>
          </a:solidFill>
        </p:spPr>
      </p:sp>
      <p:sp>
        <p:nvSpPr>
          <p:cNvPr id="36" name="vector-174">
            <a:extLst>
              <a:ext uri="{FF2B5EF4-FFF2-40B4-BE49-F238E27FC236}">
                <ns2:creationId id="{A2A707A0-27BE-4311-80E5-E6ED447EC480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37" name="vector-175">
            <a:extLst>
              <a:ext uri="{FF2B5EF4-FFF2-40B4-BE49-F238E27FC236}">
                <ns2:creationId id="{387DF0DF-1FC6-4E7C-B843-9E5B62494D0C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38" name="vector-176">
            <a:extLst>
              <a:ext uri="{FF2B5EF4-FFF2-40B4-BE49-F238E27FC236}">
                <ns2:creationId id="{609AB834-B4D9-4CF3-BA3D-1B8BF1AAB487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39" name="icon-map-177">
            <a:extLst>
              <a:ext uri="{FF2B5EF4-FFF2-40B4-BE49-F238E27FC236}">
                <ns2:creationId id="{0AFCB6CA-ABD4-42A8-9309-EA81C6697EA2}"/>
              </a:ext>
            </a:extLst>
          </p:cNvPr>
          <p:cNvSpPr>
            <a:spLocks noGrp="1"/>
          </p:cNvSpPr>
          <p:nvPr/>
        </p:nvSpPr>
        <p:spPr>
          <a:xfrm>
            <a:off x="8519655" y="1063752"/>
            <a:ext cx="66185" cy="67056"/>
          </a:xfrm>
          <a:prstGeom prst="ellipse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40" name="text-178">
            <a:extLst>
              <a:ext uri="{FF2B5EF4-FFF2-40B4-BE49-F238E27FC236}">
                <ns2:creationId id="{99A5B0D7-C8DF-4635-A9F4-9B8E8272A12E}"/>
              </a:ext>
            </a:extLst>
          </p:cNvPr>
          <p:cNvSpPr>
            <a:spLocks noGrp="1"/>
          </p:cNvSpPr>
          <p:nvPr/>
        </p:nvSpPr>
        <p:spPr>
          <a:xfrm>
            <a:off x="8888186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环境变量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41" name="text-179">
            <a:extLst>
              <a:ext uri="{FF2B5EF4-FFF2-40B4-BE49-F238E27FC236}">
                <ns2:creationId id="{0DA61E54-1A04-4C76-84C8-A67F1AA66A0A}"/>
              </a:ext>
            </a:extLst>
          </p:cNvPr>
          <p:cNvSpPr>
            <a:spLocks noGrp="1"/>
          </p:cNvSpPr>
          <p:nvPr/>
        </p:nvSpPr>
        <p:spPr>
          <a:xfrm>
            <a:off x="9038606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地形 · 道路 · 生境</a:t>
            </a:r>
            <a:endParaRPr/>
          </a:p>
        </p:txBody>
      </p:sp>
      <p:sp>
        <p:nvSpPr>
          <p:cNvPr id="42" name="vector-180">
            <a:extLst>
              <a:ext uri="{FF2B5EF4-FFF2-40B4-BE49-F238E27FC236}">
                <ns2:creationId id="{B2638E91-392D-4EDC-BBDD-59CDC9DA2E00}"/>
              </a:ext>
            </a:extLst>
          </p:cNvPr>
          <p:cNvSpPr>
            <a:spLocks noGrp="1"/>
          </p:cNvSpPr>
          <p:nvPr/>
        </p:nvSpPr>
        <p:spPr>
          <a:xfrm>
            <a:off x="9715500" y="1874901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4D319F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43" name="vector-181">
            <a:extLst>
              <a:ext uri="{FF2B5EF4-FFF2-40B4-BE49-F238E27FC236}">
                <ns2:creationId id="{37A14CA7-9CF9-41EE-806A-3596C0D6D5B5}"/>
              </a:ext>
            </a:extLst>
          </p:cNvPr>
          <p:cNvSpPr>
            <a:spLocks noGrp="1"/>
          </p:cNvSpPr>
          <p:nvPr/>
        </p:nvSpPr>
        <p:spPr>
          <a:xfrm>
            <a:off x="9715500" y="1756600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4D319F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44" name="vector-182">
            <a:extLst>
              <a:ext uri="{FF2B5EF4-FFF2-40B4-BE49-F238E27FC236}">
                <ns2:creationId id="{D1F0AA1B-B5B2-4847-9268-508C7D3FE3CA}"/>
              </a:ext>
            </a:extLst>
          </p:cNvPr>
          <p:cNvSpPr>
            <a:spLocks noGrp="1"/>
          </p:cNvSpPr>
          <p:nvPr/>
        </p:nvSpPr>
        <p:spPr>
          <a:xfrm>
            <a:off x="9715500" y="1638300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4D319F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45" name="node-183">
            <a:extLst>
              <a:ext uri="{FF2B5EF4-FFF2-40B4-BE49-F238E27FC236}">
                <ns2:creationId id="{3C3781CA-F167-4EF1-8C5D-6EBEA0A8EC59}"/>
              </a:ext>
            </a:extLst>
          </p:cNvPr>
          <p:cNvSpPr>
            <a:spLocks noGrp="1"/>
          </p:cNvSpPr>
          <p:nvPr/>
        </p:nvSpPr>
        <p:spPr>
          <a:xfrm>
            <a:off x="812470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4D319F"/>
          </a:solidFill>
          <a:ln w="14288">
            <a:solidFill>
              <a:srgbClr val="4D319F"/>
            </a:solidFill>
            <a:prstDash val="solid"/>
          </a:ln>
        </p:spPr>
      </p:sp>
      <p:sp>
        <p:nvSpPr>
          <p:cNvPr id="46" name="icon-database-184">
            <a:extLst>
              <a:ext uri="{FF2B5EF4-FFF2-40B4-BE49-F238E27FC236}">
                <ns2:creationId id="{B3C5A90F-D102-4E36-A08B-745B9FE745B3}"/>
              </a:ext>
            </a:extLst>
          </p:cNvPr>
          <p:cNvSpPr>
            <a:spLocks noGrp="1"/>
          </p:cNvSpPr>
          <p:nvPr/>
        </p:nvSpPr>
        <p:spPr>
          <a:xfrm>
            <a:off x="992975" y="2843689"/>
            <a:ext cx="287680" cy="270034"/>
          </a:xfrm>
          <a:prstGeom prst="can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47" name="vector-185">
            <a:extLst>
              <a:ext uri="{FF2B5EF4-FFF2-40B4-BE49-F238E27FC236}">
                <ns2:creationId id="{28768779-0BDF-4FF1-B025-77E00D196D3E}"/>
              </a:ext>
            </a:extLst>
          </p:cNvPr>
          <p:cNvSpPr>
            <a:spLocks noGrp="1"/>
          </p:cNvSpPr>
          <p:nvPr/>
        </p:nvSpPr>
        <p:spPr>
          <a:xfrm>
            <a:off x="925286" y="2762250"/>
            <a:ext cx="423058" cy="428625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48" name="vector-186">
            <a:extLst>
              <a:ext uri="{FF2B5EF4-FFF2-40B4-BE49-F238E27FC236}">
                <ns2:creationId id="{C21713C9-F070-4E12-9DD2-513502169E58}"/>
              </a:ext>
            </a:extLst>
          </p:cNvPr>
          <p:cNvSpPr>
            <a:spLocks noGrp="1"/>
          </p:cNvSpPr>
          <p:nvPr/>
        </p:nvSpPr>
        <p:spPr>
          <a:xfrm>
            <a:off x="925286" y="2762250"/>
            <a:ext cx="423058" cy="428625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49" name="text-187">
            <a:extLst>
              <a:ext uri="{FF2B5EF4-FFF2-40B4-BE49-F238E27FC236}">
                <ns2:creationId id="{8A7C70BC-FA6A-44B7-B14C-4CB41DB628C4}"/>
              </a:ext>
            </a:extLst>
          </p:cNvPr>
          <p:cNvSpPr>
            <a:spLocks noGrp="1"/>
          </p:cNvSpPr>
          <p:nvPr/>
        </p:nvSpPr>
        <p:spPr>
          <a:xfrm>
            <a:off x="1451758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数据核对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50" name="node-188">
            <a:extLst>
              <a:ext uri="{FF2B5EF4-FFF2-40B4-BE49-F238E27FC236}">
                <ns2:creationId id="{B44CB072-67BD-4ABF-A9F5-F77D4CF1B3B9}"/>
              </a:ext>
            </a:extLst>
          </p:cNvPr>
          <p:cNvSpPr>
            <a:spLocks noGrp="1"/>
          </p:cNvSpPr>
          <p:nvPr/>
        </p:nvSpPr>
        <p:spPr>
          <a:xfrm>
            <a:off x="3595255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4D319F"/>
          </a:solidFill>
          <a:ln w="14288">
            <a:solidFill>
              <a:srgbClr val="4D319F"/>
            </a:solidFill>
            <a:prstDash val="solid"/>
          </a:ln>
        </p:spPr>
      </p:sp>
      <p:sp>
        <p:nvSpPr>
          <p:cNvPr id="51" name="icon-calendar-189">
            <a:extLst>
              <a:ext uri="{FF2B5EF4-FFF2-40B4-BE49-F238E27FC236}">
                <ns2:creationId id="{79ED856C-8695-42B1-902F-0FA1D5652AB8}"/>
              </a:ext>
            </a:extLst>
          </p:cNvPr>
          <p:cNvSpPr>
            <a:spLocks noGrp="1"/>
          </p:cNvSpPr>
          <p:nvPr/>
        </p:nvSpPr>
        <p:spPr>
          <a:xfrm>
            <a:off x="3763067" y="2843689"/>
            <a:ext cx="313064" cy="300038"/>
          </a:xfrm>
          <a:prstGeom prst="roundRect">
            <a:avLst>
              <a:gd name="adj" fmla="val 25397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52" name="vector-190">
            <a:extLst>
              <a:ext uri="{FF2B5EF4-FFF2-40B4-BE49-F238E27FC236}">
                <ns2:creationId id="{D4FA6CBC-79CA-4992-9536-CD64CC4F5467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123825" y="361950"/>
                </a:moveTo>
                <a:lnTo>
                  <a:pt x="828675" y="36195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53" name="vector-191">
            <a:extLst>
              <a:ext uri="{FF2B5EF4-FFF2-40B4-BE49-F238E27FC236}">
                <ns2:creationId id="{B19E6ADE-9747-44D9-9650-E62B3960737E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295275" y="66675"/>
                </a:moveTo>
                <a:lnTo>
                  <a:pt x="295275" y="2667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54" name="vector-192">
            <a:extLst>
              <a:ext uri="{FF2B5EF4-FFF2-40B4-BE49-F238E27FC236}">
                <ns2:creationId id="{0CD031E4-E3CB-460E-A526-8D482673B4B5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647700" y="66675"/>
                </a:moveTo>
                <a:lnTo>
                  <a:pt x="647700" y="2667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55" name="icon-calendar-193">
            <a:extLst>
              <a:ext uri="{FF2B5EF4-FFF2-40B4-BE49-F238E27FC236}">
                <ns2:creationId id="{97377C2D-8D3E-42D4-A08E-76ACF9E2576E}"/>
              </a:ext>
            </a:extLst>
          </p:cNvPr>
          <p:cNvSpPr>
            <a:spLocks noGrp="1"/>
          </p:cNvSpPr>
          <p:nvPr/>
        </p:nvSpPr>
        <p:spPr>
          <a:xfrm>
            <a:off x="3813834" y="2972276"/>
            <a:ext cx="38075" cy="38576"/>
          </a:xfrm>
          <a:prstGeom prst="rect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56" name="icon-calendar-194">
            <a:extLst>
              <a:ext uri="{FF2B5EF4-FFF2-40B4-BE49-F238E27FC236}">
                <ns2:creationId id="{CE36A950-2254-4411-8AB1-87F80540B08E}"/>
              </a:ext>
            </a:extLst>
          </p:cNvPr>
          <p:cNvSpPr>
            <a:spLocks noGrp="1"/>
          </p:cNvSpPr>
          <p:nvPr/>
        </p:nvSpPr>
        <p:spPr>
          <a:xfrm>
            <a:off x="3813834" y="3062288"/>
            <a:ext cx="38075" cy="38576"/>
          </a:xfrm>
          <a:prstGeom prst="rect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57" name="icon-calendar-195">
            <a:extLst>
              <a:ext uri="{FF2B5EF4-FFF2-40B4-BE49-F238E27FC236}">
                <ns2:creationId id="{61C5090B-3FA6-4ADD-91C6-6A850768ED05}"/>
              </a:ext>
            </a:extLst>
          </p:cNvPr>
          <p:cNvSpPr>
            <a:spLocks noGrp="1"/>
          </p:cNvSpPr>
          <p:nvPr/>
        </p:nvSpPr>
        <p:spPr>
          <a:xfrm>
            <a:off x="3902678" y="2972276"/>
            <a:ext cx="38075" cy="38576"/>
          </a:xfrm>
          <a:prstGeom prst="rect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58" name="icon-calendar-196">
            <a:extLst>
              <a:ext uri="{FF2B5EF4-FFF2-40B4-BE49-F238E27FC236}">
                <ns2:creationId id="{66C23FCB-84E4-4E15-8AFB-33983645D286}"/>
              </a:ext>
            </a:extLst>
          </p:cNvPr>
          <p:cNvSpPr>
            <a:spLocks noGrp="1"/>
          </p:cNvSpPr>
          <p:nvPr/>
        </p:nvSpPr>
        <p:spPr>
          <a:xfrm>
            <a:off x="3902678" y="3062288"/>
            <a:ext cx="38075" cy="38576"/>
          </a:xfrm>
          <a:prstGeom prst="rect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59" name="icon-calendar-197">
            <a:extLst>
              <a:ext uri="{FF2B5EF4-FFF2-40B4-BE49-F238E27FC236}">
                <ns2:creationId id="{B1A7F0DD-9FD8-4DDB-92BA-97E189D4171B}"/>
              </a:ext>
            </a:extLst>
          </p:cNvPr>
          <p:cNvSpPr>
            <a:spLocks noGrp="1"/>
          </p:cNvSpPr>
          <p:nvPr/>
        </p:nvSpPr>
        <p:spPr>
          <a:xfrm>
            <a:off x="3991520" y="2972276"/>
            <a:ext cx="38075" cy="38576"/>
          </a:xfrm>
          <a:prstGeom prst="rect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60" name="icon-calendar-198">
            <a:extLst>
              <a:ext uri="{FF2B5EF4-FFF2-40B4-BE49-F238E27FC236}">
                <ns2:creationId id="{32AD25F0-1E0F-4C2F-86E0-C8BB4A7C015B}"/>
              </a:ext>
            </a:extLst>
          </p:cNvPr>
          <p:cNvSpPr>
            <a:spLocks noGrp="1"/>
          </p:cNvSpPr>
          <p:nvPr/>
        </p:nvSpPr>
        <p:spPr>
          <a:xfrm>
            <a:off x="3991520" y="3062288"/>
            <a:ext cx="38075" cy="38576"/>
          </a:xfrm>
          <a:prstGeom prst="rect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61" name="text-199">
            <a:extLst>
              <a:ext uri="{FF2B5EF4-FFF2-40B4-BE49-F238E27FC236}">
                <ns2:creationId id="{6D2372C8-CC1F-47BA-B81E-41998C75594D}"/>
              </a:ext>
            </a:extLst>
          </p:cNvPr>
          <p:cNvSpPr>
            <a:spLocks noGrp="1"/>
          </p:cNvSpPr>
          <p:nvPr/>
        </p:nvSpPr>
        <p:spPr>
          <a:xfrm>
            <a:off x="4234543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统一时间窗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2" name="node-200">
            <a:extLst>
              <a:ext uri="{FF2B5EF4-FFF2-40B4-BE49-F238E27FC236}">
                <ns2:creationId id="{9D3A58A1-5722-4F33-B36F-8E5AB83013BC}"/>
              </a:ext>
            </a:extLst>
          </p:cNvPr>
          <p:cNvSpPr>
            <a:spLocks noGrp="1"/>
          </p:cNvSpPr>
          <p:nvPr/>
        </p:nvSpPr>
        <p:spPr>
          <a:xfrm>
            <a:off x="6378039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4D319F"/>
          </a:solidFill>
          <a:ln w="14288">
            <a:solidFill>
              <a:srgbClr val="4D319F"/>
            </a:solidFill>
            <a:prstDash val="solid"/>
          </a:ln>
        </p:spPr>
      </p:sp>
      <p:sp>
        <p:nvSpPr>
          <p:cNvPr id="63" name="vector-201">
            <a:extLst>
              <a:ext uri="{FF2B5EF4-FFF2-40B4-BE49-F238E27FC236}">
                <ns2:creationId id="{1086275B-A5A3-4DD2-9B65-5E3CE612859D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4" name="vector-202">
            <a:extLst>
              <a:ext uri="{FF2B5EF4-FFF2-40B4-BE49-F238E27FC236}">
                <ns2:creationId id="{6CAFA5A1-C0CF-47D0-A1DB-C23A9FEAB7C0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5" name="vector-203">
            <a:extLst>
              <a:ext uri="{FF2B5EF4-FFF2-40B4-BE49-F238E27FC236}">
                <ns2:creationId id="{6026837B-BF7B-4E8E-A185-E8A97D55F451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6" name="vector-204">
            <a:extLst>
              <a:ext uri="{FF2B5EF4-FFF2-40B4-BE49-F238E27FC236}">
                <ns2:creationId id="{E5D7AC89-205F-45A1-A669-0CE98D8DE746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7" name="vector-205">
            <a:extLst>
              <a:ext uri="{FF2B5EF4-FFF2-40B4-BE49-F238E27FC236}">
                <ns2:creationId id="{E2BA1BE9-5F93-4B98-95A9-CF7475EECE27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8" name="vector-206">
            <a:extLst>
              <a:ext uri="{FF2B5EF4-FFF2-40B4-BE49-F238E27FC236}">
                <ns2:creationId id="{92203271-BE32-4543-B339-A8B209B8118B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9" name="vector-207">
            <a:extLst>
              <a:ext uri="{FF2B5EF4-FFF2-40B4-BE49-F238E27FC236}">
                <ns2:creationId id="{0EBFD68F-507A-4FE7-B952-A9FEC727D95F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70" name="icon-network-208">
            <a:extLst>
              <a:ext uri="{FF2B5EF4-FFF2-40B4-BE49-F238E27FC236}">
                <ns2:creationId id="{2E0E7E98-426C-4E61-A75C-D0EC2B4FE9B1}"/>
              </a:ext>
            </a:extLst>
          </p:cNvPr>
          <p:cNvSpPr>
            <a:spLocks noGrp="1"/>
          </p:cNvSpPr>
          <p:nvPr/>
        </p:nvSpPr>
        <p:spPr>
          <a:xfrm>
            <a:off x="6516239" y="2890838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1" name="icon-network-209">
            <a:extLst>
              <a:ext uri="{FF2B5EF4-FFF2-40B4-BE49-F238E27FC236}">
                <ns2:creationId id="{9F6593BE-B5F3-4EA3-A72D-6855F43F64DF}"/>
              </a:ext>
            </a:extLst>
          </p:cNvPr>
          <p:cNvSpPr>
            <a:spLocks noGrp="1"/>
          </p:cNvSpPr>
          <p:nvPr/>
        </p:nvSpPr>
        <p:spPr>
          <a:xfrm>
            <a:off x="6651617" y="2783681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2" name="icon-network-210">
            <a:extLst>
              <a:ext uri="{FF2B5EF4-FFF2-40B4-BE49-F238E27FC236}">
                <ns2:creationId id="{CCAACBE8-2513-4619-91AF-A6283758E21F}"/>
              </a:ext>
            </a:extLst>
          </p:cNvPr>
          <p:cNvSpPr>
            <a:spLocks noGrp="1"/>
          </p:cNvSpPr>
          <p:nvPr/>
        </p:nvSpPr>
        <p:spPr>
          <a:xfrm>
            <a:off x="6816609" y="2860834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3" name="icon-network-211">
            <a:extLst>
              <a:ext uri="{FF2B5EF4-FFF2-40B4-BE49-F238E27FC236}">
                <ns2:creationId id="{127B162F-E53F-4E06-8648-4F628FAE6E52}"/>
              </a:ext>
            </a:extLst>
          </p:cNvPr>
          <p:cNvSpPr>
            <a:spLocks noGrp="1"/>
          </p:cNvSpPr>
          <p:nvPr/>
        </p:nvSpPr>
        <p:spPr>
          <a:xfrm>
            <a:off x="6753151" y="3088005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4" name="icon-network-212">
            <a:extLst>
              <a:ext uri="{FF2B5EF4-FFF2-40B4-BE49-F238E27FC236}">
                <ns2:creationId id="{5FD47032-5DDC-4BD9-B239-06AEBFA7270C}"/>
              </a:ext>
            </a:extLst>
          </p:cNvPr>
          <p:cNvSpPr>
            <a:spLocks noGrp="1"/>
          </p:cNvSpPr>
          <p:nvPr/>
        </p:nvSpPr>
        <p:spPr>
          <a:xfrm>
            <a:off x="6562774" y="3083719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5" name="text-213">
            <a:extLst>
              <a:ext uri="{FF2B5EF4-FFF2-40B4-BE49-F238E27FC236}">
                <ns2:creationId id="{35B47CD3-1E12-45B3-956B-A2C8398B2A8A}"/>
              </a:ext>
            </a:extLst>
          </p:cNvPr>
          <p:cNvSpPr>
            <a:spLocks noGrp="1"/>
          </p:cNvSpPr>
          <p:nvPr/>
        </p:nvSpPr>
        <p:spPr>
          <a:xfrm>
            <a:off x="7017327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候选模型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76" name="node-214">
            <a:extLst>
              <a:ext uri="{FF2B5EF4-FFF2-40B4-BE49-F238E27FC236}">
                <ns2:creationId id="{7B1DED00-78B5-4303-A44A-D1AFB1AB6CAE}"/>
              </a:ext>
            </a:extLst>
          </p:cNvPr>
          <p:cNvSpPr>
            <a:spLocks noGrp="1"/>
          </p:cNvSpPr>
          <p:nvPr/>
        </p:nvSpPr>
        <p:spPr>
          <a:xfrm>
            <a:off x="9160823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4D319F"/>
          </a:solidFill>
          <a:ln w="14288">
            <a:solidFill>
              <a:srgbClr val="4D319F"/>
            </a:solidFill>
            <a:prstDash val="solid"/>
          </a:ln>
        </p:spPr>
      </p:sp>
      <p:sp>
        <p:nvSpPr>
          <p:cNvPr id="77" name="icon-check-215">
            <a:extLst>
              <a:ext uri="{FF2B5EF4-FFF2-40B4-BE49-F238E27FC236}">
                <ns2:creationId id="{A9C806C0-D3C4-4370-BE0C-039F362C2C4C}"/>
              </a:ext>
            </a:extLst>
          </p:cNvPr>
          <p:cNvSpPr>
            <a:spLocks noGrp="1"/>
          </p:cNvSpPr>
          <p:nvPr/>
        </p:nvSpPr>
        <p:spPr>
          <a:xfrm>
            <a:off x="9315945" y="2805113"/>
            <a:ext cx="338447" cy="342900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8" name="vector-216">
            <a:extLst>
              <a:ext uri="{FF2B5EF4-FFF2-40B4-BE49-F238E27FC236}">
                <ns2:creationId id="{23A688B3-03CE-4BE3-AB77-D2C0854E22D2}"/>
              </a:ext>
            </a:extLst>
          </p:cNvPr>
          <p:cNvSpPr>
            <a:spLocks noGrp="1"/>
          </p:cNvSpPr>
          <p:nvPr/>
        </p:nvSpPr>
        <p:spPr>
          <a:xfrm>
            <a:off x="9273639" y="2762250"/>
            <a:ext cx="423058" cy="42862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79" name="vector-217">
            <a:extLst>
              <a:ext uri="{FF2B5EF4-FFF2-40B4-BE49-F238E27FC236}">
                <ns2:creationId id="{2B5C3C5B-6B0C-4592-AD92-A4413671789A}"/>
              </a:ext>
            </a:extLst>
          </p:cNvPr>
          <p:cNvSpPr>
            <a:spLocks noGrp="1"/>
          </p:cNvSpPr>
          <p:nvPr/>
        </p:nvSpPr>
        <p:spPr>
          <a:xfrm>
            <a:off x="9273639" y="2762250"/>
            <a:ext cx="423058" cy="42862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80" name="text-218">
            <a:extLst>
              <a:ext uri="{FF2B5EF4-FFF2-40B4-BE49-F238E27FC236}">
                <ns2:creationId id="{F56B3D0E-F184-47BD-8BB6-3308BDF78B5F}"/>
              </a:ext>
            </a:extLst>
          </p:cNvPr>
          <p:cNvSpPr>
            <a:spLocks noGrp="1"/>
          </p:cNvSpPr>
          <p:nvPr/>
        </p:nvSpPr>
        <p:spPr>
          <a:xfrm>
            <a:off x="9800112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诊断与验证</a:t>
            </a:r>
            <a:endParaRPr>
              <a:solidFill>
                <a:srgbClr val="FFFFFF"/>
              </a:solidFill>
            </a:endParaRPr>
          </a:p>
        </p:txBody>
      </p:sp>
      <p:cxnSp>
        <p:nvCxnSpPr>
          <p:cNvPr id="81" name="">
            <a:extLst>
              <a:ext uri="{FF2B5EF4-FFF2-40B4-BE49-F238E27FC236}">
                <ns2:creationId id="{7CC0558E-564C-427F-994D-72A8BB7A3658}"/>
              </a:ext>
            </a:extLst>
          </p:cNvPr>
          <p:cNvCxnSpPr>
            <a:stCxn id="45" idx="3"/>
            <a:endCxn id="50" idx="1"/>
          </p:cNvCxnSpPr>
          <p:nvPr/>
        </p:nvCxnSpPr>
        <p:spPr>
          <a:xfrm>
            <a:off x="3350821" y="2981325"/>
            <a:ext cx="244434" cy="0"/>
          </a:xfrm>
          <a:prstGeom prst="straightConnector1">
            <a:avLst/>
          </a:prstGeom>
          <a:ln w="24765">
            <a:solidFill>
              <a:srgbClr val="4D319F"/>
            </a:solidFill>
            <a:prstDash val="solid"/>
            <a:tailEnd type="triangle" w="med" len="med"/>
          </a:ln>
        </p:spPr>
      </p:cxnSp>
      <p:cxnSp>
        <p:nvCxnSpPr>
          <p:cNvPr id="82" name="">
            <a:extLst>
              <a:ext uri="{FF2B5EF4-FFF2-40B4-BE49-F238E27FC236}">
                <ns2:creationId id="{11C87C13-9B1D-4B8E-BB39-D40613A29D6D}"/>
              </a:ext>
            </a:extLst>
          </p:cNvPr>
          <p:cNvCxnSpPr>
            <a:stCxn id="50" idx="3"/>
            <a:endCxn id="62" idx="1"/>
          </p:cNvCxnSpPr>
          <p:nvPr/>
        </p:nvCxnSpPr>
        <p:spPr>
          <a:xfrm>
            <a:off x="6133605" y="2981325"/>
            <a:ext cx="244434" cy="0"/>
          </a:xfrm>
          <a:prstGeom prst="straightConnector1">
            <a:avLst/>
          </a:prstGeom>
          <a:ln w="24765">
            <a:solidFill>
              <a:srgbClr val="4D319F"/>
            </a:solidFill>
            <a:prstDash val="solid"/>
            <a:tailEnd type="triangle" w="med" len="med"/>
          </a:ln>
        </p:spPr>
      </p:cxnSp>
      <p:cxnSp>
        <p:nvCxnSpPr>
          <p:cNvPr id="83" name="">
            <a:extLst>
              <a:ext uri="{FF2B5EF4-FFF2-40B4-BE49-F238E27FC236}">
                <ns2:creationId id="{53852DB2-DDDD-4527-8C73-8B84DE1B85DE}"/>
              </a:ext>
            </a:extLst>
          </p:cNvPr>
          <p:cNvCxnSpPr>
            <a:stCxn id="62" idx="3"/>
            <a:endCxn id="76" idx="1"/>
          </p:cNvCxnSpPr>
          <p:nvPr/>
        </p:nvCxnSpPr>
        <p:spPr>
          <a:xfrm>
            <a:off x="8916390" y="2981325"/>
            <a:ext cx="244434" cy="0"/>
          </a:xfrm>
          <a:prstGeom prst="straightConnector1">
            <a:avLst/>
          </a:prstGeom>
          <a:ln w="24765">
            <a:solidFill>
              <a:srgbClr val="4D319F"/>
            </a:solidFill>
            <a:prstDash val="solid"/>
            <a:tailEnd type="triangle" w="med" len="med"/>
          </a:ln>
        </p:spPr>
      </p:cxnSp>
      <p:sp>
        <p:nvSpPr>
          <p:cNvPr id="84" name="text-219">
            <a:extLst>
              <a:ext uri="{FF2B5EF4-FFF2-40B4-BE49-F238E27FC236}">
                <ns2:creationId id="{CA7B2E47-498A-4D1B-856D-53F22ECBF934}"/>
              </a:ext>
            </a:extLst>
          </p:cNvPr>
          <p:cNvSpPr>
            <a:spLocks noGrp="1"/>
          </p:cNvSpPr>
          <p:nvPr/>
        </p:nvSpPr>
        <p:spPr>
          <a:xfrm>
            <a:off x="3463636" y="3457575"/>
            <a:ext cx="5922818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rPr>
              <a:t>异常回查：回到</a:t>
            </a:r>
            <a:r>
              <a:rPr sz="1875" b="1">
                <a:latin typeface="Noto Sans CJK SC"/>
                <a:ea typeface="Noto Sans CJK SC"/>
                <a:cs typeface="Noto Sans CJK SC"/>
                <a:solidFill>
                  <a:srgbClr val="A87D05"/>
                </a:solidFill>
              </a:rPr>
              <a:t>原始记录</a:t>
            </a:r>
            <a:r>
              <a:rPr sz="187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rPr>
              <a:t>与采样过程</a:t>
            </a:r>
            <a:endParaRPr/>
          </a:p>
        </p:txBody>
      </p:sp>
      <p:sp>
        <p:nvSpPr>
          <p:cNvPr id="103" name="solid-title-band-103"/>
          <p:cNvSpPr/>
          <p:nvPr/>
        </p:nvSpPr>
        <p:spPr>
          <a:xfrm>
            <a:off x="793668" y="3924300"/>
            <a:ext cx="5396345" cy="361950"/>
          </a:xfrm>
          <a:prstGeom prst="rect">
            <a:avLst/>
          </a:prstGeom>
          <a:solidFill>
            <a:srgbClr val="4D319F"/>
          </a:solidFill>
        </p:spPr>
      </p:sp>
      <p:sp>
        <p:nvSpPr>
          <p:cNvPr id="85" name="text-220">
            <a:extLst>
              <a:ext uri="{FF2B5EF4-FFF2-40B4-BE49-F238E27FC236}">
                <ns2:creationId id="{8FB9864F-7BB8-439F-8D9E-15BEDE6A5CFD}"/>
              </a:ext>
            </a:extLst>
          </p:cNvPr>
          <p:cNvSpPr>
            <a:spLocks noGrp="1"/>
          </p:cNvSpPr>
          <p:nvPr/>
        </p:nvSpPr>
        <p:spPr>
          <a:xfrm>
            <a:off x="925286" y="3962400"/>
            <a:ext cx="513310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观测记录的季节变化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86" name="Chart">
            <a:extLst>
              <a:ext uri="{FF2B5EF4-FFF2-40B4-BE49-F238E27FC236}">
                <ns2:creationId id="{24D0E085-D9FA-4884-A9E8-7418BA4C6EF0}"/>
              </a:ext>
            </a:extLst>
          </p:cNvPr>
          <p:cNvGraphicFramePr/>
          <p:nvPr/>
        </p:nvGraphicFramePr>
        <p:xfrm>
          <a:off x="812470" y="4324350"/>
          <a:ext cx="5396345" cy="1781175"/>
        </p:xfrm>
        <a:graphic>
          <a:graphicData uri="http://schemas.openxmlformats.org/drawingml/2006/chart">
            <c:chart r:id="Rd2fd00bda74e4d93"/>
          </a:graphicData>
        </a:graphic>
      </p:graphicFrame>
      <p:sp>
        <p:nvSpPr>
          <p:cNvPr id="87" name="line-221">
            <a:extLst>
              <a:ext uri="{FF2B5EF4-FFF2-40B4-BE49-F238E27FC236}">
                <ns2:creationId id="{E1D94CFE-4A43-4873-AC65-6ACA67D9CA00}"/>
              </a:ext>
            </a:extLst>
          </p:cNvPr>
          <p:cNvSpPr>
            <a:spLocks noGrp="1"/>
          </p:cNvSpPr>
          <p:nvPr/>
        </p:nvSpPr>
        <p:spPr>
          <a:xfrm>
            <a:off x="5080660" y="4524375"/>
            <a:ext cx="206829" cy="95"/>
          </a:xfrm>
          <a:prstGeom prst="line">
            <a:avLst/>
          </a:prstGeom>
          <a:noFill/>
          <a:ln w="19050">
            <a:solidFill>
              <a:srgbClr val="4D319F"/>
            </a:solidFill>
            <a:prstDash val="solid"/>
          </a:ln>
        </p:spPr>
      </p:sp>
      <p:sp>
        <p:nvSpPr>
          <p:cNvPr id="88" name="text-222">
            <a:extLst>
              <a:ext uri="{FF2B5EF4-FFF2-40B4-BE49-F238E27FC236}">
                <ns2:creationId id="{23795127-6D4E-461E-8FBA-0780024DB756}"/>
              </a:ext>
            </a:extLst>
          </p:cNvPr>
          <p:cNvSpPr>
            <a:spLocks noGrp="1"/>
          </p:cNvSpPr>
          <p:nvPr/>
        </p:nvSpPr>
        <p:spPr>
          <a:xfrm>
            <a:off x="5353297" y="443865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物种甲</a:t>
            </a:r>
            <a:endParaRPr/>
          </a:p>
        </p:txBody>
      </p:sp>
      <p:sp>
        <p:nvSpPr>
          <p:cNvPr id="89" name="line-223">
            <a:extLst>
              <a:ext uri="{FF2B5EF4-FFF2-40B4-BE49-F238E27FC236}">
                <ns2:creationId id="{0299A293-19F9-4246-9637-EC5E76A48BF3}"/>
              </a:ext>
            </a:extLst>
          </p:cNvPr>
          <p:cNvSpPr>
            <a:spLocks noGrp="1"/>
          </p:cNvSpPr>
          <p:nvPr/>
        </p:nvSpPr>
        <p:spPr>
          <a:xfrm>
            <a:off x="5080660" y="4752975"/>
            <a:ext cx="206829" cy="95"/>
          </a:xfrm>
          <a:prstGeom prst="line">
            <a:avLst/>
          </a:prstGeom>
          <a:noFill/>
          <a:ln w="19050">
            <a:solidFill>
              <a:srgbClr val="A87D05"/>
            </a:solidFill>
            <a:prstDash val="solid"/>
          </a:ln>
        </p:spPr>
      </p:sp>
      <p:sp>
        <p:nvSpPr>
          <p:cNvPr id="90" name="text-224">
            <a:extLst>
              <a:ext uri="{FF2B5EF4-FFF2-40B4-BE49-F238E27FC236}">
                <ns2:creationId id="{F53E793A-59EE-438C-84D6-EF26EF0EB952}"/>
              </a:ext>
            </a:extLst>
          </p:cNvPr>
          <p:cNvSpPr>
            <a:spLocks noGrp="1"/>
          </p:cNvSpPr>
          <p:nvPr/>
        </p:nvSpPr>
        <p:spPr>
          <a:xfrm>
            <a:off x="5353297" y="466725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rPr>
              <a:t>物种乙</a:t>
            </a:r>
            <a:endParaRPr/>
          </a:p>
        </p:txBody>
      </p:sp>
      <p:sp>
        <p:nvSpPr>
          <p:cNvPr id="91" name="text-225">
            <a:extLst>
              <a:ext uri="{FF2B5EF4-FFF2-40B4-BE49-F238E27FC236}">
                <ns2:creationId id="{3A779918-D902-4032-83B4-DB9CF94FA4CC}"/>
              </a:ext>
            </a:extLst>
          </p:cNvPr>
          <p:cNvSpPr>
            <a:spLocks noGrp="1"/>
          </p:cNvSpPr>
          <p:nvPr/>
        </p:nvSpPr>
        <p:spPr>
          <a:xfrm>
            <a:off x="2539301" y="5915025"/>
            <a:ext cx="269817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104" name="solid-title-band-104"/>
          <p:cNvSpPr/>
          <p:nvPr/>
        </p:nvSpPr>
        <p:spPr>
          <a:xfrm>
            <a:off x="6396842" y="3924300"/>
            <a:ext cx="5396345" cy="361950"/>
          </a:xfrm>
          <a:prstGeom prst="rect">
            <a:avLst/>
          </a:prstGeom>
          <a:solidFill>
            <a:srgbClr val="4D319F"/>
          </a:solidFill>
        </p:spPr>
      </p:sp>
      <p:sp>
        <p:nvSpPr>
          <p:cNvPr id="92" name="text-226">
            <a:extLst>
              <a:ext uri="{FF2B5EF4-FFF2-40B4-BE49-F238E27FC236}">
                <ns2:creationId id="{4444D133-9447-4F68-8FF5-3206A34D206A}"/>
              </a:ext>
            </a:extLst>
          </p:cNvPr>
          <p:cNvSpPr>
            <a:spLocks noGrp="1"/>
          </p:cNvSpPr>
          <p:nvPr/>
        </p:nvSpPr>
        <p:spPr>
          <a:xfrm>
            <a:off x="6528460" y="3962400"/>
            <a:ext cx="513310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93" name="Chart">
            <a:extLst>
              <a:ext uri="{FF2B5EF4-FFF2-40B4-BE49-F238E27FC236}">
                <ns2:creationId id="{042C6303-E2C5-4297-A8BF-F77595E35CD8}"/>
              </a:ext>
            </a:extLst>
          </p:cNvPr>
          <p:cNvGraphicFramePr/>
          <p:nvPr/>
        </p:nvGraphicFramePr>
        <p:xfrm>
          <a:off x="6415644" y="4324350"/>
          <a:ext cx="5396345" cy="1781175"/>
        </p:xfrm>
        <a:graphic>
          <a:graphicData uri="http://schemas.openxmlformats.org/drawingml/2006/chart">
            <c:chart r:id="Re728cd7a426649f7"/>
          </a:graphicData>
        </a:graphic>
      </p:graphicFrame>
      <p:sp>
        <p:nvSpPr>
          <p:cNvPr id="94" name="text-227">
            <a:extLst>
              <a:ext uri="{FF2B5EF4-FFF2-40B4-BE49-F238E27FC236}">
                <ns2:creationId id="{FF007E7C-BF74-48BB-9C8C-821F54B6F165}"/>
              </a:ext>
            </a:extLst>
          </p:cNvPr>
          <p:cNvSpPr>
            <a:spLocks noGrp="1"/>
          </p:cNvSpPr>
          <p:nvPr/>
        </p:nvSpPr>
        <p:spPr>
          <a:xfrm>
            <a:off x="8142475" y="5915025"/>
            <a:ext cx="269817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  <a:endParaRPr/>
          </a:p>
        </p:txBody>
      </p:sp>
      <p:sp>
        <p:nvSpPr>
          <p:cNvPr id="95" name="shape-228">
            <a:extLst>
              <a:ext uri="{FF2B5EF4-FFF2-40B4-BE49-F238E27FC236}">
                <ns2:creationId id="{3E8C959E-CAE3-4A6B-BAB5-6918CCA051EC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4D319F"/>
          </a:solidFill>
          <a:ln w="14288">
            <a:solidFill>
              <a:srgbClr val="4D319F"/>
            </a:solidFill>
            <a:prstDash val="solid"/>
          </a:ln>
        </p:spPr>
      </p:sp>
      <p:sp>
        <p:nvSpPr>
          <p:cNvPr id="96" name="text-229">
            <a:extLst>
              <a:ext uri="{FF2B5EF4-FFF2-40B4-BE49-F238E27FC236}">
                <ns2:creationId id="{FFE6F97F-FA22-4C8E-8A6C-435DA37B4FA3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分析原则：保留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原始记录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，区分观测差异与模型解释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97" name="text-230">
            <a:extLst>
              <a:ext uri="{FF2B5EF4-FFF2-40B4-BE49-F238E27FC236}">
                <ns2:creationId id="{648BC5F7-5631-4C0B-A519-A323322A38EB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98" name="text-231">
            <a:extLst>
              <a:ext uri="{FF2B5EF4-FFF2-40B4-BE49-F238E27FC236}">
                <ns2:creationId id="{EEFA9D41-10F9-43A3-A517-D6C1F18FF7DA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rPr>
              <a:t>05</a:t>
            </a:r>
            <a:endParaRPr/>
          </a:p>
        </p:txBody>
      </p:sp>
    </p:spTree>
    <p:extLst>
      <p:ext uri="{BB962C8B-B14F-4D97-AF65-F5344CB8AC3E}">
        <ns5:creationId val="942761393"/>
      </p:ext>
    </p:extLst>
  </p:cSld>
</p:sld>
</file>

<file path=ppt/slides/slide6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99" name="text-140">
            <a:extLst>
              <a:ext uri="{FF2B5EF4-FFF2-40B4-BE49-F238E27FC236}">
                <ns2:creationId id="{E0CD6246-8BA7-4332-AD81-F92F892A4A9F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厚实实底｜湖蓝珊瑚</a:t>
            </a:r>
            <a:endParaRPr/>
          </a:p>
        </p:txBody>
      </p:sp>
      <p:sp>
        <p:nvSpPr>
          <p:cNvPr id="2" name="line-141">
            <a:extLst>
              <a:ext uri="{FF2B5EF4-FFF2-40B4-BE49-F238E27FC236}">
                <ns2:creationId id="{7B803D0C-FD4B-4541-AF4F-F7A98F40DE8F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087F9A"/>
            </a:solidFill>
            <a:prstDash val="solid"/>
          </a:ln>
        </p:spPr>
      </p:sp>
      <p:sp>
        <p:nvSpPr>
          <p:cNvPr id="3" name="shape-142">
            <a:extLst>
              <a:ext uri="{FF2B5EF4-FFF2-40B4-BE49-F238E27FC236}">
                <ns2:creationId id="{07B8342B-2C95-4275-A646-4418CE17169C}"/>
              </a:ext>
            </a:extLst>
          </p:cNvPr>
          <p:cNvSpPr>
            <a:spLocks noGrp="1"/>
          </p:cNvSpPr>
          <p:nvPr/>
        </p:nvSpPr>
        <p:spPr>
          <a:xfrm>
            <a:off x="304800" y="914400"/>
            <a:ext cx="338447" cy="1428750"/>
          </a:xfrm>
          <a:prstGeom prst="roundRect">
            <a:avLst>
              <a:gd name="adj" fmla="val 22222"/>
            </a:avLst>
          </a:prstGeom>
          <a:solidFill>
            <a:srgbClr val="087F9A"/>
          </a:solidFill>
          <a:ln w="0">
            <a:noFill/>
            <a:prstDash val="solid"/>
          </a:ln>
        </p:spPr>
      </p:sp>
      <p:sp>
        <p:nvSpPr>
          <p:cNvPr id="4" name="text-143">
            <a:extLst>
              <a:ext uri="{FF2B5EF4-FFF2-40B4-BE49-F238E27FC236}">
                <ns2:creationId id="{167F082A-9F07-4833-AF5D-E54DA56A45C1}"/>
              </a:ext>
            </a:extLst>
          </p:cNvPr>
          <p:cNvSpPr>
            <a:spLocks noGrp="1"/>
          </p:cNvSpPr>
          <p:nvPr/>
        </p:nvSpPr>
        <p:spPr>
          <a:xfrm>
            <a:off x="333004" y="1009650"/>
            <a:ext cx="282039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观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测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5" name="shape-144">
            <a:extLst>
              <a:ext uri="{FF2B5EF4-FFF2-40B4-BE49-F238E27FC236}">
                <ns2:creationId id="{062D7FB8-0C1F-4617-9DCA-169D38585D61}"/>
              </a:ext>
            </a:extLst>
          </p:cNvPr>
          <p:cNvSpPr>
            <a:spLocks noGrp="1"/>
          </p:cNvSpPr>
          <p:nvPr/>
        </p:nvSpPr>
        <p:spPr>
          <a:xfrm>
            <a:off x="304800" y="2571750"/>
            <a:ext cx="338447" cy="1190625"/>
          </a:xfrm>
          <a:prstGeom prst="roundRect">
            <a:avLst>
              <a:gd name="adj" fmla="val 22222"/>
            </a:avLst>
          </a:prstGeom>
          <a:solidFill>
            <a:srgbClr val="087F9A"/>
          </a:solidFill>
          <a:ln w="0">
            <a:noFill/>
            <a:prstDash val="solid"/>
          </a:ln>
        </p:spPr>
      </p:sp>
      <p:sp>
        <p:nvSpPr>
          <p:cNvPr id="6" name="text-145">
            <a:extLst>
              <a:ext uri="{FF2B5EF4-FFF2-40B4-BE49-F238E27FC236}">
                <ns2:creationId id="{B1927359-AC9F-45AA-8407-1C872F78ADDC}"/>
              </a:ext>
            </a:extLst>
          </p:cNvPr>
          <p:cNvSpPr>
            <a:spLocks noGrp="1"/>
          </p:cNvSpPr>
          <p:nvPr/>
        </p:nvSpPr>
        <p:spPr>
          <a:xfrm>
            <a:off x="333004" y="2667000"/>
            <a:ext cx="282039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析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7" name="shape-146">
            <a:extLst>
              <a:ext uri="{FF2B5EF4-FFF2-40B4-BE49-F238E27FC236}">
                <ns2:creationId id="{D5E3112B-4FA7-45B8-AD3E-AB36C837B16D}"/>
              </a:ext>
            </a:extLst>
          </p:cNvPr>
          <p:cNvSpPr>
            <a:spLocks noGrp="1"/>
          </p:cNvSpPr>
          <p:nvPr/>
        </p:nvSpPr>
        <p:spPr>
          <a:xfrm>
            <a:off x="304800" y="3962400"/>
            <a:ext cx="338447" cy="2152650"/>
          </a:xfrm>
          <a:prstGeom prst="roundRect">
            <a:avLst>
              <a:gd name="adj" fmla="val 22222"/>
            </a:avLst>
          </a:prstGeom>
          <a:solidFill>
            <a:srgbClr val="087F9A"/>
          </a:solidFill>
          <a:ln w="0">
            <a:noFill/>
            <a:prstDash val="solid"/>
          </a:ln>
        </p:spPr>
      </p:sp>
      <p:sp>
        <p:nvSpPr>
          <p:cNvPr id="8" name="text-147">
            <a:extLst>
              <a:ext uri="{FF2B5EF4-FFF2-40B4-BE49-F238E27FC236}">
                <ns2:creationId id="{C4FD96AB-9059-4D04-8A2D-DF4680EBF980}"/>
              </a:ext>
            </a:extLst>
          </p:cNvPr>
          <p:cNvSpPr>
            <a:spLocks noGrp="1"/>
          </p:cNvSpPr>
          <p:nvPr/>
        </p:nvSpPr>
        <p:spPr>
          <a:xfrm>
            <a:off x="333004" y="4057650"/>
            <a:ext cx="282039" cy="1962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输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出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9" name="shape-148">
            <a:extLst>
              <a:ext uri="{FF2B5EF4-FFF2-40B4-BE49-F238E27FC236}">
                <ns2:creationId id="{603B74B3-C890-435B-A94D-8C3D48B6571A}"/>
              </a:ext>
            </a:extLst>
          </p:cNvPr>
          <p:cNvSpPr>
            <a:spLocks noGrp="1"/>
          </p:cNvSpPr>
          <p:nvPr/>
        </p:nvSpPr>
        <p:spPr>
          <a:xfrm>
            <a:off x="793668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>
            <a:solidFill>
              <a:srgbClr val="087F9A"/>
            </a:solidFill>
            <a:prstDash val="solid"/>
          </a:ln>
        </p:spPr>
      </p:sp>
      <p:sp>
        <p:nvSpPr>
          <p:cNvPr id="100" name="solid-title-band-100"/>
          <p:cNvSpPr/>
          <p:nvPr/>
        </p:nvSpPr>
        <p:spPr>
          <a:xfrm>
            <a:off x="793668" y="914400"/>
            <a:ext cx="3600697" cy="457200"/>
          </a:xfrm>
          <a:prstGeom prst="rect">
            <a:avLst/>
          </a:prstGeom>
          <a:solidFill>
            <a:srgbClr val="087F9A"/>
          </a:solidFill>
        </p:spPr>
      </p:sp>
      <p:sp>
        <p:nvSpPr>
          <p:cNvPr id="10" name="icon-camera-149">
            <a:extLst>
              <a:ext uri="{FF2B5EF4-FFF2-40B4-BE49-F238E27FC236}">
                <ns2:creationId id="{06E617BC-B606-4C9D-AFAF-CE7A0653007A}"/>
              </a:ext>
            </a:extLst>
          </p:cNvPr>
          <p:cNvSpPr>
            <a:spLocks noGrp="1"/>
          </p:cNvSpPr>
          <p:nvPr/>
        </p:nvSpPr>
        <p:spPr>
          <a:xfrm>
            <a:off x="955746" y="1060704"/>
            <a:ext cx="258724" cy="185928"/>
          </a:xfrm>
          <a:prstGeom prst="roundRect">
            <a:avLst>
              <a:gd name="adj" fmla="val 26765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1" name="icon-camera-150">
            <a:extLst>
              <a:ext uri="{FF2B5EF4-FFF2-40B4-BE49-F238E27FC236}">
                <ns2:creationId id="{DC0A11E2-0ACC-4CE9-88CA-3761D06EF21B}"/>
              </a:ext>
            </a:extLst>
          </p:cNvPr>
          <p:cNvSpPr>
            <a:spLocks noGrp="1"/>
          </p:cNvSpPr>
          <p:nvPr/>
        </p:nvSpPr>
        <p:spPr>
          <a:xfrm>
            <a:off x="1033965" y="1021080"/>
            <a:ext cx="99278" cy="518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2" name="icon-camera-151">
            <a:extLst>
              <a:ext uri="{FF2B5EF4-FFF2-40B4-BE49-F238E27FC236}">
                <ns2:creationId id="{67586027-23AB-4F7C-92C0-8CA204AE1EF5}"/>
              </a:ext>
            </a:extLst>
          </p:cNvPr>
          <p:cNvSpPr>
            <a:spLocks noGrp="1"/>
          </p:cNvSpPr>
          <p:nvPr/>
        </p:nvSpPr>
        <p:spPr>
          <a:xfrm>
            <a:off x="1030956" y="1100328"/>
            <a:ext cx="108303" cy="109728"/>
          </a:xfrm>
          <a:prstGeom prst="ellipse">
            <a:avLst/>
          </a:pr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13" name="icon-camera-152">
            <a:extLst>
              <a:ext uri="{FF2B5EF4-FFF2-40B4-BE49-F238E27FC236}">
                <ns2:creationId id="{EC21702B-4A13-4493-A82A-CF5117B157BA}"/>
              </a:ext>
            </a:extLst>
          </p:cNvPr>
          <p:cNvSpPr>
            <a:spLocks noGrp="1"/>
          </p:cNvSpPr>
          <p:nvPr/>
        </p:nvSpPr>
        <p:spPr>
          <a:xfrm>
            <a:off x="1157310" y="1085088"/>
            <a:ext cx="24067" cy="24384"/>
          </a:xfrm>
          <a:prstGeom prst="ellipse">
            <a:avLst/>
          </a:pr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14" name="text-153">
            <a:extLst>
              <a:ext uri="{FF2B5EF4-FFF2-40B4-BE49-F238E27FC236}">
                <ns2:creationId id="{8F2C8A44-0EB5-4D1A-A99B-AB0D055D5F7C}"/>
              </a:ext>
            </a:extLst>
          </p:cNvPr>
          <p:cNvSpPr>
            <a:spLocks noGrp="1"/>
          </p:cNvSpPr>
          <p:nvPr/>
        </p:nvSpPr>
        <p:spPr>
          <a:xfrm>
            <a:off x="1423555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相机记录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5" name="text-154">
            <a:extLst>
              <a:ext uri="{FF2B5EF4-FFF2-40B4-BE49-F238E27FC236}">
                <ns2:creationId id="{AE10D43F-33BE-4EFC-AF0F-ED67DF344909}"/>
              </a:ext>
            </a:extLst>
          </p:cNvPr>
          <p:cNvSpPr>
            <a:spLocks noGrp="1"/>
          </p:cNvSpPr>
          <p:nvPr/>
        </p:nvSpPr>
        <p:spPr>
          <a:xfrm>
            <a:off x="1573975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物种 · 时间 · 样点</a:t>
            </a:r>
            <a:endParaRPr/>
          </a:p>
        </p:txBody>
      </p:sp>
      <p:sp>
        <p:nvSpPr>
          <p:cNvPr id="16" name="icon-camera-155">
            <a:extLst>
              <a:ext uri="{FF2B5EF4-FFF2-40B4-BE49-F238E27FC236}">
                <ns2:creationId id="{43FA40C6-FD70-4C73-9CC5-AB67065E1A07}"/>
              </a:ext>
            </a:extLst>
          </p:cNvPr>
          <p:cNvSpPr>
            <a:spLocks noGrp="1"/>
          </p:cNvSpPr>
          <p:nvPr/>
        </p:nvSpPr>
        <p:spPr>
          <a:xfrm>
            <a:off x="1185138" y="1856994"/>
            <a:ext cx="420426" cy="302133"/>
          </a:xfrm>
          <a:prstGeom prst="roundRect">
            <a:avLst>
              <a:gd name="adj" fmla="val 25221"/>
            </a:avLst>
          </a:pr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17" name="icon-camera-156">
            <a:extLst>
              <a:ext uri="{FF2B5EF4-FFF2-40B4-BE49-F238E27FC236}">
                <ns2:creationId id="{D2FBFC10-52F4-47B2-8E7D-7E68310C93D8}"/>
              </a:ext>
            </a:extLst>
          </p:cNvPr>
          <p:cNvSpPr>
            <a:spLocks noGrp="1"/>
          </p:cNvSpPr>
          <p:nvPr/>
        </p:nvSpPr>
        <p:spPr>
          <a:xfrm>
            <a:off x="1312243" y="1792605"/>
            <a:ext cx="161326" cy="84201"/>
          </a:xfrm>
          <a:prstGeom prst="roundRect">
            <a:avLst>
              <a:gd name="adj" fmla="val 50000"/>
            </a:avLst>
          </a:pr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18" name="icon-camera-157">
            <a:extLst>
              <a:ext uri="{FF2B5EF4-FFF2-40B4-BE49-F238E27FC236}">
                <ns2:creationId id="{7CDE9919-1981-4408-A792-0BAD0B4EAEE4}"/>
              </a:ext>
            </a:extLst>
          </p:cNvPr>
          <p:cNvSpPr>
            <a:spLocks noGrp="1"/>
          </p:cNvSpPr>
          <p:nvPr/>
        </p:nvSpPr>
        <p:spPr>
          <a:xfrm>
            <a:off x="1307354" y="1921383"/>
            <a:ext cx="175992" cy="1783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9" name="icon-camera-158">
            <a:extLst>
              <a:ext uri="{FF2B5EF4-FFF2-40B4-BE49-F238E27FC236}">
                <ns2:creationId id="{CB654160-40AF-477E-8D93-FF0C0AB3A229}"/>
              </a:ext>
            </a:extLst>
          </p:cNvPr>
          <p:cNvSpPr>
            <a:spLocks noGrp="1"/>
          </p:cNvSpPr>
          <p:nvPr/>
        </p:nvSpPr>
        <p:spPr>
          <a:xfrm>
            <a:off x="1512679" y="1896618"/>
            <a:ext cx="39109" cy="39624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20" name="vector-159">
            <a:extLst>
              <a:ext uri="{FF2B5EF4-FFF2-40B4-BE49-F238E27FC236}">
                <ns2:creationId id="{A15E7DCE-89E8-4F10-9410-FB46566838EE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>
            <a:solidFill>
              <a:srgbClr val="087F9A"/>
            </a:solidFill>
            <a:prstDash val="solid"/>
          </a:ln>
        </p:spPr>
      </p:sp>
      <p:sp>
        <p:nvSpPr>
          <p:cNvPr id="21" name="icon-leaf-160">
            <a:extLst>
              <a:ext uri="{FF2B5EF4-FFF2-40B4-BE49-F238E27FC236}">
                <ns2:creationId id="{75BD501B-F9AE-41A1-B6E6-DE508E3EAD3C}"/>
              </a:ext>
            </a:extLst>
          </p:cNvPr>
          <p:cNvSpPr>
            <a:spLocks noGrp="1"/>
          </p:cNvSpPr>
          <p:nvPr/>
        </p:nvSpPr>
        <p:spPr>
          <a:xfrm>
            <a:off x="2278697" y="1782699"/>
            <a:ext cx="131994" cy="222885"/>
          </a:xfrm>
          <a:prstGeom prst="ellipse">
            <a:avLst/>
          </a:pr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22" name="icon-leaf-161">
            <a:extLst>
              <a:ext uri="{FF2B5EF4-FFF2-40B4-BE49-F238E27FC236}">
                <ns2:creationId id="{076C9BD3-CEBC-43D7-A1BB-A16178BDB426}"/>
              </a:ext>
            </a:extLst>
          </p:cNvPr>
          <p:cNvSpPr>
            <a:spLocks noGrp="1"/>
          </p:cNvSpPr>
          <p:nvPr/>
        </p:nvSpPr>
        <p:spPr>
          <a:xfrm>
            <a:off x="2415580" y="1891665"/>
            <a:ext cx="146660" cy="222885"/>
          </a:xfrm>
          <a:prstGeom prst="ellipse">
            <a:avLst/>
          </a:pr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23" name="vector-162">
            <a:extLst>
              <a:ext uri="{FF2B5EF4-FFF2-40B4-BE49-F238E27FC236}">
                <ns2:creationId id="{A71B14A5-D0CF-4C9F-A344-1BF2BBCA3318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>
            <a:solidFill>
              <a:srgbClr val="087F9A"/>
            </a:solidFill>
            <a:prstDash val="solid"/>
          </a:ln>
        </p:spPr>
      </p:sp>
      <p:sp>
        <p:nvSpPr>
          <p:cNvPr id="24" name="vector-163">
            <a:extLst>
              <a:ext uri="{FF2B5EF4-FFF2-40B4-BE49-F238E27FC236}">
                <ns2:creationId id="{BC8F4623-1340-480F-B480-F416CA3EF704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>
            <a:solidFill>
              <a:srgbClr val="087F9A"/>
            </a:solidFill>
            <a:prstDash val="solid"/>
          </a:ln>
        </p:spPr>
      </p:sp>
      <p:sp>
        <p:nvSpPr>
          <p:cNvPr id="25" name="vector-164">
            <a:extLst>
              <a:ext uri="{FF2B5EF4-FFF2-40B4-BE49-F238E27FC236}">
                <ns2:creationId id="{C034160B-B611-446C-B45A-14978E50CC90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26" name="vector-165">
            <a:extLst>
              <a:ext uri="{FF2B5EF4-FFF2-40B4-BE49-F238E27FC236}">
                <ns2:creationId id="{2269A7AF-F20B-41EF-BBD9-EBEACFEB0EDA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7" name="vector-166">
            <a:extLst>
              <a:ext uri="{FF2B5EF4-FFF2-40B4-BE49-F238E27FC236}">
                <ns2:creationId id="{E9E55323-5EF5-4A50-8765-E2263B83EA3B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8" name="icon-map-167">
            <a:extLst>
              <a:ext uri="{FF2B5EF4-FFF2-40B4-BE49-F238E27FC236}">
                <ns2:creationId id="{A9C098B8-581C-405D-A6DA-A018E81177A4}"/>
              </a:ext>
            </a:extLst>
          </p:cNvPr>
          <p:cNvSpPr>
            <a:spLocks noGrp="1"/>
          </p:cNvSpPr>
          <p:nvPr/>
        </p:nvSpPr>
        <p:spPr>
          <a:xfrm>
            <a:off x="3386546" y="1861947"/>
            <a:ext cx="107551" cy="108966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29" name="shape-168">
            <a:extLst>
              <a:ext uri="{FF2B5EF4-FFF2-40B4-BE49-F238E27FC236}">
                <ns2:creationId id="{9C57E577-ACDA-42EA-9EC8-247A01B6A324}"/>
              </a:ext>
            </a:extLst>
          </p:cNvPr>
          <p:cNvSpPr>
            <a:spLocks noGrp="1"/>
          </p:cNvSpPr>
          <p:nvPr/>
        </p:nvSpPr>
        <p:spPr>
          <a:xfrm>
            <a:off x="4525983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>
            <a:solidFill>
              <a:srgbClr val="087F9A"/>
            </a:solidFill>
            <a:prstDash val="solid"/>
          </a:ln>
        </p:spPr>
      </p:sp>
      <p:sp>
        <p:nvSpPr>
          <p:cNvPr id="101" name="solid-title-band-101"/>
          <p:cNvSpPr/>
          <p:nvPr/>
        </p:nvSpPr>
        <p:spPr>
          <a:xfrm>
            <a:off x="4525983" y="914400"/>
            <a:ext cx="3600697" cy="457200"/>
          </a:xfrm>
          <a:prstGeom prst="rect">
            <a:avLst/>
          </a:prstGeom>
          <a:solidFill>
            <a:srgbClr val="087F9A"/>
          </a:solidFill>
        </p:spPr>
      </p:sp>
      <p:sp>
        <p:nvSpPr>
          <p:cNvPr id="30" name="vector-169">
            <a:extLst>
              <a:ext uri="{FF2B5EF4-FFF2-40B4-BE49-F238E27FC236}">
                <ns2:creationId id="{BF54A6B5-DA57-4D13-8E26-AC224EB2D0FC}"/>
              </a:ext>
            </a:extLst>
          </p:cNvPr>
          <p:cNvSpPr>
            <a:spLocks noGrp="1"/>
          </p:cNvSpPr>
          <p:nvPr/>
        </p:nvSpPr>
        <p:spPr>
          <a:xfrm>
            <a:off x="4667003" y="990600"/>
            <a:ext cx="300842" cy="3048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31" name="icon-tree-170">
            <a:extLst>
              <a:ext uri="{FF2B5EF4-FFF2-40B4-BE49-F238E27FC236}">
                <ns2:creationId id="{23B423B1-5440-4B5A-8842-A33092A4CF1B}"/>
              </a:ext>
            </a:extLst>
          </p:cNvPr>
          <p:cNvSpPr>
            <a:spLocks noGrp="1"/>
          </p:cNvSpPr>
          <p:nvPr/>
        </p:nvSpPr>
        <p:spPr>
          <a:xfrm>
            <a:off x="4715137" y="1005840"/>
            <a:ext cx="207581" cy="188976"/>
          </a:xfrm>
          <a:prstGeom prst="cloud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32" name="text-171">
            <a:extLst>
              <a:ext uri="{FF2B5EF4-FFF2-40B4-BE49-F238E27FC236}">
                <ns2:creationId id="{E3CD4B66-FA4A-41FD-9311-355C7400D4B8}"/>
              </a:ext>
            </a:extLst>
          </p:cNvPr>
          <p:cNvSpPr>
            <a:spLocks noGrp="1"/>
          </p:cNvSpPr>
          <p:nvPr/>
        </p:nvSpPr>
        <p:spPr>
          <a:xfrm>
            <a:off x="5155870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植被调查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33" name="text-172">
            <a:extLst>
              <a:ext uri="{FF2B5EF4-FFF2-40B4-BE49-F238E27FC236}">
                <ns2:creationId id="{B29ACA1F-484D-4A46-9688-942668E27069}"/>
              </a:ext>
            </a:extLst>
          </p:cNvPr>
          <p:cNvSpPr>
            <a:spLocks noGrp="1"/>
          </p:cNvSpPr>
          <p:nvPr/>
        </p:nvSpPr>
        <p:spPr>
          <a:xfrm>
            <a:off x="5306291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盖度 · 高度 · 结构</a:t>
            </a:r>
            <a:endParaRPr/>
          </a:p>
        </p:txBody>
      </p:sp>
      <p:pic>
        <p:nvPicPr>
          <p:cNvPr id="34" name="">
            <a:extLst>
              <a:ext uri="{FF2B5EF4-FFF2-40B4-BE49-F238E27FC236}">
                <ns2:creationId id="{C7823C26-C23D-4A6B-B62F-7325F074EAEF}"/>
              </a:ext>
            </a:extLst>
          </p:cNvPr>
          <p:cNvPicPr>
            <a:picLocks noChangeAspect="1"/>
          </p:cNvPicPr>
          <p:nvPr/>
        </p:nvPicPr>
        <p:blipFill>
          <a:blip r:embed="R4b4819146d1b40d0">
            <a:duotone>
              <a:srgbClr val="087F9A"/>
              <a:srgbClr val="FFFFFF"/>
            </a:duotone>
          </a:blip>
          <a:stretch/>
        </p:blipFill>
        <p:spPr>
          <a:xfrm>
            <a:off x="5745802" y="1657350"/>
            <a:ext cx="944831" cy="638175"/>
          </a:xfrm>
          <a:prstGeom prst="rect">
            <a:avLst/>
          </a:prstGeom>
        </p:spPr>
      </p:pic>
      <p:sp>
        <p:nvSpPr>
          <p:cNvPr id="35" name="shape-173">
            <a:extLst>
              <a:ext uri="{FF2B5EF4-FFF2-40B4-BE49-F238E27FC236}">
                <ns2:creationId id="{4C62072D-8947-449A-9435-4F91FA0A7B80}"/>
              </a:ext>
            </a:extLst>
          </p:cNvPr>
          <p:cNvSpPr>
            <a:spLocks noGrp="1"/>
          </p:cNvSpPr>
          <p:nvPr/>
        </p:nvSpPr>
        <p:spPr>
          <a:xfrm>
            <a:off x="8258299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>
            <a:solidFill>
              <a:srgbClr val="087F9A"/>
            </a:solidFill>
            <a:prstDash val="solid"/>
          </a:ln>
        </p:spPr>
      </p:sp>
      <p:sp>
        <p:nvSpPr>
          <p:cNvPr id="102" name="solid-title-band-102"/>
          <p:cNvSpPr/>
          <p:nvPr/>
        </p:nvSpPr>
        <p:spPr>
          <a:xfrm>
            <a:off x="8258299" y="914400"/>
            <a:ext cx="3600697" cy="457200"/>
          </a:xfrm>
          <a:prstGeom prst="rect">
            <a:avLst/>
          </a:prstGeom>
          <a:solidFill>
            <a:srgbClr val="087F9A"/>
          </a:solidFill>
        </p:spPr>
      </p:sp>
      <p:sp>
        <p:nvSpPr>
          <p:cNvPr id="36" name="vector-174">
            <a:extLst>
              <a:ext uri="{FF2B5EF4-FFF2-40B4-BE49-F238E27FC236}">
                <ns2:creationId id="{A2A707A0-27BE-4311-80E5-E6ED447EC480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37" name="vector-175">
            <a:extLst>
              <a:ext uri="{FF2B5EF4-FFF2-40B4-BE49-F238E27FC236}">
                <ns2:creationId id="{387DF0DF-1FC6-4E7C-B843-9E5B62494D0C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>
            <a:solidFill>
              <a:srgbClr val="087F9A"/>
            </a:solidFill>
            <a:prstDash val="solid"/>
          </a:ln>
        </p:spPr>
      </p:sp>
      <p:sp>
        <p:nvSpPr>
          <p:cNvPr id="38" name="vector-176">
            <a:extLst>
              <a:ext uri="{FF2B5EF4-FFF2-40B4-BE49-F238E27FC236}">
                <ns2:creationId id="{609AB834-B4D9-4CF3-BA3D-1B8BF1AAB487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>
            <a:solidFill>
              <a:srgbClr val="087F9A"/>
            </a:solidFill>
            <a:prstDash val="solid"/>
          </a:ln>
        </p:spPr>
      </p:sp>
      <p:sp>
        <p:nvSpPr>
          <p:cNvPr id="39" name="icon-map-177">
            <a:extLst>
              <a:ext uri="{FF2B5EF4-FFF2-40B4-BE49-F238E27FC236}">
                <ns2:creationId id="{0AFCB6CA-ABD4-42A8-9309-EA81C6697EA2}"/>
              </a:ext>
            </a:extLst>
          </p:cNvPr>
          <p:cNvSpPr>
            <a:spLocks noGrp="1"/>
          </p:cNvSpPr>
          <p:nvPr/>
        </p:nvSpPr>
        <p:spPr>
          <a:xfrm>
            <a:off x="8519655" y="1063752"/>
            <a:ext cx="66185" cy="67056"/>
          </a:xfrm>
          <a:prstGeom prst="ellipse">
            <a:avLst/>
          </a:pr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40" name="text-178">
            <a:extLst>
              <a:ext uri="{FF2B5EF4-FFF2-40B4-BE49-F238E27FC236}">
                <ns2:creationId id="{99A5B0D7-C8DF-4635-A9F4-9B8E8272A12E}"/>
              </a:ext>
            </a:extLst>
          </p:cNvPr>
          <p:cNvSpPr>
            <a:spLocks noGrp="1"/>
          </p:cNvSpPr>
          <p:nvPr/>
        </p:nvSpPr>
        <p:spPr>
          <a:xfrm>
            <a:off x="8888186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环境变量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41" name="text-179">
            <a:extLst>
              <a:ext uri="{FF2B5EF4-FFF2-40B4-BE49-F238E27FC236}">
                <ns2:creationId id="{0DA61E54-1A04-4C76-84C8-A67F1AA66A0A}"/>
              </a:ext>
            </a:extLst>
          </p:cNvPr>
          <p:cNvSpPr>
            <a:spLocks noGrp="1"/>
          </p:cNvSpPr>
          <p:nvPr/>
        </p:nvSpPr>
        <p:spPr>
          <a:xfrm>
            <a:off x="9038606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地形 · 道路 · 生境</a:t>
            </a:r>
            <a:endParaRPr/>
          </a:p>
        </p:txBody>
      </p:sp>
      <p:sp>
        <p:nvSpPr>
          <p:cNvPr id="42" name="vector-180">
            <a:extLst>
              <a:ext uri="{FF2B5EF4-FFF2-40B4-BE49-F238E27FC236}">
                <ns2:creationId id="{B2638E91-392D-4EDC-BBDD-59CDC9DA2E00}"/>
              </a:ext>
            </a:extLst>
          </p:cNvPr>
          <p:cNvSpPr>
            <a:spLocks noGrp="1"/>
          </p:cNvSpPr>
          <p:nvPr/>
        </p:nvSpPr>
        <p:spPr>
          <a:xfrm>
            <a:off x="9715500" y="1874901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087F9A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43" name="vector-181">
            <a:extLst>
              <a:ext uri="{FF2B5EF4-FFF2-40B4-BE49-F238E27FC236}">
                <ns2:creationId id="{37A14CA7-9CF9-41EE-806A-3596C0D6D5B5}"/>
              </a:ext>
            </a:extLst>
          </p:cNvPr>
          <p:cNvSpPr>
            <a:spLocks noGrp="1"/>
          </p:cNvSpPr>
          <p:nvPr/>
        </p:nvSpPr>
        <p:spPr>
          <a:xfrm>
            <a:off x="9715500" y="1756600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087F9A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44" name="vector-182">
            <a:extLst>
              <a:ext uri="{FF2B5EF4-FFF2-40B4-BE49-F238E27FC236}">
                <ns2:creationId id="{D1F0AA1B-B5B2-4847-9268-508C7D3FE3CA}"/>
              </a:ext>
            </a:extLst>
          </p:cNvPr>
          <p:cNvSpPr>
            <a:spLocks noGrp="1"/>
          </p:cNvSpPr>
          <p:nvPr/>
        </p:nvSpPr>
        <p:spPr>
          <a:xfrm>
            <a:off x="9715500" y="1638300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087F9A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45" name="node-183">
            <a:extLst>
              <a:ext uri="{FF2B5EF4-FFF2-40B4-BE49-F238E27FC236}">
                <ns2:creationId id="{3C3781CA-F167-4EF1-8C5D-6EBEA0A8EC59}"/>
              </a:ext>
            </a:extLst>
          </p:cNvPr>
          <p:cNvSpPr>
            <a:spLocks noGrp="1"/>
          </p:cNvSpPr>
          <p:nvPr/>
        </p:nvSpPr>
        <p:spPr>
          <a:xfrm>
            <a:off x="812470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087F9A"/>
          </a:solidFill>
          <a:ln w="14288">
            <a:solidFill>
              <a:srgbClr val="087F9A"/>
            </a:solidFill>
            <a:prstDash val="solid"/>
          </a:ln>
        </p:spPr>
      </p:sp>
      <p:sp>
        <p:nvSpPr>
          <p:cNvPr id="46" name="icon-database-184">
            <a:extLst>
              <a:ext uri="{FF2B5EF4-FFF2-40B4-BE49-F238E27FC236}">
                <ns2:creationId id="{B3C5A90F-D102-4E36-A08B-745B9FE745B3}"/>
              </a:ext>
            </a:extLst>
          </p:cNvPr>
          <p:cNvSpPr>
            <a:spLocks noGrp="1"/>
          </p:cNvSpPr>
          <p:nvPr/>
        </p:nvSpPr>
        <p:spPr>
          <a:xfrm>
            <a:off x="992975" y="2843689"/>
            <a:ext cx="287680" cy="270034"/>
          </a:xfrm>
          <a:prstGeom prst="can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47" name="vector-185">
            <a:extLst>
              <a:ext uri="{FF2B5EF4-FFF2-40B4-BE49-F238E27FC236}">
                <ns2:creationId id="{28768779-0BDF-4FF1-B025-77E00D196D3E}"/>
              </a:ext>
            </a:extLst>
          </p:cNvPr>
          <p:cNvSpPr>
            <a:spLocks noGrp="1"/>
          </p:cNvSpPr>
          <p:nvPr/>
        </p:nvSpPr>
        <p:spPr>
          <a:xfrm>
            <a:off x="925286" y="2762250"/>
            <a:ext cx="423058" cy="428625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20002">
            <a:solidFill>
              <a:srgbClr val="087F9A"/>
            </a:solidFill>
            <a:prstDash val="solid"/>
          </a:ln>
        </p:spPr>
      </p:sp>
      <p:sp>
        <p:nvSpPr>
          <p:cNvPr id="48" name="vector-186">
            <a:extLst>
              <a:ext uri="{FF2B5EF4-FFF2-40B4-BE49-F238E27FC236}">
                <ns2:creationId id="{C21713C9-F070-4E12-9DD2-513502169E58}"/>
              </a:ext>
            </a:extLst>
          </p:cNvPr>
          <p:cNvSpPr>
            <a:spLocks noGrp="1"/>
          </p:cNvSpPr>
          <p:nvPr/>
        </p:nvSpPr>
        <p:spPr>
          <a:xfrm>
            <a:off x="925286" y="2762250"/>
            <a:ext cx="423058" cy="428625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20002">
            <a:solidFill>
              <a:srgbClr val="087F9A"/>
            </a:solidFill>
            <a:prstDash val="solid"/>
          </a:ln>
        </p:spPr>
      </p:sp>
      <p:sp>
        <p:nvSpPr>
          <p:cNvPr id="49" name="text-187">
            <a:extLst>
              <a:ext uri="{FF2B5EF4-FFF2-40B4-BE49-F238E27FC236}">
                <ns2:creationId id="{8A7C70BC-FA6A-44B7-B14C-4CB41DB628C4}"/>
              </a:ext>
            </a:extLst>
          </p:cNvPr>
          <p:cNvSpPr>
            <a:spLocks noGrp="1"/>
          </p:cNvSpPr>
          <p:nvPr/>
        </p:nvSpPr>
        <p:spPr>
          <a:xfrm>
            <a:off x="1451758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数据核对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50" name="node-188">
            <a:extLst>
              <a:ext uri="{FF2B5EF4-FFF2-40B4-BE49-F238E27FC236}">
                <ns2:creationId id="{B44CB072-67BD-4ABF-A9F5-F77D4CF1B3B9}"/>
              </a:ext>
            </a:extLst>
          </p:cNvPr>
          <p:cNvSpPr>
            <a:spLocks noGrp="1"/>
          </p:cNvSpPr>
          <p:nvPr/>
        </p:nvSpPr>
        <p:spPr>
          <a:xfrm>
            <a:off x="3595255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087F9A"/>
          </a:solidFill>
          <a:ln w="14288">
            <a:solidFill>
              <a:srgbClr val="087F9A"/>
            </a:solidFill>
            <a:prstDash val="solid"/>
          </a:ln>
        </p:spPr>
      </p:sp>
      <p:sp>
        <p:nvSpPr>
          <p:cNvPr id="51" name="icon-calendar-189">
            <a:extLst>
              <a:ext uri="{FF2B5EF4-FFF2-40B4-BE49-F238E27FC236}">
                <ns2:creationId id="{79ED856C-8695-42B1-902F-0FA1D5652AB8}"/>
              </a:ext>
            </a:extLst>
          </p:cNvPr>
          <p:cNvSpPr>
            <a:spLocks noGrp="1"/>
          </p:cNvSpPr>
          <p:nvPr/>
        </p:nvSpPr>
        <p:spPr>
          <a:xfrm>
            <a:off x="3763067" y="2843689"/>
            <a:ext cx="313064" cy="300038"/>
          </a:xfrm>
          <a:prstGeom prst="roundRect">
            <a:avLst>
              <a:gd name="adj" fmla="val 25397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52" name="vector-190">
            <a:extLst>
              <a:ext uri="{FF2B5EF4-FFF2-40B4-BE49-F238E27FC236}">
                <ns2:creationId id="{D4FA6CBC-79CA-4992-9536-CD64CC4F5467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123825" y="361950"/>
                </a:moveTo>
                <a:lnTo>
                  <a:pt x="828675" y="361950"/>
                </a:lnTo>
              </a:path>
            </a:pathLst>
          </a:custGeom>
          <a:noFill/>
          <a:ln w="20002">
            <a:solidFill>
              <a:srgbClr val="087F9A"/>
            </a:solidFill>
            <a:prstDash val="solid"/>
          </a:ln>
        </p:spPr>
      </p:sp>
      <p:sp>
        <p:nvSpPr>
          <p:cNvPr id="53" name="vector-191">
            <a:extLst>
              <a:ext uri="{FF2B5EF4-FFF2-40B4-BE49-F238E27FC236}">
                <ns2:creationId id="{B19E6ADE-9747-44D9-9650-E62B3960737E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295275" y="66675"/>
                </a:moveTo>
                <a:lnTo>
                  <a:pt x="295275" y="2667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54" name="vector-192">
            <a:extLst>
              <a:ext uri="{FF2B5EF4-FFF2-40B4-BE49-F238E27FC236}">
                <ns2:creationId id="{0CD031E4-E3CB-460E-A526-8D482673B4B5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647700" y="66675"/>
                </a:moveTo>
                <a:lnTo>
                  <a:pt x="647700" y="2667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55" name="icon-calendar-193">
            <a:extLst>
              <a:ext uri="{FF2B5EF4-FFF2-40B4-BE49-F238E27FC236}">
                <ns2:creationId id="{97377C2D-8D3E-42D4-A08E-76ACF9E2576E}"/>
              </a:ext>
            </a:extLst>
          </p:cNvPr>
          <p:cNvSpPr>
            <a:spLocks noGrp="1"/>
          </p:cNvSpPr>
          <p:nvPr/>
        </p:nvSpPr>
        <p:spPr>
          <a:xfrm>
            <a:off x="3813834" y="2972276"/>
            <a:ext cx="38075" cy="38576"/>
          </a:xfrm>
          <a:prstGeom prst="rect">
            <a:avLst/>
          </a:pr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56" name="icon-calendar-194">
            <a:extLst>
              <a:ext uri="{FF2B5EF4-FFF2-40B4-BE49-F238E27FC236}">
                <ns2:creationId id="{CE36A950-2254-4411-8AB1-87F80540B08E}"/>
              </a:ext>
            </a:extLst>
          </p:cNvPr>
          <p:cNvSpPr>
            <a:spLocks noGrp="1"/>
          </p:cNvSpPr>
          <p:nvPr/>
        </p:nvSpPr>
        <p:spPr>
          <a:xfrm>
            <a:off x="3813834" y="3062288"/>
            <a:ext cx="38075" cy="38576"/>
          </a:xfrm>
          <a:prstGeom prst="rect">
            <a:avLst/>
          </a:pr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57" name="icon-calendar-195">
            <a:extLst>
              <a:ext uri="{FF2B5EF4-FFF2-40B4-BE49-F238E27FC236}">
                <ns2:creationId id="{61C5090B-3FA6-4ADD-91C6-6A850768ED05}"/>
              </a:ext>
            </a:extLst>
          </p:cNvPr>
          <p:cNvSpPr>
            <a:spLocks noGrp="1"/>
          </p:cNvSpPr>
          <p:nvPr/>
        </p:nvSpPr>
        <p:spPr>
          <a:xfrm>
            <a:off x="3902678" y="2972276"/>
            <a:ext cx="38075" cy="38576"/>
          </a:xfrm>
          <a:prstGeom prst="rect">
            <a:avLst/>
          </a:pr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58" name="icon-calendar-196">
            <a:extLst>
              <a:ext uri="{FF2B5EF4-FFF2-40B4-BE49-F238E27FC236}">
                <ns2:creationId id="{66C23FCB-84E4-4E15-8AFB-33983645D286}"/>
              </a:ext>
            </a:extLst>
          </p:cNvPr>
          <p:cNvSpPr>
            <a:spLocks noGrp="1"/>
          </p:cNvSpPr>
          <p:nvPr/>
        </p:nvSpPr>
        <p:spPr>
          <a:xfrm>
            <a:off x="3902678" y="3062288"/>
            <a:ext cx="38075" cy="38576"/>
          </a:xfrm>
          <a:prstGeom prst="rect">
            <a:avLst/>
          </a:pr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59" name="icon-calendar-197">
            <a:extLst>
              <a:ext uri="{FF2B5EF4-FFF2-40B4-BE49-F238E27FC236}">
                <ns2:creationId id="{B1A7F0DD-9FD8-4DDB-92BA-97E189D4171B}"/>
              </a:ext>
            </a:extLst>
          </p:cNvPr>
          <p:cNvSpPr>
            <a:spLocks noGrp="1"/>
          </p:cNvSpPr>
          <p:nvPr/>
        </p:nvSpPr>
        <p:spPr>
          <a:xfrm>
            <a:off x="3991520" y="2972276"/>
            <a:ext cx="38075" cy="38576"/>
          </a:xfrm>
          <a:prstGeom prst="rect">
            <a:avLst/>
          </a:pr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60" name="icon-calendar-198">
            <a:extLst>
              <a:ext uri="{FF2B5EF4-FFF2-40B4-BE49-F238E27FC236}">
                <ns2:creationId id="{32AD25F0-1E0F-4C2F-86E0-C8BB4A7C015B}"/>
              </a:ext>
            </a:extLst>
          </p:cNvPr>
          <p:cNvSpPr>
            <a:spLocks noGrp="1"/>
          </p:cNvSpPr>
          <p:nvPr/>
        </p:nvSpPr>
        <p:spPr>
          <a:xfrm>
            <a:off x="3991520" y="3062288"/>
            <a:ext cx="38075" cy="38576"/>
          </a:xfrm>
          <a:prstGeom prst="rect">
            <a:avLst/>
          </a:pr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61" name="text-199">
            <a:extLst>
              <a:ext uri="{FF2B5EF4-FFF2-40B4-BE49-F238E27FC236}">
                <ns2:creationId id="{6D2372C8-CC1F-47BA-B81E-41998C75594D}"/>
              </a:ext>
            </a:extLst>
          </p:cNvPr>
          <p:cNvSpPr>
            <a:spLocks noGrp="1"/>
          </p:cNvSpPr>
          <p:nvPr/>
        </p:nvSpPr>
        <p:spPr>
          <a:xfrm>
            <a:off x="4234543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统一时间窗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2" name="node-200">
            <a:extLst>
              <a:ext uri="{FF2B5EF4-FFF2-40B4-BE49-F238E27FC236}">
                <ns2:creationId id="{9D3A58A1-5722-4F33-B36F-8E5AB83013BC}"/>
              </a:ext>
            </a:extLst>
          </p:cNvPr>
          <p:cNvSpPr>
            <a:spLocks noGrp="1"/>
          </p:cNvSpPr>
          <p:nvPr/>
        </p:nvSpPr>
        <p:spPr>
          <a:xfrm>
            <a:off x="6378039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087F9A"/>
          </a:solidFill>
          <a:ln w="14288">
            <a:solidFill>
              <a:srgbClr val="087F9A"/>
            </a:solidFill>
            <a:prstDash val="solid"/>
          </a:ln>
        </p:spPr>
      </p:sp>
      <p:sp>
        <p:nvSpPr>
          <p:cNvPr id="63" name="vector-201">
            <a:extLst>
              <a:ext uri="{FF2B5EF4-FFF2-40B4-BE49-F238E27FC236}">
                <ns2:creationId id="{1086275B-A5A3-4DD2-9B65-5E3CE612859D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4" name="vector-202">
            <a:extLst>
              <a:ext uri="{FF2B5EF4-FFF2-40B4-BE49-F238E27FC236}">
                <ns2:creationId id="{6CAFA5A1-C0CF-47D0-A1DB-C23A9FEAB7C0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5" name="vector-203">
            <a:extLst>
              <a:ext uri="{FF2B5EF4-FFF2-40B4-BE49-F238E27FC236}">
                <ns2:creationId id="{6026837B-BF7B-4E8E-A185-E8A97D55F451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6" name="vector-204">
            <a:extLst>
              <a:ext uri="{FF2B5EF4-FFF2-40B4-BE49-F238E27FC236}">
                <ns2:creationId id="{E5D7AC89-205F-45A1-A669-0CE98D8DE746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7" name="vector-205">
            <a:extLst>
              <a:ext uri="{FF2B5EF4-FFF2-40B4-BE49-F238E27FC236}">
                <ns2:creationId id="{E2BA1BE9-5F93-4B98-95A9-CF7475EECE27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8" name="vector-206">
            <a:extLst>
              <a:ext uri="{FF2B5EF4-FFF2-40B4-BE49-F238E27FC236}">
                <ns2:creationId id="{92203271-BE32-4543-B339-A8B209B8118B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9" name="vector-207">
            <a:extLst>
              <a:ext uri="{FF2B5EF4-FFF2-40B4-BE49-F238E27FC236}">
                <ns2:creationId id="{0EBFD68F-507A-4FE7-B952-A9FEC727D95F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70" name="icon-network-208">
            <a:extLst>
              <a:ext uri="{FF2B5EF4-FFF2-40B4-BE49-F238E27FC236}">
                <ns2:creationId id="{2E0E7E98-426C-4E61-A75C-D0EC2B4FE9B1}"/>
              </a:ext>
            </a:extLst>
          </p:cNvPr>
          <p:cNvSpPr>
            <a:spLocks noGrp="1"/>
          </p:cNvSpPr>
          <p:nvPr/>
        </p:nvSpPr>
        <p:spPr>
          <a:xfrm>
            <a:off x="6516239" y="2890838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1" name="icon-network-209">
            <a:extLst>
              <a:ext uri="{FF2B5EF4-FFF2-40B4-BE49-F238E27FC236}">
                <ns2:creationId id="{9F6593BE-B5F3-4EA3-A72D-6855F43F64DF}"/>
              </a:ext>
            </a:extLst>
          </p:cNvPr>
          <p:cNvSpPr>
            <a:spLocks noGrp="1"/>
          </p:cNvSpPr>
          <p:nvPr/>
        </p:nvSpPr>
        <p:spPr>
          <a:xfrm>
            <a:off x="6651617" y="2783681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2" name="icon-network-210">
            <a:extLst>
              <a:ext uri="{FF2B5EF4-FFF2-40B4-BE49-F238E27FC236}">
                <ns2:creationId id="{CCAACBE8-2513-4619-91AF-A6283758E21F}"/>
              </a:ext>
            </a:extLst>
          </p:cNvPr>
          <p:cNvSpPr>
            <a:spLocks noGrp="1"/>
          </p:cNvSpPr>
          <p:nvPr/>
        </p:nvSpPr>
        <p:spPr>
          <a:xfrm>
            <a:off x="6816609" y="2860834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3" name="icon-network-211">
            <a:extLst>
              <a:ext uri="{FF2B5EF4-FFF2-40B4-BE49-F238E27FC236}">
                <ns2:creationId id="{127B162F-E53F-4E06-8648-4F628FAE6E52}"/>
              </a:ext>
            </a:extLst>
          </p:cNvPr>
          <p:cNvSpPr>
            <a:spLocks noGrp="1"/>
          </p:cNvSpPr>
          <p:nvPr/>
        </p:nvSpPr>
        <p:spPr>
          <a:xfrm>
            <a:off x="6753151" y="3088005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4" name="icon-network-212">
            <a:extLst>
              <a:ext uri="{FF2B5EF4-FFF2-40B4-BE49-F238E27FC236}">
                <ns2:creationId id="{5FD47032-5DDC-4BD9-B239-06AEBFA7270C}"/>
              </a:ext>
            </a:extLst>
          </p:cNvPr>
          <p:cNvSpPr>
            <a:spLocks noGrp="1"/>
          </p:cNvSpPr>
          <p:nvPr/>
        </p:nvSpPr>
        <p:spPr>
          <a:xfrm>
            <a:off x="6562774" y="3083719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5" name="text-213">
            <a:extLst>
              <a:ext uri="{FF2B5EF4-FFF2-40B4-BE49-F238E27FC236}">
                <ns2:creationId id="{35B47CD3-1E12-45B3-956B-A2C8398B2A8A}"/>
              </a:ext>
            </a:extLst>
          </p:cNvPr>
          <p:cNvSpPr>
            <a:spLocks noGrp="1"/>
          </p:cNvSpPr>
          <p:nvPr/>
        </p:nvSpPr>
        <p:spPr>
          <a:xfrm>
            <a:off x="7017327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候选模型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76" name="node-214">
            <a:extLst>
              <a:ext uri="{FF2B5EF4-FFF2-40B4-BE49-F238E27FC236}">
                <ns2:creationId id="{7B1DED00-78B5-4303-A44A-D1AFB1AB6CAE}"/>
              </a:ext>
            </a:extLst>
          </p:cNvPr>
          <p:cNvSpPr>
            <a:spLocks noGrp="1"/>
          </p:cNvSpPr>
          <p:nvPr/>
        </p:nvSpPr>
        <p:spPr>
          <a:xfrm>
            <a:off x="9160823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087F9A"/>
          </a:solidFill>
          <a:ln w="14288">
            <a:solidFill>
              <a:srgbClr val="087F9A"/>
            </a:solidFill>
            <a:prstDash val="solid"/>
          </a:ln>
        </p:spPr>
      </p:sp>
      <p:sp>
        <p:nvSpPr>
          <p:cNvPr id="77" name="icon-check-215">
            <a:extLst>
              <a:ext uri="{FF2B5EF4-FFF2-40B4-BE49-F238E27FC236}">
                <ns2:creationId id="{A9C806C0-D3C4-4370-BE0C-039F362C2C4C}"/>
              </a:ext>
            </a:extLst>
          </p:cNvPr>
          <p:cNvSpPr>
            <a:spLocks noGrp="1"/>
          </p:cNvSpPr>
          <p:nvPr/>
        </p:nvSpPr>
        <p:spPr>
          <a:xfrm>
            <a:off x="9315945" y="2805113"/>
            <a:ext cx="338447" cy="342900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8" name="vector-216">
            <a:extLst>
              <a:ext uri="{FF2B5EF4-FFF2-40B4-BE49-F238E27FC236}">
                <ns2:creationId id="{23A688B3-03CE-4BE3-AB77-D2C0854E22D2}"/>
              </a:ext>
            </a:extLst>
          </p:cNvPr>
          <p:cNvSpPr>
            <a:spLocks noGrp="1"/>
          </p:cNvSpPr>
          <p:nvPr/>
        </p:nvSpPr>
        <p:spPr>
          <a:xfrm>
            <a:off x="9273639" y="2762250"/>
            <a:ext cx="423058" cy="42862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20002">
            <a:solidFill>
              <a:srgbClr val="087F9A"/>
            </a:solidFill>
            <a:prstDash val="solid"/>
          </a:ln>
        </p:spPr>
      </p:sp>
      <p:sp>
        <p:nvSpPr>
          <p:cNvPr id="79" name="vector-217">
            <a:extLst>
              <a:ext uri="{FF2B5EF4-FFF2-40B4-BE49-F238E27FC236}">
                <ns2:creationId id="{2B5C3C5B-6B0C-4592-AD92-A4413671789A}"/>
              </a:ext>
            </a:extLst>
          </p:cNvPr>
          <p:cNvSpPr>
            <a:spLocks noGrp="1"/>
          </p:cNvSpPr>
          <p:nvPr/>
        </p:nvSpPr>
        <p:spPr>
          <a:xfrm>
            <a:off x="9273639" y="2762250"/>
            <a:ext cx="423058" cy="42862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20002">
            <a:solidFill>
              <a:srgbClr val="087F9A"/>
            </a:solidFill>
            <a:prstDash val="solid"/>
          </a:ln>
        </p:spPr>
      </p:sp>
      <p:sp>
        <p:nvSpPr>
          <p:cNvPr id="80" name="text-218">
            <a:extLst>
              <a:ext uri="{FF2B5EF4-FFF2-40B4-BE49-F238E27FC236}">
                <ns2:creationId id="{F56B3D0E-F184-47BD-8BB6-3308BDF78B5F}"/>
              </a:ext>
            </a:extLst>
          </p:cNvPr>
          <p:cNvSpPr>
            <a:spLocks noGrp="1"/>
          </p:cNvSpPr>
          <p:nvPr/>
        </p:nvSpPr>
        <p:spPr>
          <a:xfrm>
            <a:off x="9800112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诊断与验证</a:t>
            </a:r>
            <a:endParaRPr>
              <a:solidFill>
                <a:srgbClr val="FFFFFF"/>
              </a:solidFill>
            </a:endParaRPr>
          </a:p>
        </p:txBody>
      </p:sp>
      <p:cxnSp>
        <p:nvCxnSpPr>
          <p:cNvPr id="81" name="">
            <a:extLst>
              <a:ext uri="{FF2B5EF4-FFF2-40B4-BE49-F238E27FC236}">
                <ns2:creationId id="{7CC0558E-564C-427F-994D-72A8BB7A3658}"/>
              </a:ext>
            </a:extLst>
          </p:cNvPr>
          <p:cNvCxnSpPr>
            <a:stCxn id="45" idx="3"/>
            <a:endCxn id="50" idx="1"/>
          </p:cNvCxnSpPr>
          <p:nvPr/>
        </p:nvCxnSpPr>
        <p:spPr>
          <a:xfrm>
            <a:off x="3350821" y="2981325"/>
            <a:ext cx="244434" cy="0"/>
          </a:xfrm>
          <a:prstGeom prst="straightConnector1">
            <a:avLst/>
          </a:prstGeom>
          <a:ln w="24765">
            <a:solidFill>
              <a:srgbClr val="087F9A"/>
            </a:solidFill>
            <a:prstDash val="solid"/>
            <a:tailEnd type="triangle" w="med" len="med"/>
          </a:ln>
        </p:spPr>
      </p:cxnSp>
      <p:cxnSp>
        <p:nvCxnSpPr>
          <p:cNvPr id="82" name="">
            <a:extLst>
              <a:ext uri="{FF2B5EF4-FFF2-40B4-BE49-F238E27FC236}">
                <ns2:creationId id="{11C87C13-9B1D-4B8E-BB39-D40613A29D6D}"/>
              </a:ext>
            </a:extLst>
          </p:cNvPr>
          <p:cNvCxnSpPr>
            <a:stCxn id="50" idx="3"/>
            <a:endCxn id="62" idx="1"/>
          </p:cNvCxnSpPr>
          <p:nvPr/>
        </p:nvCxnSpPr>
        <p:spPr>
          <a:xfrm>
            <a:off x="6133605" y="2981325"/>
            <a:ext cx="244434" cy="0"/>
          </a:xfrm>
          <a:prstGeom prst="straightConnector1">
            <a:avLst/>
          </a:prstGeom>
          <a:ln w="24765">
            <a:solidFill>
              <a:srgbClr val="087F9A"/>
            </a:solidFill>
            <a:prstDash val="solid"/>
            <a:tailEnd type="triangle" w="med" len="med"/>
          </a:ln>
        </p:spPr>
      </p:cxnSp>
      <p:cxnSp>
        <p:nvCxnSpPr>
          <p:cNvPr id="83" name="">
            <a:extLst>
              <a:ext uri="{FF2B5EF4-FFF2-40B4-BE49-F238E27FC236}">
                <ns2:creationId id="{53852DB2-DDDD-4527-8C73-8B84DE1B85DE}"/>
              </a:ext>
            </a:extLst>
          </p:cNvPr>
          <p:cNvCxnSpPr>
            <a:stCxn id="62" idx="3"/>
            <a:endCxn id="76" idx="1"/>
          </p:cNvCxnSpPr>
          <p:nvPr/>
        </p:nvCxnSpPr>
        <p:spPr>
          <a:xfrm>
            <a:off x="8916390" y="2981325"/>
            <a:ext cx="244434" cy="0"/>
          </a:xfrm>
          <a:prstGeom prst="straightConnector1">
            <a:avLst/>
          </a:prstGeom>
          <a:ln w="24765">
            <a:solidFill>
              <a:srgbClr val="087F9A"/>
            </a:solidFill>
            <a:prstDash val="solid"/>
            <a:tailEnd type="triangle" w="med" len="med"/>
          </a:ln>
        </p:spPr>
      </p:cxnSp>
      <p:sp>
        <p:nvSpPr>
          <p:cNvPr id="84" name="text-219">
            <a:extLst>
              <a:ext uri="{FF2B5EF4-FFF2-40B4-BE49-F238E27FC236}">
                <ns2:creationId id="{CA7B2E47-498A-4D1B-856D-53F22ECBF934}"/>
              </a:ext>
            </a:extLst>
          </p:cNvPr>
          <p:cNvSpPr>
            <a:spLocks noGrp="1"/>
          </p:cNvSpPr>
          <p:nvPr/>
        </p:nvSpPr>
        <p:spPr>
          <a:xfrm>
            <a:off x="3463636" y="3457575"/>
            <a:ext cx="5922818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rPr>
              <a:t>异常回查：回到</a:t>
            </a:r>
            <a:r>
              <a:rPr sz="1875" b="1">
                <a:latin typeface="Noto Sans CJK SC"/>
                <a:ea typeface="Noto Sans CJK SC"/>
                <a:cs typeface="Noto Sans CJK SC"/>
                <a:solidFill>
                  <a:srgbClr val="CB4442"/>
                </a:solidFill>
              </a:rPr>
              <a:t>原始记录</a:t>
            </a:r>
            <a:r>
              <a:rPr sz="187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rPr>
              <a:t>与采样过程</a:t>
            </a:r>
            <a:endParaRPr/>
          </a:p>
        </p:txBody>
      </p:sp>
      <p:sp>
        <p:nvSpPr>
          <p:cNvPr id="103" name="solid-title-band-103"/>
          <p:cNvSpPr/>
          <p:nvPr/>
        </p:nvSpPr>
        <p:spPr>
          <a:xfrm>
            <a:off x="793668" y="3924300"/>
            <a:ext cx="5396345" cy="361950"/>
          </a:xfrm>
          <a:prstGeom prst="rect">
            <a:avLst/>
          </a:prstGeom>
          <a:solidFill>
            <a:srgbClr val="087F9A"/>
          </a:solidFill>
        </p:spPr>
      </p:sp>
      <p:sp>
        <p:nvSpPr>
          <p:cNvPr id="85" name="text-220">
            <a:extLst>
              <a:ext uri="{FF2B5EF4-FFF2-40B4-BE49-F238E27FC236}">
                <ns2:creationId id="{8FB9864F-7BB8-439F-8D9E-15BEDE6A5CFD}"/>
              </a:ext>
            </a:extLst>
          </p:cNvPr>
          <p:cNvSpPr>
            <a:spLocks noGrp="1"/>
          </p:cNvSpPr>
          <p:nvPr/>
        </p:nvSpPr>
        <p:spPr>
          <a:xfrm>
            <a:off x="925286" y="3962400"/>
            <a:ext cx="513310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观测记录的季节变化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86" name="Chart">
            <a:extLst>
              <a:ext uri="{FF2B5EF4-FFF2-40B4-BE49-F238E27FC236}">
                <ns2:creationId id="{24D0E085-D9FA-4884-A9E8-7418BA4C6EF0}"/>
              </a:ext>
            </a:extLst>
          </p:cNvPr>
          <p:cNvGraphicFramePr/>
          <p:nvPr/>
        </p:nvGraphicFramePr>
        <p:xfrm>
          <a:off x="812470" y="4324350"/>
          <a:ext cx="5396345" cy="1781175"/>
        </p:xfrm>
        <a:graphic>
          <a:graphicData uri="http://schemas.openxmlformats.org/drawingml/2006/chart">
            <c:chart r:id="Rd2fd00bda74e4d93"/>
          </a:graphicData>
        </a:graphic>
      </p:graphicFrame>
      <p:sp>
        <p:nvSpPr>
          <p:cNvPr id="87" name="line-221">
            <a:extLst>
              <a:ext uri="{FF2B5EF4-FFF2-40B4-BE49-F238E27FC236}">
                <ns2:creationId id="{E1D94CFE-4A43-4873-AC65-6ACA67D9CA00}"/>
              </a:ext>
            </a:extLst>
          </p:cNvPr>
          <p:cNvSpPr>
            <a:spLocks noGrp="1"/>
          </p:cNvSpPr>
          <p:nvPr/>
        </p:nvSpPr>
        <p:spPr>
          <a:xfrm>
            <a:off x="5080660" y="4524375"/>
            <a:ext cx="206829" cy="95"/>
          </a:xfrm>
          <a:prstGeom prst="line">
            <a:avLst/>
          </a:prstGeom>
          <a:noFill/>
          <a:ln w="19050">
            <a:solidFill>
              <a:srgbClr val="087F9A"/>
            </a:solidFill>
            <a:prstDash val="solid"/>
          </a:ln>
        </p:spPr>
      </p:sp>
      <p:sp>
        <p:nvSpPr>
          <p:cNvPr id="88" name="text-222">
            <a:extLst>
              <a:ext uri="{FF2B5EF4-FFF2-40B4-BE49-F238E27FC236}">
                <ns2:creationId id="{23795127-6D4E-461E-8FBA-0780024DB756}"/>
              </a:ext>
            </a:extLst>
          </p:cNvPr>
          <p:cNvSpPr>
            <a:spLocks noGrp="1"/>
          </p:cNvSpPr>
          <p:nvPr/>
        </p:nvSpPr>
        <p:spPr>
          <a:xfrm>
            <a:off x="5353297" y="443865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物种甲</a:t>
            </a:r>
            <a:endParaRPr/>
          </a:p>
        </p:txBody>
      </p:sp>
      <p:sp>
        <p:nvSpPr>
          <p:cNvPr id="89" name="line-223">
            <a:extLst>
              <a:ext uri="{FF2B5EF4-FFF2-40B4-BE49-F238E27FC236}">
                <ns2:creationId id="{0299A293-19F9-4246-9637-EC5E76A48BF3}"/>
              </a:ext>
            </a:extLst>
          </p:cNvPr>
          <p:cNvSpPr>
            <a:spLocks noGrp="1"/>
          </p:cNvSpPr>
          <p:nvPr/>
        </p:nvSpPr>
        <p:spPr>
          <a:xfrm>
            <a:off x="5080660" y="4752975"/>
            <a:ext cx="206829" cy="95"/>
          </a:xfrm>
          <a:prstGeom prst="line">
            <a:avLst/>
          </a:prstGeom>
          <a:noFill/>
          <a:ln w="19050">
            <a:solidFill>
              <a:srgbClr val="CB4442"/>
            </a:solidFill>
            <a:prstDash val="solid"/>
          </a:ln>
        </p:spPr>
      </p:sp>
      <p:sp>
        <p:nvSpPr>
          <p:cNvPr id="90" name="text-224">
            <a:extLst>
              <a:ext uri="{FF2B5EF4-FFF2-40B4-BE49-F238E27FC236}">
                <ns2:creationId id="{F53E793A-59EE-438C-84D6-EF26EF0EB952}"/>
              </a:ext>
            </a:extLst>
          </p:cNvPr>
          <p:cNvSpPr>
            <a:spLocks noGrp="1"/>
          </p:cNvSpPr>
          <p:nvPr/>
        </p:nvSpPr>
        <p:spPr>
          <a:xfrm>
            <a:off x="5353297" y="466725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rPr>
              <a:t>物种乙</a:t>
            </a:r>
            <a:endParaRPr/>
          </a:p>
        </p:txBody>
      </p:sp>
      <p:sp>
        <p:nvSpPr>
          <p:cNvPr id="91" name="text-225">
            <a:extLst>
              <a:ext uri="{FF2B5EF4-FFF2-40B4-BE49-F238E27FC236}">
                <ns2:creationId id="{3A779918-D902-4032-83B4-DB9CF94FA4CC}"/>
              </a:ext>
            </a:extLst>
          </p:cNvPr>
          <p:cNvSpPr>
            <a:spLocks noGrp="1"/>
          </p:cNvSpPr>
          <p:nvPr/>
        </p:nvSpPr>
        <p:spPr>
          <a:xfrm>
            <a:off x="2539301" y="5915025"/>
            <a:ext cx="269817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104" name="solid-title-band-104"/>
          <p:cNvSpPr/>
          <p:nvPr/>
        </p:nvSpPr>
        <p:spPr>
          <a:xfrm>
            <a:off x="6396842" y="3924300"/>
            <a:ext cx="5396345" cy="361950"/>
          </a:xfrm>
          <a:prstGeom prst="rect">
            <a:avLst/>
          </a:prstGeom>
          <a:solidFill>
            <a:srgbClr val="087F9A"/>
          </a:solidFill>
        </p:spPr>
      </p:sp>
      <p:sp>
        <p:nvSpPr>
          <p:cNvPr id="92" name="text-226">
            <a:extLst>
              <a:ext uri="{FF2B5EF4-FFF2-40B4-BE49-F238E27FC236}">
                <ns2:creationId id="{4444D133-9447-4F68-8FF5-3206A34D206A}"/>
              </a:ext>
            </a:extLst>
          </p:cNvPr>
          <p:cNvSpPr>
            <a:spLocks noGrp="1"/>
          </p:cNvSpPr>
          <p:nvPr/>
        </p:nvSpPr>
        <p:spPr>
          <a:xfrm>
            <a:off x="6528460" y="3962400"/>
            <a:ext cx="513310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93" name="Chart">
            <a:extLst>
              <a:ext uri="{FF2B5EF4-FFF2-40B4-BE49-F238E27FC236}">
                <ns2:creationId id="{042C6303-E2C5-4297-A8BF-F77595E35CD8}"/>
              </a:ext>
            </a:extLst>
          </p:cNvPr>
          <p:cNvGraphicFramePr/>
          <p:nvPr/>
        </p:nvGraphicFramePr>
        <p:xfrm>
          <a:off x="6415644" y="4324350"/>
          <a:ext cx="5396345" cy="1781175"/>
        </p:xfrm>
        <a:graphic>
          <a:graphicData uri="http://schemas.openxmlformats.org/drawingml/2006/chart">
            <c:chart r:id="Re728cd7a426649f7"/>
          </a:graphicData>
        </a:graphic>
      </p:graphicFrame>
      <p:sp>
        <p:nvSpPr>
          <p:cNvPr id="94" name="text-227">
            <a:extLst>
              <a:ext uri="{FF2B5EF4-FFF2-40B4-BE49-F238E27FC236}">
                <ns2:creationId id="{FF007E7C-BF74-48BB-9C8C-821F54B6F165}"/>
              </a:ext>
            </a:extLst>
          </p:cNvPr>
          <p:cNvSpPr>
            <a:spLocks noGrp="1"/>
          </p:cNvSpPr>
          <p:nvPr/>
        </p:nvSpPr>
        <p:spPr>
          <a:xfrm>
            <a:off x="8142475" y="5915025"/>
            <a:ext cx="269817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  <a:endParaRPr/>
          </a:p>
        </p:txBody>
      </p:sp>
      <p:sp>
        <p:nvSpPr>
          <p:cNvPr id="95" name="shape-228">
            <a:extLst>
              <a:ext uri="{FF2B5EF4-FFF2-40B4-BE49-F238E27FC236}">
                <ns2:creationId id="{3E8C959E-CAE3-4A6B-BAB5-6918CCA051EC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087F9A"/>
          </a:solidFill>
          <a:ln w="14288">
            <a:solidFill>
              <a:srgbClr val="087F9A"/>
            </a:solidFill>
            <a:prstDash val="solid"/>
          </a:ln>
        </p:spPr>
      </p:sp>
      <p:sp>
        <p:nvSpPr>
          <p:cNvPr id="96" name="text-229">
            <a:extLst>
              <a:ext uri="{FF2B5EF4-FFF2-40B4-BE49-F238E27FC236}">
                <ns2:creationId id="{FFE6F97F-FA22-4C8E-8A6C-435DA37B4FA3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分析原则：保留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原始记录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，区分观测差异与模型解释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97" name="text-230">
            <a:extLst>
              <a:ext uri="{FF2B5EF4-FFF2-40B4-BE49-F238E27FC236}">
                <ns2:creationId id="{648BC5F7-5631-4C0B-A519-A323322A38EB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98" name="text-231">
            <a:extLst>
              <a:ext uri="{FF2B5EF4-FFF2-40B4-BE49-F238E27FC236}">
                <ns2:creationId id="{EEFA9D41-10F9-43A3-A517-D6C1F18FF7DA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rPr>
              <a:t>06</a:t>
            </a:r>
            <a:endParaRPr/>
          </a:p>
        </p:txBody>
      </p:sp>
    </p:spTree>
    <p:extLst>
      <p:ext uri="{BB962C8B-B14F-4D97-AF65-F5344CB8AC3E}">
        <ns5:creationId val="942761393"/>
      </p:ext>
    </p:extLst>
  </p:cSld>
</p:sld>
</file>

<file path=ppt/slides/slide7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42" name="text-774">
            <a:extLst>
              <a:ext uri="{FF2B5EF4-FFF2-40B4-BE49-F238E27FC236}">
                <ns2:creationId id="{870151DE-162C-4E36-9A2A-BDBE388A5215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结果展示｜多维证据共同刻画群落响应</a:t>
            </a:r>
            <a:endParaRPr/>
          </a:p>
        </p:txBody>
      </p:sp>
      <p:sp>
        <p:nvSpPr>
          <p:cNvPr id="2" name="line-775">
            <a:extLst>
              <a:ext uri="{FF2B5EF4-FFF2-40B4-BE49-F238E27FC236}">
                <ns2:creationId id="{623A8942-9983-4DAC-90FE-5824285F49AD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1359A0"/>
            </a:solidFill>
            <a:prstDash val="solid"/>
          </a:ln>
        </p:spPr>
      </p:sp>
      <p:sp>
        <p:nvSpPr>
          <p:cNvPr id="3" name="shape-776">
            <a:extLst>
              <a:ext uri="{FF2B5EF4-FFF2-40B4-BE49-F238E27FC236}">
                <ns2:creationId id="{6238D9A9-05A6-4EA9-BFBE-DB3046E5407F}"/>
              </a:ext>
            </a:extLst>
          </p:cNvPr>
          <p:cNvSpPr>
            <a:spLocks noGrp="1"/>
          </p:cNvSpPr>
          <p:nvPr/>
        </p:nvSpPr>
        <p:spPr>
          <a:xfrm>
            <a:off x="304800" y="885825"/>
            <a:ext cx="5706588" cy="2476500"/>
          </a:xfrm>
          <a:prstGeom prst="rect">
            <a:avLst>
              <a:gd name="adj" fmla="val 3077"/>
            </a:avLst>
          </a:prstGeom>
          <a:solidFill>
            <a:srgbClr val="FFFFFF"/>
          </a:solidFill>
          <a:ln w="11430">
            <a:solidFill>
              <a:srgbClr val="1359A0"/>
            </a:solidFill>
            <a:prstDash val="solid"/>
          </a:ln>
        </p:spPr>
      </p:sp>
      <p:sp>
        <p:nvSpPr>
          <p:cNvPr id="4" name="shape-777">
            <a:extLst>
              <a:ext uri="{FF2B5EF4-FFF2-40B4-BE49-F238E27FC236}">
                <ns2:creationId id="{B09C51B1-8A13-401C-B166-4699434CCEFC}"/>
              </a:ext>
            </a:extLst>
          </p:cNvPr>
          <p:cNvSpPr>
            <a:spLocks noGrp="1"/>
          </p:cNvSpPr>
          <p:nvPr/>
        </p:nvSpPr>
        <p:spPr>
          <a:xfrm>
            <a:off x="314201" y="895350"/>
            <a:ext cx="5687786" cy="361950"/>
          </a:xfrm>
          <a:prstGeom prst="rect">
            <a:avLst>
              <a:gd name="adj" fmla="val 21053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5" name="shape-778">
            <a:extLst>
              <a:ext uri="{FF2B5EF4-FFF2-40B4-BE49-F238E27FC236}">
                <ns2:creationId id="{94701B7F-21F9-4E64-8428-0350248872A3}"/>
              </a:ext>
            </a:extLst>
          </p:cNvPr>
          <p:cNvSpPr>
            <a:spLocks noGrp="1"/>
          </p:cNvSpPr>
          <p:nvPr/>
        </p:nvSpPr>
        <p:spPr>
          <a:xfrm>
            <a:off x="398813" y="933450"/>
            <a:ext cx="272638" cy="276225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6" name="text-779">
            <a:extLst>
              <a:ext uri="{FF2B5EF4-FFF2-40B4-BE49-F238E27FC236}">
                <ns2:creationId id="{B01030CA-E107-4642-B10D-7DD8AC610DDD}"/>
              </a:ext>
            </a:extLst>
          </p:cNvPr>
          <p:cNvSpPr>
            <a:spLocks noGrp="1"/>
          </p:cNvSpPr>
          <p:nvPr/>
        </p:nvSpPr>
        <p:spPr>
          <a:xfrm>
            <a:off x="398813" y="93345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A</a:t>
            </a:r>
          </a:p>
        </p:txBody>
      </p:sp>
      <p:sp>
        <p:nvSpPr>
          <p:cNvPr id="7" name="text-780">
            <a:extLst>
              <a:ext uri="{FF2B5EF4-FFF2-40B4-BE49-F238E27FC236}">
                <ns2:creationId id="{D47D1E79-4C6E-499F-BB3E-8D46299274B6}"/>
              </a:ext>
            </a:extLst>
          </p:cNvPr>
          <p:cNvSpPr>
            <a:spLocks noGrp="1"/>
          </p:cNvSpPr>
          <p:nvPr/>
        </p:nvSpPr>
        <p:spPr>
          <a:xfrm>
            <a:off x="784266" y="942975"/>
            <a:ext cx="5076701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8" name="Chart">
            <a:extLst>
              <a:ext uri="{FF2B5EF4-FFF2-40B4-BE49-F238E27FC236}">
                <ns2:creationId id="{9456CB77-0FB2-4A66-BD08-7370CB22A5E3}"/>
              </a:ext>
            </a:extLst>
          </p:cNvPr>
          <p:cNvGraphicFramePr/>
          <p:nvPr/>
        </p:nvGraphicFramePr>
        <p:xfrm>
          <a:off x="380010" y="1314450"/>
          <a:ext cx="5546766" cy="1981200"/>
        </p:xfrm>
        <a:graphic>
          <a:graphicData uri="http://schemas.openxmlformats.org/drawingml/2006/chart">
            <c:chart r:id="R0f90f39fb5cf47f3"/>
          </a:graphicData>
        </a:graphic>
      </p:graphicFrame>
      <p:sp>
        <p:nvSpPr>
          <p:cNvPr id="9" name="text-781">
            <a:extLst>
              <a:ext uri="{FF2B5EF4-FFF2-40B4-BE49-F238E27FC236}">
                <ns2:creationId id="{A492B5C0-6C8E-476A-A0FF-2B8B824EFB96}"/>
              </a:ext>
            </a:extLst>
          </p:cNvPr>
          <p:cNvSpPr>
            <a:spLocks noGrp="1"/>
          </p:cNvSpPr>
          <p:nvPr/>
        </p:nvSpPr>
        <p:spPr>
          <a:xfrm>
            <a:off x="2154976" y="3105150"/>
            <a:ext cx="277338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  <a:endParaRPr/>
          </a:p>
        </p:txBody>
      </p:sp>
      <p:sp>
        <p:nvSpPr>
          <p:cNvPr id="10" name="shape-782">
            <a:extLst>
              <a:ext uri="{FF2B5EF4-FFF2-40B4-BE49-F238E27FC236}">
                <ns2:creationId id="{954A65F0-59E1-44F4-9F44-63E470FB03CB}"/>
              </a:ext>
            </a:extLst>
          </p:cNvPr>
          <p:cNvSpPr>
            <a:spLocks noGrp="1"/>
          </p:cNvSpPr>
          <p:nvPr/>
        </p:nvSpPr>
        <p:spPr>
          <a:xfrm>
            <a:off x="6180612" y="885825"/>
            <a:ext cx="5706588" cy="2476500"/>
          </a:xfrm>
          <a:prstGeom prst="rect">
            <a:avLst>
              <a:gd name="adj" fmla="val 3077"/>
            </a:avLst>
          </a:prstGeom>
          <a:solidFill>
            <a:srgbClr val="FFFFFF"/>
          </a:solidFill>
          <a:ln w="11430">
            <a:solidFill>
              <a:srgbClr val="1359A0"/>
            </a:solidFill>
            <a:prstDash val="solid"/>
          </a:ln>
        </p:spPr>
      </p:sp>
      <p:sp>
        <p:nvSpPr>
          <p:cNvPr id="11" name="shape-783">
            <a:extLst>
              <a:ext uri="{FF2B5EF4-FFF2-40B4-BE49-F238E27FC236}">
                <ns2:creationId id="{E91F6EEF-201E-45C6-ADFE-3A13A329382C}"/>
              </a:ext>
            </a:extLst>
          </p:cNvPr>
          <p:cNvSpPr>
            <a:spLocks noGrp="1"/>
          </p:cNvSpPr>
          <p:nvPr/>
        </p:nvSpPr>
        <p:spPr>
          <a:xfrm>
            <a:off x="6190013" y="895350"/>
            <a:ext cx="5687786" cy="361950"/>
          </a:xfrm>
          <a:prstGeom prst="rect">
            <a:avLst>
              <a:gd name="adj" fmla="val 21053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12" name="shape-784">
            <a:extLst>
              <a:ext uri="{FF2B5EF4-FFF2-40B4-BE49-F238E27FC236}">
                <ns2:creationId id="{9C37406F-6B5F-44F1-875A-02E2692E64C1}"/>
              </a:ext>
            </a:extLst>
          </p:cNvPr>
          <p:cNvSpPr>
            <a:spLocks noGrp="1"/>
          </p:cNvSpPr>
          <p:nvPr/>
        </p:nvSpPr>
        <p:spPr>
          <a:xfrm>
            <a:off x="6274625" y="933450"/>
            <a:ext cx="272638" cy="276225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13" name="text-785">
            <a:extLst>
              <a:ext uri="{FF2B5EF4-FFF2-40B4-BE49-F238E27FC236}">
                <ns2:creationId id="{5B4A55DB-123D-4A99-A4B8-77B18A40F9C1}"/>
              </a:ext>
            </a:extLst>
          </p:cNvPr>
          <p:cNvSpPr>
            <a:spLocks noGrp="1"/>
          </p:cNvSpPr>
          <p:nvPr/>
        </p:nvSpPr>
        <p:spPr>
          <a:xfrm>
            <a:off x="6274625" y="93345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B</a:t>
            </a:r>
          </a:p>
        </p:txBody>
      </p:sp>
      <p:sp>
        <p:nvSpPr>
          <p:cNvPr id="14" name="text-786">
            <a:extLst>
              <a:ext uri="{FF2B5EF4-FFF2-40B4-BE49-F238E27FC236}">
                <ns2:creationId id="{0731A0D9-0B00-4255-B368-C5548CD183E6}"/>
              </a:ext>
            </a:extLst>
          </p:cNvPr>
          <p:cNvSpPr>
            <a:spLocks noGrp="1"/>
          </p:cNvSpPr>
          <p:nvPr/>
        </p:nvSpPr>
        <p:spPr>
          <a:xfrm>
            <a:off x="6660078" y="942975"/>
            <a:ext cx="5076701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不同生境的群落差异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15" name="Chart">
            <a:extLst>
              <a:ext uri="{FF2B5EF4-FFF2-40B4-BE49-F238E27FC236}">
                <ns2:creationId id="{7F0206B9-6C09-457D-B465-33EE92A85635}"/>
              </a:ext>
            </a:extLst>
          </p:cNvPr>
          <p:cNvGraphicFramePr/>
          <p:nvPr/>
        </p:nvGraphicFramePr>
        <p:xfrm>
          <a:off x="6255822" y="1314450"/>
          <a:ext cx="5546766" cy="1981200"/>
        </p:xfrm>
        <a:graphic>
          <a:graphicData uri="http://schemas.openxmlformats.org/drawingml/2006/chart">
            <c:chart r:id="R5ffc3bee95974730"/>
          </a:graphicData>
        </a:graphic>
      </p:graphicFrame>
      <p:sp>
        <p:nvSpPr>
          <p:cNvPr id="16" name="shape-787">
            <a:extLst>
              <a:ext uri="{FF2B5EF4-FFF2-40B4-BE49-F238E27FC236}">
                <ns2:creationId id="{1AF9F0CC-C727-4FBF-8DC4-995AA1EF4A6D}"/>
              </a:ext>
            </a:extLst>
          </p:cNvPr>
          <p:cNvSpPr>
            <a:spLocks noGrp="1"/>
          </p:cNvSpPr>
          <p:nvPr/>
        </p:nvSpPr>
        <p:spPr>
          <a:xfrm>
            <a:off x="304800" y="3495675"/>
            <a:ext cx="5706588" cy="2476500"/>
          </a:xfrm>
          <a:prstGeom prst="rect">
            <a:avLst>
              <a:gd name="adj" fmla="val 3077"/>
            </a:avLst>
          </a:prstGeom>
          <a:solidFill>
            <a:srgbClr val="FFFFFF"/>
          </a:solidFill>
          <a:ln w="11430">
            <a:solidFill>
              <a:srgbClr val="1359A0"/>
            </a:solidFill>
            <a:prstDash val="solid"/>
          </a:ln>
        </p:spPr>
      </p:sp>
      <p:sp>
        <p:nvSpPr>
          <p:cNvPr id="17" name="shape-788">
            <a:extLst>
              <a:ext uri="{FF2B5EF4-FFF2-40B4-BE49-F238E27FC236}">
                <ns2:creationId id="{BD71EC20-B58A-469C-9E31-70D081983CD4}"/>
              </a:ext>
            </a:extLst>
          </p:cNvPr>
          <p:cNvSpPr>
            <a:spLocks noGrp="1"/>
          </p:cNvSpPr>
          <p:nvPr/>
        </p:nvSpPr>
        <p:spPr>
          <a:xfrm>
            <a:off x="314201" y="3505200"/>
            <a:ext cx="5687786" cy="361950"/>
          </a:xfrm>
          <a:prstGeom prst="rect">
            <a:avLst>
              <a:gd name="adj" fmla="val 21053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18" name="shape-789">
            <a:extLst>
              <a:ext uri="{FF2B5EF4-FFF2-40B4-BE49-F238E27FC236}">
                <ns2:creationId id="{8AA0545D-C63E-48FF-9919-6A3C912B1616}"/>
              </a:ext>
            </a:extLst>
          </p:cNvPr>
          <p:cNvSpPr>
            <a:spLocks noGrp="1"/>
          </p:cNvSpPr>
          <p:nvPr/>
        </p:nvSpPr>
        <p:spPr>
          <a:xfrm>
            <a:off x="398813" y="3543300"/>
            <a:ext cx="272638" cy="276225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19" name="text-790">
            <a:extLst>
              <a:ext uri="{FF2B5EF4-FFF2-40B4-BE49-F238E27FC236}">
                <ns2:creationId id="{60A4A900-E79C-44C3-9DAE-47ED004E4723}"/>
              </a:ext>
            </a:extLst>
          </p:cNvPr>
          <p:cNvSpPr>
            <a:spLocks noGrp="1"/>
          </p:cNvSpPr>
          <p:nvPr/>
        </p:nvSpPr>
        <p:spPr>
          <a:xfrm>
            <a:off x="398813" y="354330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C</a:t>
            </a:r>
          </a:p>
        </p:txBody>
      </p:sp>
      <p:sp>
        <p:nvSpPr>
          <p:cNvPr id="20" name="text-791">
            <a:extLst>
              <a:ext uri="{FF2B5EF4-FFF2-40B4-BE49-F238E27FC236}">
                <ns2:creationId id="{BA801818-1268-4883-8A51-AECE03EE1DA0}"/>
              </a:ext>
            </a:extLst>
          </p:cNvPr>
          <p:cNvSpPr>
            <a:spLocks noGrp="1"/>
          </p:cNvSpPr>
          <p:nvPr/>
        </p:nvSpPr>
        <p:spPr>
          <a:xfrm>
            <a:off x="784266" y="3552825"/>
            <a:ext cx="5076701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季节动态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21" name="Chart">
            <a:extLst>
              <a:ext uri="{FF2B5EF4-FFF2-40B4-BE49-F238E27FC236}">
                <ns2:creationId id="{419FAEFB-A02A-4E65-BAF2-FB1C9B48BE22}"/>
              </a:ext>
            </a:extLst>
          </p:cNvPr>
          <p:cNvGraphicFramePr/>
          <p:nvPr/>
        </p:nvGraphicFramePr>
        <p:xfrm>
          <a:off x="380010" y="3924300"/>
          <a:ext cx="5546766" cy="1981200"/>
        </p:xfrm>
        <a:graphic>
          <a:graphicData uri="http://schemas.openxmlformats.org/drawingml/2006/chart">
            <c:chart r:id="R5911ad34a6c7462d"/>
          </a:graphicData>
        </a:graphic>
      </p:graphicFrame>
      <p:sp>
        <p:nvSpPr>
          <p:cNvPr id="22" name="line-792">
            <a:extLst>
              <a:ext uri="{FF2B5EF4-FFF2-40B4-BE49-F238E27FC236}">
                <ns2:creationId id="{88C43074-E8D9-46A6-9170-4D3647BF5914}"/>
              </a:ext>
            </a:extLst>
          </p:cNvPr>
          <p:cNvSpPr>
            <a:spLocks noGrp="1"/>
          </p:cNvSpPr>
          <p:nvPr/>
        </p:nvSpPr>
        <p:spPr>
          <a:xfrm>
            <a:off x="4798621" y="4124325"/>
            <a:ext cx="206829" cy="95"/>
          </a:xfrm>
          <a:prstGeom prst="line">
            <a:avLst/>
          </a:prstGeom>
          <a:noFill/>
          <a:ln w="19050">
            <a:solidFill>
              <a:srgbClr val="1359A0"/>
            </a:solidFill>
            <a:prstDash val="solid"/>
          </a:ln>
        </p:spPr>
      </p:sp>
      <p:sp>
        <p:nvSpPr>
          <p:cNvPr id="23" name="text-793">
            <a:extLst>
              <a:ext uri="{FF2B5EF4-FFF2-40B4-BE49-F238E27FC236}">
                <ns2:creationId id="{A08CF5A4-363F-4B2B-907D-5754E7601F3B}"/>
              </a:ext>
            </a:extLst>
          </p:cNvPr>
          <p:cNvSpPr>
            <a:spLocks noGrp="1"/>
          </p:cNvSpPr>
          <p:nvPr/>
        </p:nvSpPr>
        <p:spPr>
          <a:xfrm>
            <a:off x="5071258" y="403860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情景 A</a:t>
            </a:r>
            <a:endParaRPr/>
          </a:p>
        </p:txBody>
      </p:sp>
      <p:sp>
        <p:nvSpPr>
          <p:cNvPr id="24" name="line-794">
            <a:extLst>
              <a:ext uri="{FF2B5EF4-FFF2-40B4-BE49-F238E27FC236}">
                <ns2:creationId id="{7CF895B8-1DD8-4639-886A-1C5A1D8C42E4}"/>
              </a:ext>
            </a:extLst>
          </p:cNvPr>
          <p:cNvSpPr>
            <a:spLocks noGrp="1"/>
          </p:cNvSpPr>
          <p:nvPr/>
        </p:nvSpPr>
        <p:spPr>
          <a:xfrm>
            <a:off x="4798621" y="4352925"/>
            <a:ext cx="206829" cy="95"/>
          </a:xfrm>
          <a:prstGeom prst="line">
            <a:avLst/>
          </a:prstGeom>
          <a:noFill/>
          <a:ln w="19050">
            <a:solidFill>
              <a:srgbClr val="B82D32"/>
            </a:solidFill>
            <a:prstDash val="solid"/>
          </a:ln>
        </p:spPr>
      </p:sp>
      <p:sp>
        <p:nvSpPr>
          <p:cNvPr id="25" name="text-795">
            <a:extLst>
              <a:ext uri="{FF2B5EF4-FFF2-40B4-BE49-F238E27FC236}">
                <ns2:creationId id="{44E96B68-8185-4A2E-B713-98197F5C6A79}"/>
              </a:ext>
            </a:extLst>
          </p:cNvPr>
          <p:cNvSpPr>
            <a:spLocks noGrp="1"/>
          </p:cNvSpPr>
          <p:nvPr/>
        </p:nvSpPr>
        <p:spPr>
          <a:xfrm>
            <a:off x="5071258" y="426720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情景 B</a:t>
            </a:r>
            <a:endParaRPr/>
          </a:p>
        </p:txBody>
      </p:sp>
      <p:sp>
        <p:nvSpPr>
          <p:cNvPr id="26" name="text-796">
            <a:extLst>
              <a:ext uri="{FF2B5EF4-FFF2-40B4-BE49-F238E27FC236}">
                <ns2:creationId id="{1E2CEC79-B67D-452A-B8F4-80AA0F87D6DD}"/>
              </a:ext>
            </a:extLst>
          </p:cNvPr>
          <p:cNvSpPr>
            <a:spLocks noGrp="1"/>
          </p:cNvSpPr>
          <p:nvPr/>
        </p:nvSpPr>
        <p:spPr>
          <a:xfrm>
            <a:off x="2154976" y="5715000"/>
            <a:ext cx="277338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27" name="shape-797">
            <a:extLst>
              <a:ext uri="{FF2B5EF4-FFF2-40B4-BE49-F238E27FC236}">
                <ns2:creationId id="{24F3D4E5-E07C-4F4D-B936-98907F1AA144}"/>
              </a:ext>
            </a:extLst>
          </p:cNvPr>
          <p:cNvSpPr>
            <a:spLocks noGrp="1"/>
          </p:cNvSpPr>
          <p:nvPr/>
        </p:nvSpPr>
        <p:spPr>
          <a:xfrm>
            <a:off x="6180612" y="3495675"/>
            <a:ext cx="5706588" cy="2476500"/>
          </a:xfrm>
          <a:prstGeom prst="rect">
            <a:avLst>
              <a:gd name="adj" fmla="val 3077"/>
            </a:avLst>
          </a:prstGeom>
          <a:solidFill>
            <a:srgbClr val="FFFFFF"/>
          </a:solidFill>
          <a:ln w="11430">
            <a:solidFill>
              <a:srgbClr val="1359A0"/>
            </a:solidFill>
            <a:prstDash val="solid"/>
          </a:ln>
        </p:spPr>
      </p:sp>
      <p:sp>
        <p:nvSpPr>
          <p:cNvPr id="28" name="shape-798">
            <a:extLst>
              <a:ext uri="{FF2B5EF4-FFF2-40B4-BE49-F238E27FC236}">
                <ns2:creationId id="{4583CF5F-7439-475C-B649-91E04F05FEB7}"/>
              </a:ext>
            </a:extLst>
          </p:cNvPr>
          <p:cNvSpPr>
            <a:spLocks noGrp="1"/>
          </p:cNvSpPr>
          <p:nvPr/>
        </p:nvSpPr>
        <p:spPr>
          <a:xfrm>
            <a:off x="6190013" y="3505200"/>
            <a:ext cx="5687786" cy="361950"/>
          </a:xfrm>
          <a:prstGeom prst="rect">
            <a:avLst>
              <a:gd name="adj" fmla="val 21053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29" name="shape-799">
            <a:extLst>
              <a:ext uri="{FF2B5EF4-FFF2-40B4-BE49-F238E27FC236}">
                <ns2:creationId id="{62E7BFA5-0730-4B90-9E5A-A032A486B7EE}"/>
              </a:ext>
            </a:extLst>
          </p:cNvPr>
          <p:cNvSpPr>
            <a:spLocks noGrp="1"/>
          </p:cNvSpPr>
          <p:nvPr/>
        </p:nvSpPr>
        <p:spPr>
          <a:xfrm>
            <a:off x="6274625" y="3543300"/>
            <a:ext cx="272638" cy="276225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30" name="text-800">
            <a:extLst>
              <a:ext uri="{FF2B5EF4-FFF2-40B4-BE49-F238E27FC236}">
                <ns2:creationId id="{D586D7AE-2088-4455-ADC9-B1A8F2AA4EA0}"/>
              </a:ext>
            </a:extLst>
          </p:cNvPr>
          <p:cNvSpPr>
            <a:spLocks noGrp="1"/>
          </p:cNvSpPr>
          <p:nvPr/>
        </p:nvSpPr>
        <p:spPr>
          <a:xfrm>
            <a:off x="6274625" y="354330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D</a:t>
            </a:r>
          </a:p>
        </p:txBody>
      </p:sp>
      <p:sp>
        <p:nvSpPr>
          <p:cNvPr id="31" name="text-801">
            <a:extLst>
              <a:ext uri="{FF2B5EF4-FFF2-40B4-BE49-F238E27FC236}">
                <ns2:creationId id="{3E4B1D25-FCEC-41E1-9BEC-B2C2A1076C4E}"/>
              </a:ext>
            </a:extLst>
          </p:cNvPr>
          <p:cNvSpPr>
            <a:spLocks noGrp="1"/>
          </p:cNvSpPr>
          <p:nvPr/>
        </p:nvSpPr>
        <p:spPr>
          <a:xfrm>
            <a:off x="6660078" y="3552825"/>
            <a:ext cx="5076701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效应与不确定性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32" name="Chart">
            <a:extLst>
              <a:ext uri="{FF2B5EF4-FFF2-40B4-BE49-F238E27FC236}">
                <ns2:creationId id="{C76A89B5-85B0-4F52-808E-076BF3306AA8}"/>
              </a:ext>
            </a:extLst>
          </p:cNvPr>
          <p:cNvGraphicFramePr/>
          <p:nvPr/>
        </p:nvGraphicFramePr>
        <p:xfrm>
          <a:off x="6255822" y="3924300"/>
          <a:ext cx="5546766" cy="1981200"/>
        </p:xfrm>
        <a:graphic>
          <a:graphicData uri="http://schemas.openxmlformats.org/drawingml/2006/chart">
            <c:chart r:id="Rffaaf39a0267400e"/>
          </a:graphicData>
        </a:graphic>
      </p:graphicFrame>
      <p:sp>
        <p:nvSpPr>
          <p:cNvPr id="33" name="text-802">
            <a:extLst>
              <a:ext uri="{FF2B5EF4-FFF2-40B4-BE49-F238E27FC236}">
                <ns2:creationId id="{A0C8B234-E2E9-4D15-BDF3-746365A32BA6}"/>
              </a:ext>
            </a:extLst>
          </p:cNvPr>
          <p:cNvSpPr>
            <a:spLocks noGrp="1"/>
          </p:cNvSpPr>
          <p:nvPr/>
        </p:nvSpPr>
        <p:spPr>
          <a:xfrm>
            <a:off x="6255822" y="4201516"/>
            <a:ext cx="138669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生境面积</a:t>
            </a:r>
            <a:endParaRPr/>
          </a:p>
        </p:txBody>
      </p:sp>
      <p:sp>
        <p:nvSpPr>
          <p:cNvPr id="34" name="text-803">
            <a:extLst>
              <a:ext uri="{FF2B5EF4-FFF2-40B4-BE49-F238E27FC236}">
                <ns2:creationId id="{526EEFD3-E9DB-4FD5-ACFA-CEF106A3C4FD}"/>
              </a:ext>
            </a:extLst>
          </p:cNvPr>
          <p:cNvSpPr>
            <a:spLocks noGrp="1"/>
          </p:cNvSpPr>
          <p:nvPr/>
        </p:nvSpPr>
        <p:spPr>
          <a:xfrm>
            <a:off x="6255822" y="4474921"/>
            <a:ext cx="138669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隔离程度</a:t>
            </a:r>
            <a:endParaRPr/>
          </a:p>
        </p:txBody>
      </p:sp>
      <p:sp>
        <p:nvSpPr>
          <p:cNvPr id="35" name="text-804">
            <a:extLst>
              <a:ext uri="{FF2B5EF4-FFF2-40B4-BE49-F238E27FC236}">
                <ns2:creationId id="{46F62FE8-8F48-4548-A387-C5DFEE87C019}"/>
              </a:ext>
            </a:extLst>
          </p:cNvPr>
          <p:cNvSpPr>
            <a:spLocks noGrp="1"/>
          </p:cNvSpPr>
          <p:nvPr/>
        </p:nvSpPr>
        <p:spPr>
          <a:xfrm>
            <a:off x="6255822" y="4748327"/>
            <a:ext cx="138669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植被覆盖</a:t>
            </a:r>
            <a:endParaRPr/>
          </a:p>
        </p:txBody>
      </p:sp>
      <p:sp>
        <p:nvSpPr>
          <p:cNvPr id="36" name="text-805">
            <a:extLst>
              <a:ext uri="{FF2B5EF4-FFF2-40B4-BE49-F238E27FC236}">
                <ns2:creationId id="{CAA911A2-F636-492E-B874-1CBE6C41426B}"/>
              </a:ext>
            </a:extLst>
          </p:cNvPr>
          <p:cNvSpPr>
            <a:spLocks noGrp="1"/>
          </p:cNvSpPr>
          <p:nvPr/>
        </p:nvSpPr>
        <p:spPr>
          <a:xfrm>
            <a:off x="6255822" y="5021732"/>
            <a:ext cx="138669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人为干扰</a:t>
            </a:r>
            <a:endParaRPr/>
          </a:p>
        </p:txBody>
      </p:sp>
      <p:sp>
        <p:nvSpPr>
          <p:cNvPr id="37" name="text-806">
            <a:extLst>
              <a:ext uri="{FF2B5EF4-FFF2-40B4-BE49-F238E27FC236}">
                <ns2:creationId id="{7A5BDBF0-3C36-41B2-BF5D-AA4A48C59BB3}"/>
              </a:ext>
            </a:extLst>
          </p:cNvPr>
          <p:cNvSpPr>
            <a:spLocks noGrp="1"/>
          </p:cNvSpPr>
          <p:nvPr/>
        </p:nvSpPr>
        <p:spPr>
          <a:xfrm>
            <a:off x="8030787" y="5715000"/>
            <a:ext cx="277338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标准化效应值</a:t>
            </a:r>
            <a:endParaRPr/>
          </a:p>
        </p:txBody>
      </p:sp>
      <p:sp>
        <p:nvSpPr>
          <p:cNvPr id="38" name="shape-807">
            <a:extLst>
              <a:ext uri="{FF2B5EF4-FFF2-40B4-BE49-F238E27FC236}">
                <ns2:creationId id="{B5D12D88-A4B1-4758-A177-9F7FF6A82C92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39" name="text-808">
            <a:extLst>
              <a:ext uri="{FF2B5EF4-FFF2-40B4-BE49-F238E27FC236}">
                <ns2:creationId id="{1DED5E77-6EB0-4AE7-B0A4-2D6AF34EC779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读图顺序：趋势 → 组间差异 → 动态 → 不确定性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40" name="text-809">
            <a:extLst>
              <a:ext uri="{FF2B5EF4-FFF2-40B4-BE49-F238E27FC236}">
                <ns2:creationId id="{1DA97AB6-8004-4A38-A338-5803F862D2D7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41" name="text-810">
            <a:extLst>
              <a:ext uri="{FF2B5EF4-FFF2-40B4-BE49-F238E27FC236}">
                <ns2:creationId id="{DA94209C-B64C-43A7-849E-88E3A32FD531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07</a:t>
            </a:r>
            <a:endParaRPr/>
          </a:p>
        </p:txBody>
      </p:sp>
    </p:spTree>
    <p:extLst>
      <p:ext uri="{BB962C8B-B14F-4D97-AF65-F5344CB8AC3E}">
        <ns5:creationId val="563918454"/>
      </p:ext>
    </p:extLst>
  </p:cSld>
</p:sld>
</file>

<file path=ppt/slides/slide8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42" name="text-1">
            <a:extLst>
              <a:ext uri="{FF2B5EF4-FFF2-40B4-BE49-F238E27FC236}">
                <ns2:creationId id="{009F0CF5-DB8E-44A1-B702-A1E76773DCAA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rPr>
              <a:t>研究框架｜监测与分析的反馈循环</a:t>
            </a:r>
            <a:endParaRPr/>
          </a:p>
        </p:txBody>
      </p:sp>
      <p:sp>
        <p:nvSpPr>
          <p:cNvPr id="2" name="line-2">
            <a:extLst>
              <a:ext uri="{FF2B5EF4-FFF2-40B4-BE49-F238E27FC236}">
                <ns2:creationId id="{D0558291-98A9-48CE-A150-8887031C1E9A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136742"/>
            </a:solidFill>
            <a:prstDash val="solid"/>
          </a:ln>
        </p:spPr>
      </p:sp>
      <p:sp>
        <p:nvSpPr>
          <p:cNvPr id="3" name="panel-3">
            <a:extLst>
              <a:ext uri="{FF2B5EF4-FFF2-40B4-BE49-F238E27FC236}">
                <ns2:creationId id="{CF7E6846-0973-420B-BDFD-FD5DED5F40CE}"/>
              </a:ext>
            </a:extLst>
          </p:cNvPr>
          <p:cNvSpPr>
            <a:spLocks noGrp="1"/>
          </p:cNvSpPr>
          <p:nvPr/>
        </p:nvSpPr>
        <p:spPr>
          <a:xfrm>
            <a:off x="304800" y="971550"/>
            <a:ext cx="3873335" cy="2362200"/>
          </a:xfrm>
          <a:prstGeom prst="rect">
            <a:avLst>
              <a:gd name="adj" fmla="val 3226"/>
            </a:avLst>
          </a:prstGeom>
          <a:solidFill>
            <a:srgbClr val="FFFFFF"/>
          </a:solidFill>
          <a:ln w="11430">
            <a:solidFill>
              <a:srgbClr val="136742"/>
            </a:solidFill>
            <a:prstDash val="solid"/>
          </a:ln>
        </p:spPr>
      </p:sp>
      <p:sp>
        <p:nvSpPr>
          <p:cNvPr id="4" name="shape-4">
            <a:extLst>
              <a:ext uri="{FF2B5EF4-FFF2-40B4-BE49-F238E27FC236}">
                <ns2:creationId id="{5BE4B42B-7715-4DA8-B5AB-D2B4BD5C7032}"/>
              </a:ext>
            </a:extLst>
          </p:cNvPr>
          <p:cNvSpPr>
            <a:spLocks noGrp="1"/>
          </p:cNvSpPr>
          <p:nvPr/>
        </p:nvSpPr>
        <p:spPr>
          <a:xfrm>
            <a:off x="314201" y="981075"/>
            <a:ext cx="3854532" cy="400050"/>
          </a:xfrm>
          <a:prstGeom prst="rect">
            <a:avLst>
              <a:gd name="adj" fmla="val 19048"/>
            </a:avLst>
          </a:prstGeom>
          <a:solidFill>
            <a:srgbClr val="136742"/>
          </a:solidFill>
          <a:ln w="14288">
            <a:solidFill>
              <a:srgbClr val="136742"/>
            </a:solidFill>
            <a:prstDash val="solid"/>
          </a:ln>
        </p:spPr>
      </p:sp>
      <p:sp>
        <p:nvSpPr>
          <p:cNvPr id="5" name="icon-camera-5">
            <a:extLst>
              <a:ext uri="{FF2B5EF4-FFF2-40B4-BE49-F238E27FC236}">
                <ns2:creationId id="{E40AF063-6431-4FEC-BC6B-4DB36C680517}"/>
              </a:ext>
            </a:extLst>
          </p:cNvPr>
          <p:cNvSpPr>
            <a:spLocks noGrp="1"/>
          </p:cNvSpPr>
          <p:nvPr/>
        </p:nvSpPr>
        <p:spPr>
          <a:xfrm>
            <a:off x="435384" y="1106900"/>
            <a:ext cx="218299" cy="156877"/>
          </a:xfrm>
          <a:prstGeom prst="roundRect">
            <a:avLst>
              <a:gd name="adj" fmla="val 48573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6" name="icon-camera-6">
            <a:extLst>
              <a:ext uri="{FF2B5EF4-FFF2-40B4-BE49-F238E27FC236}">
                <ns2:creationId id="{B9579A72-2C7A-4551-A555-267725AC0AE5}"/>
              </a:ext>
            </a:extLst>
          </p:cNvPr>
          <p:cNvSpPr>
            <a:spLocks noGrp="1"/>
          </p:cNvSpPr>
          <p:nvPr/>
        </p:nvSpPr>
        <p:spPr>
          <a:xfrm>
            <a:off x="501381" y="1073468"/>
            <a:ext cx="83766" cy="437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" name="icon-camera-7">
            <a:extLst>
              <a:ext uri="{FF2B5EF4-FFF2-40B4-BE49-F238E27FC236}">
                <ns2:creationId id="{A17AB117-BAF2-40BB-A7CE-00104A6F0D05}"/>
              </a:ext>
            </a:extLst>
          </p:cNvPr>
          <p:cNvSpPr>
            <a:spLocks noGrp="1"/>
          </p:cNvSpPr>
          <p:nvPr/>
        </p:nvSpPr>
        <p:spPr>
          <a:xfrm>
            <a:off x="498843" y="1140333"/>
            <a:ext cx="91381" cy="92583"/>
          </a:xfrm>
          <a:prstGeom prst="ellipse">
            <a:avLst/>
          </a:prstGeom>
          <a:solidFill>
            <a:srgbClr val="136742"/>
          </a:solidFill>
          <a:ln w="20002">
            <a:solidFill>
              <a:srgbClr val="136742"/>
            </a:solidFill>
            <a:prstDash val="solid"/>
          </a:ln>
        </p:spPr>
      </p:sp>
      <p:sp>
        <p:nvSpPr>
          <p:cNvPr id="8" name="icon-camera-8">
            <a:extLst>
              <a:ext uri="{FF2B5EF4-FFF2-40B4-BE49-F238E27FC236}">
                <ns2:creationId id="{A6BC5B62-FD5D-44C4-9321-75B5A9CC7D36}"/>
              </a:ext>
            </a:extLst>
          </p:cNvPr>
          <p:cNvSpPr>
            <a:spLocks noGrp="1"/>
          </p:cNvSpPr>
          <p:nvPr/>
        </p:nvSpPr>
        <p:spPr>
          <a:xfrm>
            <a:off x="605454" y="1127474"/>
            <a:ext cx="20307" cy="20574"/>
          </a:xfrm>
          <a:prstGeom prst="ellipse">
            <a:avLst/>
          </a:prstGeom>
          <a:solidFill>
            <a:srgbClr val="136742"/>
          </a:solidFill>
          <a:ln w="20002">
            <a:solidFill>
              <a:srgbClr val="136742"/>
            </a:solidFill>
            <a:prstDash val="solid"/>
          </a:ln>
        </p:spPr>
      </p:sp>
      <p:sp>
        <p:nvSpPr>
          <p:cNvPr id="9" name="text-9">
            <a:extLst>
              <a:ext uri="{FF2B5EF4-FFF2-40B4-BE49-F238E27FC236}">
                <ns2:creationId id="{D86F1824-E9F3-4194-A361-5DF393AF64F0}"/>
              </a:ext>
            </a:extLst>
          </p:cNvPr>
          <p:cNvSpPr>
            <a:spLocks noGrp="1"/>
          </p:cNvSpPr>
          <p:nvPr/>
        </p:nvSpPr>
        <p:spPr>
          <a:xfrm>
            <a:off x="756062" y="1038225"/>
            <a:ext cx="3309257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数据获取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0" name="text-10">
            <a:extLst>
              <a:ext uri="{FF2B5EF4-FFF2-40B4-BE49-F238E27FC236}">
                <ns2:creationId id="{291BB742-B408-4CD2-958C-8F40779B21F9}"/>
              </a:ext>
            </a:extLst>
          </p:cNvPr>
          <p:cNvSpPr>
            <a:spLocks noGrp="1"/>
          </p:cNvSpPr>
          <p:nvPr/>
        </p:nvSpPr>
        <p:spPr>
          <a:xfrm>
            <a:off x="474023" y="1457325"/>
            <a:ext cx="354429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整合相机与样点记录，</a:t>
            </a:r>
            <a:br/>
            <a:r>
              <a: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保留来源与时间</a:t>
            </a:r>
            <a:endParaRPr/>
          </a:p>
        </p:txBody>
      </p:sp>
      <p:sp>
        <p:nvSpPr>
          <p:cNvPr id="11" name="icon-camera-11">
            <a:extLst>
              <a:ext uri="{FF2B5EF4-FFF2-40B4-BE49-F238E27FC236}">
                <ns2:creationId id="{B4CFC10A-676D-4EA4-BDFC-72313CA01D37}"/>
              </a:ext>
            </a:extLst>
          </p:cNvPr>
          <p:cNvSpPr>
            <a:spLocks noGrp="1"/>
          </p:cNvSpPr>
          <p:nvPr/>
        </p:nvSpPr>
        <p:spPr>
          <a:xfrm>
            <a:off x="597462" y="2158079"/>
            <a:ext cx="477022" cy="342805"/>
          </a:xfrm>
          <a:prstGeom prst="roundRect">
            <a:avLst>
              <a:gd name="adj" fmla="val 22228"/>
            </a:avLst>
          </a:prstGeom>
          <a:solidFill>
            <a:srgbClr val="136742"/>
          </a:solidFill>
          <a:ln w="20002">
            <a:solidFill>
              <a:srgbClr val="136742"/>
            </a:solidFill>
            <a:prstDash val="solid"/>
          </a:ln>
        </p:spPr>
      </p:sp>
      <p:sp>
        <p:nvSpPr>
          <p:cNvPr id="12" name="icon-camera-12">
            <a:extLst>
              <a:ext uri="{FF2B5EF4-FFF2-40B4-BE49-F238E27FC236}">
                <ns2:creationId id="{0DC8BEA0-6028-43D6-9614-A925E3A5D607}"/>
              </a:ext>
            </a:extLst>
          </p:cNvPr>
          <p:cNvSpPr>
            <a:spLocks noGrp="1"/>
          </p:cNvSpPr>
          <p:nvPr/>
        </p:nvSpPr>
        <p:spPr>
          <a:xfrm>
            <a:off x="741679" y="2085023"/>
            <a:ext cx="183044" cy="95536"/>
          </a:xfrm>
          <a:prstGeom prst="roundRect">
            <a:avLst>
              <a:gd name="adj" fmla="val 50000"/>
            </a:avLst>
          </a:prstGeom>
          <a:solidFill>
            <a:srgbClr val="136742"/>
          </a:solidFill>
          <a:ln w="20002">
            <a:solidFill>
              <a:srgbClr val="136742"/>
            </a:solidFill>
            <a:prstDash val="solid"/>
          </a:ln>
        </p:spPr>
      </p:sp>
      <p:sp>
        <p:nvSpPr>
          <p:cNvPr id="13" name="icon-camera-13">
            <a:extLst>
              <a:ext uri="{FF2B5EF4-FFF2-40B4-BE49-F238E27FC236}">
                <ns2:creationId id="{40D718F7-4E4A-47D8-AA63-8C9A5F83B099}"/>
              </a:ext>
            </a:extLst>
          </p:cNvPr>
          <p:cNvSpPr>
            <a:spLocks noGrp="1"/>
          </p:cNvSpPr>
          <p:nvPr/>
        </p:nvSpPr>
        <p:spPr>
          <a:xfrm>
            <a:off x="736132" y="2231136"/>
            <a:ext cx="199684" cy="202311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4" name="icon-camera-14">
            <a:extLst>
              <a:ext uri="{FF2B5EF4-FFF2-40B4-BE49-F238E27FC236}">
                <ns2:creationId id="{764A2D40-7351-4B56-970D-7B8C50A87175}"/>
              </a:ext>
            </a:extLst>
          </p:cNvPr>
          <p:cNvSpPr>
            <a:spLocks noGrp="1"/>
          </p:cNvSpPr>
          <p:nvPr/>
        </p:nvSpPr>
        <p:spPr>
          <a:xfrm>
            <a:off x="969096" y="2203037"/>
            <a:ext cx="44374" cy="4495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5" name="arrow-15">
            <a:extLst>
              <a:ext uri="{FF2B5EF4-FFF2-40B4-BE49-F238E27FC236}">
                <ns2:creationId id="{3B41100B-3731-4E96-8C0E-5FE056927839}"/>
              </a:ext>
            </a:extLst>
          </p:cNvPr>
          <p:cNvSpPr>
            <a:spLocks noGrp="1"/>
          </p:cNvSpPr>
          <p:nvPr/>
        </p:nvSpPr>
        <p:spPr>
          <a:xfrm>
            <a:off x="1273134" y="2276475"/>
            <a:ext cx="507670" cy="152400"/>
          </a:xfrm>
          <a:prstGeom prst="rightArrow">
            <a:avLst/>
          </a:prstGeom>
          <a:solidFill>
            <a:srgbClr val="429C6B"/>
          </a:solidFill>
          <a:ln w="0">
            <a:noFill/>
            <a:prstDash val="solid"/>
          </a:ln>
        </p:spPr>
      </p:sp>
      <p:sp>
        <p:nvSpPr>
          <p:cNvPr id="16" name="icon-database-16">
            <a:extLst>
              <a:ext uri="{FF2B5EF4-FFF2-40B4-BE49-F238E27FC236}">
                <ns2:creationId id="{BFB9EF2D-09EA-4146-899E-7CFF18723CBD}"/>
              </a:ext>
            </a:extLst>
          </p:cNvPr>
          <p:cNvSpPr>
            <a:spLocks noGrp="1"/>
          </p:cNvSpPr>
          <p:nvPr/>
        </p:nvSpPr>
        <p:spPr>
          <a:xfrm>
            <a:off x="2027870" y="2133791"/>
            <a:ext cx="370787" cy="348044"/>
          </a:xfrm>
          <a:prstGeom prst="can">
            <a:avLst/>
          </a:prstGeom>
          <a:solidFill>
            <a:srgbClr val="136742"/>
          </a:solidFill>
          <a:ln w="20002">
            <a:solidFill>
              <a:srgbClr val="136742"/>
            </a:solidFill>
            <a:prstDash val="solid"/>
          </a:ln>
        </p:spPr>
      </p:sp>
      <p:sp>
        <p:nvSpPr>
          <p:cNvPr id="17" name="vector-17">
            <a:extLst>
              <a:ext uri="{FF2B5EF4-FFF2-40B4-BE49-F238E27FC236}">
                <ns2:creationId id="{5D338C03-29A4-4ABC-9597-A47E375EB639}"/>
              </a:ext>
            </a:extLst>
          </p:cNvPr>
          <p:cNvSpPr>
            <a:spLocks noGrp="1"/>
          </p:cNvSpPr>
          <p:nvPr/>
        </p:nvSpPr>
        <p:spPr>
          <a:xfrm>
            <a:off x="1940626" y="2028825"/>
            <a:ext cx="545275" cy="552450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8" name="vector-18">
            <a:extLst>
              <a:ext uri="{FF2B5EF4-FFF2-40B4-BE49-F238E27FC236}">
                <ns2:creationId id="{4A0F57E7-19A9-4201-A233-CB98E2D269BB}"/>
              </a:ext>
            </a:extLst>
          </p:cNvPr>
          <p:cNvSpPr>
            <a:spLocks noGrp="1"/>
          </p:cNvSpPr>
          <p:nvPr/>
        </p:nvSpPr>
        <p:spPr>
          <a:xfrm>
            <a:off x="1940626" y="2028825"/>
            <a:ext cx="545275" cy="552450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graphicFrame>
        <p:nvGraphicFramePr>
          <p:cNvPr id="19" name="">
            <a:extLst>
              <a:ext uri="{FF2B5EF4-FFF2-40B4-BE49-F238E27FC236}">
                <ns2:creationId id="{8458677B-EE92-4571-B2B2-DB00806FD411}"/>
              </a:ext>
            </a:extLst>
          </p:cNvPr>
          <p:cNvGraphicFramePr/>
          <p:nvPr/>
        </p:nvGraphicFramePr>
        <p:xfrm>
          <a:off x="417616" y="2695575"/>
          <a:ext cx="3638303" cy="523875"/>
        </p:xfrm>
        <a:graphic>
          <a:graphicData uri="http://schemas.openxmlformats.org/drawingml/2006/table">
            <a:tbl>
              <a:tblPr/>
              <a:tblGrid>
                <a:gridCol w="1212768"/>
                <a:gridCol w="1212768"/>
                <a:gridCol w="1212768"/>
              </a:tblGrid>
              <a:tr h="261938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数据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7E5DF"/>
                      </a:solidFill>
                      <a:prstDash val="solid"/>
                    </a:lnL>
                    <a:lnR w="5715">
                      <a:solidFill>
                        <a:srgbClr val="D7E5DF"/>
                      </a:solidFill>
                      <a:prstDash val="solid"/>
                    </a:lnR>
                    <a:lnT w="5715">
                      <a:solidFill>
                        <a:srgbClr val="D7E5DF"/>
                      </a:solidFill>
                      <a:prstDash val="solid"/>
                    </a:lnT>
                    <a:lnB w="5715">
                      <a:solidFill>
                        <a:srgbClr val="D7E5DF"/>
                      </a:solidFill>
                      <a:prstDash val="solid"/>
                    </a:lnB>
                    <a:solidFill>
                      <a:srgbClr val="136742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内容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5DF"/>
                      </a:solidFill>
                      <a:prstDash val="solid"/>
                    </a:lnR>
                    <a:lnT w="5715">
                      <a:solidFill>
                        <a:srgbClr val="D7E5DF"/>
                      </a:solidFill>
                      <a:prstDash val="solid"/>
                    </a:lnT>
                    <a:lnB w="5715">
                      <a:solidFill>
                        <a:srgbClr val="D7E5DF"/>
                      </a:solidFill>
                      <a:prstDash val="solid"/>
                    </a:lnB>
                    <a:solidFill>
                      <a:srgbClr val="136742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时间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5DF"/>
                      </a:solidFill>
                      <a:prstDash val="solid"/>
                    </a:lnR>
                    <a:lnT w="5715">
                      <a:solidFill>
                        <a:srgbClr val="D7E5DF"/>
                      </a:solidFill>
                      <a:prstDash val="solid"/>
                    </a:lnT>
                    <a:lnB w="5715">
                      <a:solidFill>
                        <a:srgbClr val="D7E5DF"/>
                      </a:solidFill>
                      <a:prstDash val="solid"/>
                    </a:lnB>
                    <a:solidFill>
                      <a:srgbClr val="136742"/>
                    </a:solidFill>
                  </a:tcPr>
                </a:tc>
              </a:tr>
              <a:tr h="261938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20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相机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7E5DF"/>
                      </a:solidFill>
                      <a:prstDash val="solid"/>
                    </a:lnL>
                    <a:lnR w="5715">
                      <a:solidFill>
                        <a:srgbClr val="D7E5DF"/>
                      </a:solidFill>
                      <a:prstDash val="solid"/>
                    </a:lnR>
                    <a:lnB w="5715">
                      <a:solidFill>
                        <a:srgbClr val="D7E5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20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物种与位置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5DF"/>
                      </a:solidFill>
                      <a:prstDash val="solid"/>
                    </a:lnR>
                    <a:lnB w="5715">
                      <a:solidFill>
                        <a:srgbClr val="D7E5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20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日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5DF"/>
                      </a:solidFill>
                      <a:prstDash val="solid"/>
                    </a:lnR>
                    <a:lnB w="5715">
                      <a:solidFill>
                        <a:srgbClr val="D7E5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panel-19">
            <a:extLst>
              <a:ext uri="{FF2B5EF4-FFF2-40B4-BE49-F238E27FC236}">
                <ns2:creationId id="{A5A83482-C219-47CD-A498-1F10CD443571}"/>
              </a:ext>
            </a:extLst>
          </p:cNvPr>
          <p:cNvSpPr>
            <a:spLocks noGrp="1"/>
          </p:cNvSpPr>
          <p:nvPr/>
        </p:nvSpPr>
        <p:spPr>
          <a:xfrm>
            <a:off x="8013865" y="971550"/>
            <a:ext cx="3873335" cy="2362200"/>
          </a:xfrm>
          <a:prstGeom prst="rect">
            <a:avLst>
              <a:gd name="adj" fmla="val 3226"/>
            </a:avLst>
          </a:prstGeom>
          <a:solidFill>
            <a:srgbClr val="FFFFFF"/>
          </a:solidFill>
          <a:ln w="11430">
            <a:solidFill>
              <a:srgbClr val="136742"/>
            </a:solidFill>
            <a:prstDash val="solid"/>
          </a:ln>
        </p:spPr>
      </p:sp>
      <p:sp>
        <p:nvSpPr>
          <p:cNvPr id="21" name="shape-20">
            <a:extLst>
              <a:ext uri="{FF2B5EF4-FFF2-40B4-BE49-F238E27FC236}">
                <ns2:creationId id="{AACBB65B-8972-4E49-9417-6A7E008E8774}"/>
              </a:ext>
            </a:extLst>
          </p:cNvPr>
          <p:cNvSpPr>
            <a:spLocks noGrp="1"/>
          </p:cNvSpPr>
          <p:nvPr/>
        </p:nvSpPr>
        <p:spPr>
          <a:xfrm>
            <a:off x="8023266" y="981075"/>
            <a:ext cx="3854532" cy="400050"/>
          </a:xfrm>
          <a:prstGeom prst="rect">
            <a:avLst>
              <a:gd name="adj" fmla="val 19048"/>
            </a:avLst>
          </a:prstGeom>
          <a:solidFill>
            <a:srgbClr val="136742"/>
          </a:solidFill>
          <a:ln w="14288">
            <a:solidFill>
              <a:srgbClr val="136742"/>
            </a:solidFill>
            <a:prstDash val="solid"/>
          </a:ln>
        </p:spPr>
      </p:sp>
      <p:sp>
        <p:nvSpPr>
          <p:cNvPr id="22" name="vector-21">
            <a:extLst>
              <a:ext uri="{FF2B5EF4-FFF2-40B4-BE49-F238E27FC236}">
                <ns2:creationId id="{31F6CEEE-7617-45A0-A601-663E1092A943}"/>
              </a:ext>
            </a:extLst>
          </p:cNvPr>
          <p:cNvSpPr>
            <a:spLocks noGrp="1"/>
          </p:cNvSpPr>
          <p:nvPr/>
        </p:nvSpPr>
        <p:spPr>
          <a:xfrm>
            <a:off x="8126681" y="1047750"/>
            <a:ext cx="253835" cy="2571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3" name="vector-22">
            <a:extLst>
              <a:ext uri="{FF2B5EF4-FFF2-40B4-BE49-F238E27FC236}">
                <ns2:creationId id="{1EE5B244-D419-4F32-AE03-D0DA63CA2E0D}"/>
              </a:ext>
            </a:extLst>
          </p:cNvPr>
          <p:cNvSpPr>
            <a:spLocks noGrp="1"/>
          </p:cNvSpPr>
          <p:nvPr/>
        </p:nvSpPr>
        <p:spPr>
          <a:xfrm>
            <a:off x="8126681" y="1047750"/>
            <a:ext cx="253835" cy="2571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4" name="vector-23">
            <a:extLst>
              <a:ext uri="{FF2B5EF4-FFF2-40B4-BE49-F238E27FC236}">
                <ns2:creationId id="{529956F8-0108-4435-A1CD-1A15888FED37}"/>
              </a:ext>
            </a:extLst>
          </p:cNvPr>
          <p:cNvSpPr>
            <a:spLocks noGrp="1"/>
          </p:cNvSpPr>
          <p:nvPr/>
        </p:nvSpPr>
        <p:spPr>
          <a:xfrm>
            <a:off x="8126681" y="1047750"/>
            <a:ext cx="253835" cy="2571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5" name="vector-24">
            <a:extLst>
              <a:ext uri="{FF2B5EF4-FFF2-40B4-BE49-F238E27FC236}">
                <ns2:creationId id="{82CBF375-0878-48DA-A369-5F170632B692}"/>
              </a:ext>
            </a:extLst>
          </p:cNvPr>
          <p:cNvSpPr>
            <a:spLocks noGrp="1"/>
          </p:cNvSpPr>
          <p:nvPr/>
        </p:nvSpPr>
        <p:spPr>
          <a:xfrm>
            <a:off x="8126681" y="1047750"/>
            <a:ext cx="253835" cy="2571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6" name="vector-25">
            <a:extLst>
              <a:ext uri="{FF2B5EF4-FFF2-40B4-BE49-F238E27FC236}">
                <ns2:creationId id="{6C1C4267-951D-44AE-BAE3-78A31CEE8170}"/>
              </a:ext>
            </a:extLst>
          </p:cNvPr>
          <p:cNvSpPr>
            <a:spLocks noGrp="1"/>
          </p:cNvSpPr>
          <p:nvPr/>
        </p:nvSpPr>
        <p:spPr>
          <a:xfrm>
            <a:off x="8126681" y="1047750"/>
            <a:ext cx="253835" cy="2571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7" name="vector-26">
            <a:extLst>
              <a:ext uri="{FF2B5EF4-FFF2-40B4-BE49-F238E27FC236}">
                <ns2:creationId id="{55497356-0670-44DD-9E65-5B5EA93963C8}"/>
              </a:ext>
            </a:extLst>
          </p:cNvPr>
          <p:cNvSpPr>
            <a:spLocks noGrp="1"/>
          </p:cNvSpPr>
          <p:nvPr/>
        </p:nvSpPr>
        <p:spPr>
          <a:xfrm>
            <a:off x="8126681" y="1047750"/>
            <a:ext cx="253835" cy="2571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8" name="vector-27">
            <a:extLst>
              <a:ext uri="{FF2B5EF4-FFF2-40B4-BE49-F238E27FC236}">
                <ns2:creationId id="{30CBC7AE-F2BC-45AE-A8F1-434D6B87B845}"/>
              </a:ext>
            </a:extLst>
          </p:cNvPr>
          <p:cNvSpPr>
            <a:spLocks noGrp="1"/>
          </p:cNvSpPr>
          <p:nvPr/>
        </p:nvSpPr>
        <p:spPr>
          <a:xfrm>
            <a:off x="8126681" y="1047750"/>
            <a:ext cx="253835" cy="2571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9" name="icon-network-28">
            <a:extLst>
              <a:ext uri="{FF2B5EF4-FFF2-40B4-BE49-F238E27FC236}">
                <ns2:creationId id="{6E12A5F9-7284-4DA1-912C-B60CF8102E96}"/>
              </a:ext>
            </a:extLst>
          </p:cNvPr>
          <p:cNvSpPr>
            <a:spLocks noGrp="1"/>
          </p:cNvSpPr>
          <p:nvPr/>
        </p:nvSpPr>
        <p:spPr>
          <a:xfrm>
            <a:off x="8141911" y="1124903"/>
            <a:ext cx="35537" cy="36005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30" name="icon-network-29">
            <a:extLst>
              <a:ext uri="{FF2B5EF4-FFF2-40B4-BE49-F238E27FC236}">
                <ns2:creationId id="{ED9C9AFF-10A2-4293-B818-6C3A681D8732}"/>
              </a:ext>
            </a:extLst>
          </p:cNvPr>
          <p:cNvSpPr>
            <a:spLocks noGrp="1"/>
          </p:cNvSpPr>
          <p:nvPr/>
        </p:nvSpPr>
        <p:spPr>
          <a:xfrm>
            <a:off x="8223138" y="1060609"/>
            <a:ext cx="35537" cy="36005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31" name="icon-network-30">
            <a:extLst>
              <a:ext uri="{FF2B5EF4-FFF2-40B4-BE49-F238E27FC236}">
                <ns2:creationId id="{BB68628D-CB1A-49D1-9CEE-8D4327A163D6}"/>
              </a:ext>
            </a:extLst>
          </p:cNvPr>
          <p:cNvSpPr>
            <a:spLocks noGrp="1"/>
          </p:cNvSpPr>
          <p:nvPr/>
        </p:nvSpPr>
        <p:spPr>
          <a:xfrm>
            <a:off x="8322134" y="1106900"/>
            <a:ext cx="35537" cy="36005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32" name="icon-network-31">
            <a:extLst>
              <a:ext uri="{FF2B5EF4-FFF2-40B4-BE49-F238E27FC236}">
                <ns2:creationId id="{0A7660EF-6D1D-48DF-A360-DBDC86A865A9}"/>
              </a:ext>
            </a:extLst>
          </p:cNvPr>
          <p:cNvSpPr>
            <a:spLocks noGrp="1"/>
          </p:cNvSpPr>
          <p:nvPr/>
        </p:nvSpPr>
        <p:spPr>
          <a:xfrm>
            <a:off x="8284059" y="1243203"/>
            <a:ext cx="35537" cy="36005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33" name="icon-network-32">
            <a:extLst>
              <a:ext uri="{FF2B5EF4-FFF2-40B4-BE49-F238E27FC236}">
                <ns2:creationId id="{B8D0BDCC-2BCF-414A-8A83-757C6EEBF67C}"/>
              </a:ext>
            </a:extLst>
          </p:cNvPr>
          <p:cNvSpPr>
            <a:spLocks noGrp="1"/>
          </p:cNvSpPr>
          <p:nvPr/>
        </p:nvSpPr>
        <p:spPr>
          <a:xfrm>
            <a:off x="8169833" y="1240631"/>
            <a:ext cx="35537" cy="36005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34" name="text-33">
            <a:extLst>
              <a:ext uri="{FF2B5EF4-FFF2-40B4-BE49-F238E27FC236}">
                <ns2:creationId id="{6038650F-23E7-4D5A-88A3-BBF352D72FE6}"/>
              </a:ext>
            </a:extLst>
          </p:cNvPr>
          <p:cNvSpPr>
            <a:spLocks noGrp="1"/>
          </p:cNvSpPr>
          <p:nvPr/>
        </p:nvSpPr>
        <p:spPr>
          <a:xfrm>
            <a:off x="8465127" y="1038225"/>
            <a:ext cx="3309257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模型分析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35" name="text-34">
            <a:extLst>
              <a:ext uri="{FF2B5EF4-FFF2-40B4-BE49-F238E27FC236}">
                <ns2:creationId id="{710C4843-9125-49EE-80B4-C821E97CFDEB}"/>
              </a:ext>
            </a:extLst>
          </p:cNvPr>
          <p:cNvSpPr>
            <a:spLocks noGrp="1"/>
          </p:cNvSpPr>
          <p:nvPr/>
        </p:nvSpPr>
        <p:spPr>
          <a:xfrm>
            <a:off x="8183088" y="1457325"/>
            <a:ext cx="354429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定义响应与解释变量，比较候选模型</a:t>
            </a:r>
            <a:endParaRPr/>
          </a:p>
        </p:txBody>
      </p:sp>
      <p:sp>
        <p:nvSpPr>
          <p:cNvPr id="36" name="vector-35">
            <a:extLst>
              <a:ext uri="{FF2B5EF4-FFF2-40B4-BE49-F238E27FC236}">
                <ns2:creationId id="{1CFEA93C-1648-41BE-BD34-F4C1EA09DACC}"/>
              </a:ext>
            </a:extLst>
          </p:cNvPr>
          <p:cNvSpPr>
            <a:spLocks noGrp="1"/>
          </p:cNvSpPr>
          <p:nvPr/>
        </p:nvSpPr>
        <p:spPr>
          <a:xfrm>
            <a:off x="8173687" y="2085975"/>
            <a:ext cx="893123" cy="9048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37" name="vector-36">
            <a:extLst>
              <a:ext uri="{FF2B5EF4-FFF2-40B4-BE49-F238E27FC236}">
                <ns2:creationId id="{9F8971EB-A853-4691-BEA7-6DA50CFC1DED}"/>
              </a:ext>
            </a:extLst>
          </p:cNvPr>
          <p:cNvSpPr>
            <a:spLocks noGrp="1"/>
          </p:cNvSpPr>
          <p:nvPr/>
        </p:nvSpPr>
        <p:spPr>
          <a:xfrm>
            <a:off x="8173687" y="2085975"/>
            <a:ext cx="893123" cy="9048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38" name="vector-37">
            <a:extLst>
              <a:ext uri="{FF2B5EF4-FFF2-40B4-BE49-F238E27FC236}">
                <ns2:creationId id="{91D432D5-C176-4A4F-B49F-74BB0C137DD3}"/>
              </a:ext>
            </a:extLst>
          </p:cNvPr>
          <p:cNvSpPr>
            <a:spLocks noGrp="1"/>
          </p:cNvSpPr>
          <p:nvPr/>
        </p:nvSpPr>
        <p:spPr>
          <a:xfrm>
            <a:off x="8173687" y="2085975"/>
            <a:ext cx="893123" cy="9048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39" name="vector-38">
            <a:extLst>
              <a:ext uri="{FF2B5EF4-FFF2-40B4-BE49-F238E27FC236}">
                <ns2:creationId id="{F19E1B0B-46EE-42C3-8F02-67527C150065}"/>
              </a:ext>
            </a:extLst>
          </p:cNvPr>
          <p:cNvSpPr>
            <a:spLocks noGrp="1"/>
          </p:cNvSpPr>
          <p:nvPr/>
        </p:nvSpPr>
        <p:spPr>
          <a:xfrm>
            <a:off x="8173687" y="2085975"/>
            <a:ext cx="893123" cy="9048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40" name="vector-39">
            <a:extLst>
              <a:ext uri="{FF2B5EF4-FFF2-40B4-BE49-F238E27FC236}">
                <ns2:creationId id="{47BF0708-F817-496D-AC8B-6ED6ED8F6709}"/>
              </a:ext>
            </a:extLst>
          </p:cNvPr>
          <p:cNvSpPr>
            <a:spLocks noGrp="1"/>
          </p:cNvSpPr>
          <p:nvPr/>
        </p:nvSpPr>
        <p:spPr>
          <a:xfrm>
            <a:off x="8173687" y="2085975"/>
            <a:ext cx="893123" cy="9048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41" name="vector-40">
            <a:extLst>
              <a:ext uri="{FF2B5EF4-FFF2-40B4-BE49-F238E27FC236}">
                <ns2:creationId id="{E6B4D16F-AE32-43B8-841C-990F3C9A2364}"/>
              </a:ext>
            </a:extLst>
          </p:cNvPr>
          <p:cNvSpPr>
            <a:spLocks noGrp="1"/>
          </p:cNvSpPr>
          <p:nvPr/>
        </p:nvSpPr>
        <p:spPr>
          <a:xfrm>
            <a:off x="8173687" y="2085975"/>
            <a:ext cx="893123" cy="9048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42" name="vector-41">
            <a:extLst>
              <a:ext uri="{FF2B5EF4-FFF2-40B4-BE49-F238E27FC236}">
                <ns2:creationId id="{E94242AE-84AB-41B6-8409-0B52A7F8A08E}"/>
              </a:ext>
            </a:extLst>
          </p:cNvPr>
          <p:cNvSpPr>
            <a:spLocks noGrp="1"/>
          </p:cNvSpPr>
          <p:nvPr/>
        </p:nvSpPr>
        <p:spPr>
          <a:xfrm>
            <a:off x="8173687" y="2085975"/>
            <a:ext cx="893123" cy="9048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43" name="icon-network-42">
            <a:extLst>
              <a:ext uri="{FF2B5EF4-FFF2-40B4-BE49-F238E27FC236}">
                <ns2:creationId id="{8D0A1C92-7920-4457-8590-B9DA5EC15556}"/>
              </a:ext>
            </a:extLst>
          </p:cNvPr>
          <p:cNvSpPr>
            <a:spLocks noGrp="1"/>
          </p:cNvSpPr>
          <p:nvPr/>
        </p:nvSpPr>
        <p:spPr>
          <a:xfrm>
            <a:off x="8227275" y="2357438"/>
            <a:ext cx="125038" cy="126683"/>
          </a:xfrm>
          <a:prstGeom prst="ellipse">
            <a:avLst/>
          </a:prstGeom>
          <a:solidFill>
            <a:srgbClr val="136742"/>
          </a:solidFill>
          <a:ln w="20002">
            <a:solidFill>
              <a:srgbClr val="136742"/>
            </a:solidFill>
            <a:prstDash val="solid"/>
          </a:ln>
        </p:spPr>
      </p:sp>
      <p:sp>
        <p:nvSpPr>
          <p:cNvPr id="44" name="icon-network-43">
            <a:extLst>
              <a:ext uri="{FF2B5EF4-FFF2-40B4-BE49-F238E27FC236}">
                <ns2:creationId id="{431E3371-028A-4420-8650-A0CF2BF3DE5E}"/>
              </a:ext>
            </a:extLst>
          </p:cNvPr>
          <p:cNvSpPr>
            <a:spLocks noGrp="1"/>
          </p:cNvSpPr>
          <p:nvPr/>
        </p:nvSpPr>
        <p:spPr>
          <a:xfrm>
            <a:off x="8513074" y="2131219"/>
            <a:ext cx="125038" cy="126683"/>
          </a:xfrm>
          <a:prstGeom prst="ellipse">
            <a:avLst/>
          </a:prstGeom>
          <a:solidFill>
            <a:srgbClr val="136742"/>
          </a:solidFill>
          <a:ln w="20002">
            <a:solidFill>
              <a:srgbClr val="136742"/>
            </a:solidFill>
            <a:prstDash val="solid"/>
          </a:ln>
        </p:spPr>
      </p:sp>
      <p:sp>
        <p:nvSpPr>
          <p:cNvPr id="45" name="icon-network-44">
            <a:extLst>
              <a:ext uri="{FF2B5EF4-FFF2-40B4-BE49-F238E27FC236}">
                <ns2:creationId id="{59137A1D-84FD-4813-B749-B6B6386392BB}"/>
              </a:ext>
            </a:extLst>
          </p:cNvPr>
          <p:cNvSpPr>
            <a:spLocks noGrp="1"/>
          </p:cNvSpPr>
          <p:nvPr/>
        </p:nvSpPr>
        <p:spPr>
          <a:xfrm>
            <a:off x="8861392" y="2294096"/>
            <a:ext cx="125038" cy="126683"/>
          </a:xfrm>
          <a:prstGeom prst="ellipse">
            <a:avLst/>
          </a:prstGeom>
          <a:solidFill>
            <a:srgbClr val="136742"/>
          </a:solidFill>
          <a:ln w="20002">
            <a:solidFill>
              <a:srgbClr val="136742"/>
            </a:solidFill>
            <a:prstDash val="solid"/>
          </a:ln>
        </p:spPr>
      </p:sp>
      <p:sp>
        <p:nvSpPr>
          <p:cNvPr id="46" name="icon-network-45">
            <a:extLst>
              <a:ext uri="{FF2B5EF4-FFF2-40B4-BE49-F238E27FC236}">
                <ns2:creationId id="{821B0214-3B3F-4347-8171-AD83496D7DE8}"/>
              </a:ext>
            </a:extLst>
          </p:cNvPr>
          <p:cNvSpPr>
            <a:spLocks noGrp="1"/>
          </p:cNvSpPr>
          <p:nvPr/>
        </p:nvSpPr>
        <p:spPr>
          <a:xfrm>
            <a:off x="8727424" y="2773680"/>
            <a:ext cx="125038" cy="126683"/>
          </a:xfrm>
          <a:prstGeom prst="ellipse">
            <a:avLst/>
          </a:prstGeom>
          <a:solidFill>
            <a:srgbClr val="136742"/>
          </a:solidFill>
          <a:ln w="20002">
            <a:solidFill>
              <a:srgbClr val="136742"/>
            </a:solidFill>
            <a:prstDash val="solid"/>
          </a:ln>
        </p:spPr>
      </p:sp>
      <p:sp>
        <p:nvSpPr>
          <p:cNvPr id="47" name="icon-network-46">
            <a:extLst>
              <a:ext uri="{FF2B5EF4-FFF2-40B4-BE49-F238E27FC236}">
                <ns2:creationId id="{BE73A308-2A44-4D21-9321-97105C3B1ACE}"/>
              </a:ext>
            </a:extLst>
          </p:cNvPr>
          <p:cNvSpPr>
            <a:spLocks noGrp="1"/>
          </p:cNvSpPr>
          <p:nvPr/>
        </p:nvSpPr>
        <p:spPr>
          <a:xfrm>
            <a:off x="8325518" y="2764631"/>
            <a:ext cx="125038" cy="126683"/>
          </a:xfrm>
          <a:prstGeom prst="ellipse">
            <a:avLst/>
          </a:prstGeom>
          <a:solidFill>
            <a:srgbClr val="136742"/>
          </a:solidFill>
          <a:ln w="20002">
            <a:solidFill>
              <a:srgbClr val="136742"/>
            </a:solidFill>
            <a:prstDash val="solid"/>
          </a:ln>
        </p:spPr>
      </p:sp>
      <p:graphicFrame>
        <p:nvGraphicFramePr>
          <p:cNvPr id="48" name="Chart">
            <a:extLst>
              <a:ext uri="{FF2B5EF4-FFF2-40B4-BE49-F238E27FC236}">
                <ns2:creationId id="{54661598-96C5-4A59-B24C-B7C1BF6E452D}"/>
              </a:ext>
            </a:extLst>
          </p:cNvPr>
          <p:cNvGraphicFramePr/>
          <p:nvPr/>
        </p:nvGraphicFramePr>
        <p:xfrm>
          <a:off x="9264238" y="1990725"/>
          <a:ext cx="2481943" cy="1247775"/>
        </p:xfrm>
        <a:graphic>
          <a:graphicData uri="http://schemas.openxmlformats.org/drawingml/2006/chart">
            <c:chart r:id="Rd3976b09d88d407c"/>
          </a:graphicData>
        </a:graphic>
      </p:graphicFrame>
      <p:sp>
        <p:nvSpPr>
          <p:cNvPr id="49" name="text-47">
            <a:extLst>
              <a:ext uri="{FF2B5EF4-FFF2-40B4-BE49-F238E27FC236}">
                <ns2:creationId id="{EE2126A8-D609-4900-9EAB-BEB68BD27349}"/>
              </a:ext>
            </a:extLst>
          </p:cNvPr>
          <p:cNvSpPr>
            <a:spLocks noGrp="1"/>
          </p:cNvSpPr>
          <p:nvPr/>
        </p:nvSpPr>
        <p:spPr>
          <a:xfrm>
            <a:off x="10058459" y="3048000"/>
            <a:ext cx="1240971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预测值</a:t>
            </a:r>
            <a:endParaRPr/>
          </a:p>
        </p:txBody>
      </p:sp>
      <p:sp>
        <p:nvSpPr>
          <p:cNvPr id="50" name="text-48">
            <a:extLst>
              <a:ext uri="{FF2B5EF4-FFF2-40B4-BE49-F238E27FC236}">
                <ns2:creationId id="{6EBCC3F8-5D4B-46BD-8BCE-03D37E198924}"/>
              </a:ext>
            </a:extLst>
          </p:cNvPr>
          <p:cNvSpPr>
            <a:spLocks noGrp="1"/>
          </p:cNvSpPr>
          <p:nvPr/>
        </p:nvSpPr>
        <p:spPr>
          <a:xfrm>
            <a:off x="9760626" y="1857375"/>
            <a:ext cx="992777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观测值</a:t>
            </a:r>
            <a:endParaRPr/>
          </a:p>
        </p:txBody>
      </p:sp>
      <p:sp>
        <p:nvSpPr>
          <p:cNvPr id="51" name="panel-49">
            <a:extLst>
              <a:ext uri="{FF2B5EF4-FFF2-40B4-BE49-F238E27FC236}">
                <ns2:creationId id="{302EBCF8-3653-4B27-B81E-6AF93841C6EA}"/>
              </a:ext>
            </a:extLst>
          </p:cNvPr>
          <p:cNvSpPr>
            <a:spLocks noGrp="1"/>
          </p:cNvSpPr>
          <p:nvPr/>
        </p:nvSpPr>
        <p:spPr>
          <a:xfrm>
            <a:off x="8013865" y="3705225"/>
            <a:ext cx="3873335" cy="2362200"/>
          </a:xfrm>
          <a:prstGeom prst="rect">
            <a:avLst>
              <a:gd name="adj" fmla="val 3226"/>
            </a:avLst>
          </a:prstGeom>
          <a:solidFill>
            <a:srgbClr val="FFFFFF"/>
          </a:solidFill>
          <a:ln w="11430">
            <a:solidFill>
              <a:srgbClr val="136742"/>
            </a:solidFill>
            <a:prstDash val="solid"/>
          </a:ln>
        </p:spPr>
      </p:sp>
      <p:sp>
        <p:nvSpPr>
          <p:cNvPr id="52" name="shape-50">
            <a:extLst>
              <a:ext uri="{FF2B5EF4-FFF2-40B4-BE49-F238E27FC236}">
                <ns2:creationId id="{11E54686-F990-4F77-BF79-7BCBC5477B7E}"/>
              </a:ext>
            </a:extLst>
          </p:cNvPr>
          <p:cNvSpPr>
            <a:spLocks noGrp="1"/>
          </p:cNvSpPr>
          <p:nvPr/>
        </p:nvSpPr>
        <p:spPr>
          <a:xfrm>
            <a:off x="8023266" y="3714750"/>
            <a:ext cx="3854532" cy="400050"/>
          </a:xfrm>
          <a:prstGeom prst="rect">
            <a:avLst>
              <a:gd name="adj" fmla="val 19048"/>
            </a:avLst>
          </a:prstGeom>
          <a:solidFill>
            <a:srgbClr val="136742"/>
          </a:solidFill>
          <a:ln w="14288">
            <a:solidFill>
              <a:srgbClr val="136742"/>
            </a:solidFill>
            <a:prstDash val="solid"/>
          </a:ln>
        </p:spPr>
      </p:sp>
      <p:sp>
        <p:nvSpPr>
          <p:cNvPr id="53" name="icon-check-51">
            <a:extLst>
              <a:ext uri="{FF2B5EF4-FFF2-40B4-BE49-F238E27FC236}">
                <ns2:creationId id="{F6422369-E765-4727-9A49-9864E4885CEC}"/>
              </a:ext>
            </a:extLst>
          </p:cNvPr>
          <p:cNvSpPr>
            <a:spLocks noGrp="1"/>
          </p:cNvSpPr>
          <p:nvPr/>
        </p:nvSpPr>
        <p:spPr>
          <a:xfrm>
            <a:off x="8152065" y="3807143"/>
            <a:ext cx="203068" cy="205740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54" name="vector-52">
            <a:extLst>
              <a:ext uri="{FF2B5EF4-FFF2-40B4-BE49-F238E27FC236}">
                <ns2:creationId id="{3BE24C2F-A6FA-418D-8755-FDAF485CD818}"/>
              </a:ext>
            </a:extLst>
          </p:cNvPr>
          <p:cNvSpPr>
            <a:spLocks noGrp="1"/>
          </p:cNvSpPr>
          <p:nvPr/>
        </p:nvSpPr>
        <p:spPr>
          <a:xfrm>
            <a:off x="8126681" y="3781425"/>
            <a:ext cx="253835" cy="25717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55" name="vector-53">
            <a:extLst>
              <a:ext uri="{FF2B5EF4-FFF2-40B4-BE49-F238E27FC236}">
                <ns2:creationId id="{4388A000-9E65-45A6-BBF8-743DCC964A3E}"/>
              </a:ext>
            </a:extLst>
          </p:cNvPr>
          <p:cNvSpPr>
            <a:spLocks noGrp="1"/>
          </p:cNvSpPr>
          <p:nvPr/>
        </p:nvSpPr>
        <p:spPr>
          <a:xfrm>
            <a:off x="8126681" y="3781425"/>
            <a:ext cx="253835" cy="25717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56" name="text-54">
            <a:extLst>
              <a:ext uri="{FF2B5EF4-FFF2-40B4-BE49-F238E27FC236}">
                <ns2:creationId id="{495DD67C-F78A-43FB-BD39-F15B922C0505}"/>
              </a:ext>
            </a:extLst>
          </p:cNvPr>
          <p:cNvSpPr>
            <a:spLocks noGrp="1"/>
          </p:cNvSpPr>
          <p:nvPr/>
        </p:nvSpPr>
        <p:spPr>
          <a:xfrm>
            <a:off x="8465127" y="3771900"/>
            <a:ext cx="3309257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现场验证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57" name="text-55">
            <a:extLst>
              <a:ext uri="{FF2B5EF4-FFF2-40B4-BE49-F238E27FC236}">
                <ns2:creationId id="{3C57777D-BF80-4562-83E8-6C6B1E8D994C}"/>
              </a:ext>
            </a:extLst>
          </p:cNvPr>
          <p:cNvSpPr>
            <a:spLocks noGrp="1"/>
          </p:cNvSpPr>
          <p:nvPr/>
        </p:nvSpPr>
        <p:spPr>
          <a:xfrm>
            <a:off x="8183088" y="4191000"/>
            <a:ext cx="354429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开展独立复测，核对预测与现场记录</a:t>
            </a:r>
            <a:endParaRPr/>
          </a:p>
        </p:txBody>
      </p:sp>
      <p:sp>
        <p:nvSpPr>
          <p:cNvPr id="58" name="icon-check-56">
            <a:extLst>
              <a:ext uri="{FF2B5EF4-FFF2-40B4-BE49-F238E27FC236}">
                <ns2:creationId id="{3C7D2087-2EA3-4DCB-BC19-F38E77920FBD}"/>
              </a:ext>
            </a:extLst>
          </p:cNvPr>
          <p:cNvSpPr>
            <a:spLocks noGrp="1"/>
          </p:cNvSpPr>
          <p:nvPr/>
        </p:nvSpPr>
        <p:spPr>
          <a:xfrm>
            <a:off x="8380516" y="4905375"/>
            <a:ext cx="676894" cy="685800"/>
          </a:xfrm>
          <a:prstGeom prst="ellipse">
            <a:avLst/>
          </a:prstGeom>
          <a:solidFill>
            <a:srgbClr val="136742"/>
          </a:solidFill>
          <a:ln w="20002">
            <a:solidFill>
              <a:srgbClr val="136742"/>
            </a:solidFill>
            <a:prstDash val="solid"/>
          </a:ln>
        </p:spPr>
      </p:sp>
      <p:sp>
        <p:nvSpPr>
          <p:cNvPr id="59" name="vector-57">
            <a:extLst>
              <a:ext uri="{FF2B5EF4-FFF2-40B4-BE49-F238E27FC236}">
                <ns2:creationId id="{F82D5B1E-D38E-4E9C-8726-7158D525896C}"/>
              </a:ext>
            </a:extLst>
          </p:cNvPr>
          <p:cNvSpPr>
            <a:spLocks noGrp="1"/>
          </p:cNvSpPr>
          <p:nvPr/>
        </p:nvSpPr>
        <p:spPr>
          <a:xfrm>
            <a:off x="8295904" y="4819650"/>
            <a:ext cx="846117" cy="857250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0" name="vector-58">
            <a:extLst>
              <a:ext uri="{FF2B5EF4-FFF2-40B4-BE49-F238E27FC236}">
                <ns2:creationId id="{D98FA649-F325-45F6-8E72-738835F9A550}"/>
              </a:ext>
            </a:extLst>
          </p:cNvPr>
          <p:cNvSpPr>
            <a:spLocks noGrp="1"/>
          </p:cNvSpPr>
          <p:nvPr/>
        </p:nvSpPr>
        <p:spPr>
          <a:xfrm>
            <a:off x="8295904" y="4819650"/>
            <a:ext cx="846117" cy="857250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1" name="shape-59">
            <a:extLst>
              <a:ext uri="{FF2B5EF4-FFF2-40B4-BE49-F238E27FC236}">
                <ns2:creationId id="{B7A63363-4881-44DB-8F20-5F3B22769E38}"/>
              </a:ext>
            </a:extLst>
          </p:cNvPr>
          <p:cNvSpPr>
            <a:spLocks noGrp="1"/>
          </p:cNvSpPr>
          <p:nvPr/>
        </p:nvSpPr>
        <p:spPr>
          <a:xfrm>
            <a:off x="9424060" y="4953000"/>
            <a:ext cx="47006" cy="47625"/>
          </a:xfrm>
          <a:prstGeom prst="rect">
            <a:avLst/>
          </a:prstGeom>
          <a:solidFill>
            <a:srgbClr val="429C6B"/>
          </a:solidFill>
          <a:ln w="0">
            <a:noFill/>
            <a:prstDash val="solid"/>
          </a:ln>
        </p:spPr>
      </p:sp>
      <p:sp>
        <p:nvSpPr>
          <p:cNvPr id="62" name="text-60">
            <a:extLst>
              <a:ext uri="{FF2B5EF4-FFF2-40B4-BE49-F238E27FC236}">
                <ns2:creationId id="{DFFF3C4C-439B-413A-8FC4-48D511EBAC25}"/>
              </a:ext>
            </a:extLst>
          </p:cNvPr>
          <p:cNvSpPr>
            <a:spLocks noGrp="1"/>
          </p:cNvSpPr>
          <p:nvPr/>
        </p:nvSpPr>
        <p:spPr>
          <a:xfrm>
            <a:off x="9555678" y="4857750"/>
            <a:ext cx="21717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样地复测</a:t>
            </a:r>
            <a:endParaRPr/>
          </a:p>
        </p:txBody>
      </p:sp>
      <p:sp>
        <p:nvSpPr>
          <p:cNvPr id="63" name="shape-61">
            <a:extLst>
              <a:ext uri="{FF2B5EF4-FFF2-40B4-BE49-F238E27FC236}">
                <ns2:creationId id="{B7AFF510-FAFC-4168-972C-C848C8D64628}"/>
              </a:ext>
            </a:extLst>
          </p:cNvPr>
          <p:cNvSpPr>
            <a:spLocks noGrp="1"/>
          </p:cNvSpPr>
          <p:nvPr/>
        </p:nvSpPr>
        <p:spPr>
          <a:xfrm>
            <a:off x="9424060" y="5257800"/>
            <a:ext cx="47006" cy="47625"/>
          </a:xfrm>
          <a:prstGeom prst="rect">
            <a:avLst/>
          </a:prstGeom>
          <a:solidFill>
            <a:srgbClr val="429C6B"/>
          </a:solidFill>
          <a:ln w="0">
            <a:noFill/>
            <a:prstDash val="solid"/>
          </a:ln>
        </p:spPr>
      </p:sp>
      <p:sp>
        <p:nvSpPr>
          <p:cNvPr id="64" name="text-62">
            <a:extLst>
              <a:ext uri="{FF2B5EF4-FFF2-40B4-BE49-F238E27FC236}">
                <ns2:creationId id="{34F8A7C4-2B06-4300-980C-DE26084B5F46}"/>
              </a:ext>
            </a:extLst>
          </p:cNvPr>
          <p:cNvSpPr>
            <a:spLocks noGrp="1"/>
          </p:cNvSpPr>
          <p:nvPr/>
        </p:nvSpPr>
        <p:spPr>
          <a:xfrm>
            <a:off x="9555678" y="5162550"/>
            <a:ext cx="21717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保留差异记录</a:t>
            </a:r>
            <a:endParaRPr/>
          </a:p>
        </p:txBody>
      </p:sp>
      <p:sp>
        <p:nvSpPr>
          <p:cNvPr id="65" name="shape-63">
            <a:extLst>
              <a:ext uri="{FF2B5EF4-FFF2-40B4-BE49-F238E27FC236}">
                <ns2:creationId id="{A7DE66B6-DFEA-4757-BDC7-ED7CF332CA49}"/>
              </a:ext>
            </a:extLst>
          </p:cNvPr>
          <p:cNvSpPr>
            <a:spLocks noGrp="1"/>
          </p:cNvSpPr>
          <p:nvPr/>
        </p:nvSpPr>
        <p:spPr>
          <a:xfrm>
            <a:off x="9424060" y="5562600"/>
            <a:ext cx="47006" cy="47625"/>
          </a:xfrm>
          <a:prstGeom prst="rect">
            <a:avLst/>
          </a:prstGeom>
          <a:solidFill>
            <a:srgbClr val="429C6B"/>
          </a:solidFill>
          <a:ln w="0">
            <a:noFill/>
            <a:prstDash val="solid"/>
          </a:ln>
        </p:spPr>
      </p:sp>
      <p:sp>
        <p:nvSpPr>
          <p:cNvPr id="66" name="text-64">
            <a:extLst>
              <a:ext uri="{FF2B5EF4-FFF2-40B4-BE49-F238E27FC236}">
                <ns2:creationId id="{B2D059F4-63B5-4C80-92ED-D6926EB1F01B}"/>
              </a:ext>
            </a:extLst>
          </p:cNvPr>
          <p:cNvSpPr>
            <a:spLocks noGrp="1"/>
          </p:cNvSpPr>
          <p:nvPr/>
        </p:nvSpPr>
        <p:spPr>
          <a:xfrm>
            <a:off x="9555678" y="5467350"/>
            <a:ext cx="21717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核对检测过程</a:t>
            </a:r>
            <a:endParaRPr/>
          </a:p>
        </p:txBody>
      </p:sp>
      <p:sp>
        <p:nvSpPr>
          <p:cNvPr id="67" name="panel-65">
            <a:extLst>
              <a:ext uri="{FF2B5EF4-FFF2-40B4-BE49-F238E27FC236}">
                <ns2:creationId id="{DFD29F82-4215-4480-8DEE-18EC4786A24F}"/>
              </a:ext>
            </a:extLst>
          </p:cNvPr>
          <p:cNvSpPr>
            <a:spLocks noGrp="1"/>
          </p:cNvSpPr>
          <p:nvPr/>
        </p:nvSpPr>
        <p:spPr>
          <a:xfrm>
            <a:off x="304800" y="3705225"/>
            <a:ext cx="3873335" cy="2362200"/>
          </a:xfrm>
          <a:prstGeom prst="rect">
            <a:avLst>
              <a:gd name="adj" fmla="val 3226"/>
            </a:avLst>
          </a:prstGeom>
          <a:solidFill>
            <a:srgbClr val="FFFFFF"/>
          </a:solidFill>
          <a:ln w="11430">
            <a:solidFill>
              <a:srgbClr val="136742"/>
            </a:solidFill>
            <a:prstDash val="solid"/>
          </a:ln>
        </p:spPr>
      </p:sp>
      <p:sp>
        <p:nvSpPr>
          <p:cNvPr id="68" name="shape-66">
            <a:extLst>
              <a:ext uri="{FF2B5EF4-FFF2-40B4-BE49-F238E27FC236}">
                <ns2:creationId id="{8FA50A07-31FE-46B1-A2BF-A91EFF0C3893}"/>
              </a:ext>
            </a:extLst>
          </p:cNvPr>
          <p:cNvSpPr>
            <a:spLocks noGrp="1"/>
          </p:cNvSpPr>
          <p:nvPr/>
        </p:nvSpPr>
        <p:spPr>
          <a:xfrm>
            <a:off x="314201" y="3714750"/>
            <a:ext cx="3854532" cy="400050"/>
          </a:xfrm>
          <a:prstGeom prst="rect">
            <a:avLst>
              <a:gd name="adj" fmla="val 19048"/>
            </a:avLst>
          </a:prstGeom>
          <a:solidFill>
            <a:srgbClr val="136742"/>
          </a:solidFill>
          <a:ln w="14288">
            <a:solidFill>
              <a:srgbClr val="136742"/>
            </a:solidFill>
            <a:prstDash val="solid"/>
          </a:ln>
        </p:spPr>
      </p:sp>
      <p:sp>
        <p:nvSpPr>
          <p:cNvPr id="69" name="icon-clipboard-67">
            <a:extLst>
              <a:ext uri="{FF2B5EF4-FFF2-40B4-BE49-F238E27FC236}">
                <ns2:creationId id="{3B3B703F-9BEB-45B6-B8FC-601741A5B965}"/>
              </a:ext>
            </a:extLst>
          </p:cNvPr>
          <p:cNvSpPr>
            <a:spLocks noGrp="1"/>
          </p:cNvSpPr>
          <p:nvPr/>
        </p:nvSpPr>
        <p:spPr>
          <a:xfrm>
            <a:off x="463306" y="3812286"/>
            <a:ext cx="164993" cy="200597"/>
          </a:xfrm>
          <a:prstGeom prst="roundRect">
            <a:avLst>
              <a:gd name="adj" fmla="val 45584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0" name="icon-clipboard-68">
            <a:extLst>
              <a:ext uri="{FF2B5EF4-FFF2-40B4-BE49-F238E27FC236}">
                <ns2:creationId id="{55E6B8DC-8572-42A5-B1B1-F295E7C0C535}"/>
              </a:ext>
            </a:extLst>
          </p:cNvPr>
          <p:cNvSpPr>
            <a:spLocks noGrp="1"/>
          </p:cNvSpPr>
          <p:nvPr/>
        </p:nvSpPr>
        <p:spPr>
          <a:xfrm>
            <a:off x="506458" y="3794284"/>
            <a:ext cx="76151" cy="3857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1" name="vector-69">
            <a:extLst>
              <a:ext uri="{FF2B5EF4-FFF2-40B4-BE49-F238E27FC236}">
                <ns2:creationId id="{60A3D713-940E-4142-BE33-6098719C948F}"/>
              </a:ext>
            </a:extLst>
          </p:cNvPr>
          <p:cNvSpPr>
            <a:spLocks noGrp="1"/>
          </p:cNvSpPr>
          <p:nvPr/>
        </p:nvSpPr>
        <p:spPr>
          <a:xfrm>
            <a:off x="417616" y="3781425"/>
            <a:ext cx="253835" cy="257175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72" name="vector-70">
            <a:extLst>
              <a:ext uri="{FF2B5EF4-FFF2-40B4-BE49-F238E27FC236}">
                <ns2:creationId id="{66F809C0-CB1D-45F9-8D68-94E479A22C23}"/>
              </a:ext>
            </a:extLst>
          </p:cNvPr>
          <p:cNvSpPr>
            <a:spLocks noGrp="1"/>
          </p:cNvSpPr>
          <p:nvPr/>
        </p:nvSpPr>
        <p:spPr>
          <a:xfrm>
            <a:off x="417616" y="3781425"/>
            <a:ext cx="253835" cy="257175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73" name="vector-71">
            <a:extLst>
              <a:ext uri="{FF2B5EF4-FFF2-40B4-BE49-F238E27FC236}">
                <ns2:creationId id="{DDB897FB-FA83-4EC6-9001-1F2C4C16158F}"/>
              </a:ext>
            </a:extLst>
          </p:cNvPr>
          <p:cNvSpPr>
            <a:spLocks noGrp="1"/>
          </p:cNvSpPr>
          <p:nvPr/>
        </p:nvSpPr>
        <p:spPr>
          <a:xfrm>
            <a:off x="417616" y="3781425"/>
            <a:ext cx="253835" cy="257175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74" name="vector-72">
            <a:extLst>
              <a:ext uri="{FF2B5EF4-FFF2-40B4-BE49-F238E27FC236}">
                <ns2:creationId id="{90F052FA-7966-44B3-A240-0FC5DAD5FD04}"/>
              </a:ext>
            </a:extLst>
          </p:cNvPr>
          <p:cNvSpPr>
            <a:spLocks noGrp="1"/>
          </p:cNvSpPr>
          <p:nvPr/>
        </p:nvSpPr>
        <p:spPr>
          <a:xfrm>
            <a:off x="417616" y="3781425"/>
            <a:ext cx="253835" cy="257175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75" name="vector-73">
            <a:extLst>
              <a:ext uri="{FF2B5EF4-FFF2-40B4-BE49-F238E27FC236}">
                <ns2:creationId id="{E0C24D4B-3FFA-4DF8-9432-1F3BC5F80452}"/>
              </a:ext>
            </a:extLst>
          </p:cNvPr>
          <p:cNvSpPr>
            <a:spLocks noGrp="1"/>
          </p:cNvSpPr>
          <p:nvPr/>
        </p:nvSpPr>
        <p:spPr>
          <a:xfrm>
            <a:off x="417616" y="3781425"/>
            <a:ext cx="253835" cy="257175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76" name="vector-74">
            <a:extLst>
              <a:ext uri="{FF2B5EF4-FFF2-40B4-BE49-F238E27FC236}">
                <ns2:creationId id="{4800114E-D16D-4CB5-93F4-2DB4FBCD52CC}"/>
              </a:ext>
            </a:extLst>
          </p:cNvPr>
          <p:cNvSpPr>
            <a:spLocks noGrp="1"/>
          </p:cNvSpPr>
          <p:nvPr/>
        </p:nvSpPr>
        <p:spPr>
          <a:xfrm>
            <a:off x="417616" y="3781425"/>
            <a:ext cx="253835" cy="257175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77" name="vector-75">
            <a:extLst>
              <a:ext uri="{FF2B5EF4-FFF2-40B4-BE49-F238E27FC236}">
                <ns2:creationId id="{1040FDC5-02A1-4E79-9C80-87D180494C49}"/>
              </a:ext>
            </a:extLst>
          </p:cNvPr>
          <p:cNvSpPr>
            <a:spLocks noGrp="1"/>
          </p:cNvSpPr>
          <p:nvPr/>
        </p:nvSpPr>
        <p:spPr>
          <a:xfrm>
            <a:off x="417616" y="3781425"/>
            <a:ext cx="253835" cy="257175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78" name="vector-76">
            <a:extLst>
              <a:ext uri="{FF2B5EF4-FFF2-40B4-BE49-F238E27FC236}">
                <ns2:creationId id="{5212A0EF-838A-4BB8-BB32-8A32174E33A7}"/>
              </a:ext>
            </a:extLst>
          </p:cNvPr>
          <p:cNvSpPr>
            <a:spLocks noGrp="1"/>
          </p:cNvSpPr>
          <p:nvPr/>
        </p:nvSpPr>
        <p:spPr>
          <a:xfrm>
            <a:off x="417616" y="3781425"/>
            <a:ext cx="253835" cy="257175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79" name="vector-77">
            <a:extLst>
              <a:ext uri="{FF2B5EF4-FFF2-40B4-BE49-F238E27FC236}">
                <ns2:creationId id="{532C0313-242C-4010-9171-9CC30C2D8D6A}"/>
              </a:ext>
            </a:extLst>
          </p:cNvPr>
          <p:cNvSpPr>
            <a:spLocks noGrp="1"/>
          </p:cNvSpPr>
          <p:nvPr/>
        </p:nvSpPr>
        <p:spPr>
          <a:xfrm>
            <a:off x="417616" y="3781425"/>
            <a:ext cx="253835" cy="257175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80" name="text-78">
            <a:extLst>
              <a:ext uri="{FF2B5EF4-FFF2-40B4-BE49-F238E27FC236}">
                <ns2:creationId id="{256A5AD0-3321-4130-932C-0BC42FE64245}"/>
              </a:ext>
            </a:extLst>
          </p:cNvPr>
          <p:cNvSpPr>
            <a:spLocks noGrp="1"/>
          </p:cNvSpPr>
          <p:nvPr/>
        </p:nvSpPr>
        <p:spPr>
          <a:xfrm>
            <a:off x="756062" y="3771900"/>
            <a:ext cx="3309257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反馈修订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81" name="text-79">
            <a:extLst>
              <a:ext uri="{FF2B5EF4-FFF2-40B4-BE49-F238E27FC236}">
                <ns2:creationId id="{AC3D61C5-8052-46B4-9AE5-2C0500D9803B}"/>
              </a:ext>
            </a:extLst>
          </p:cNvPr>
          <p:cNvSpPr>
            <a:spLocks noGrp="1"/>
          </p:cNvSpPr>
          <p:nvPr/>
        </p:nvSpPr>
        <p:spPr>
          <a:xfrm>
            <a:off x="474023" y="4191000"/>
            <a:ext cx="354429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追查偏差来源，调整采样与分析方案</a:t>
            </a:r>
            <a:endParaRPr/>
          </a:p>
        </p:txBody>
      </p:sp>
      <p:sp>
        <p:nvSpPr>
          <p:cNvPr id="82" name="icon-clipboard-80">
            <a:extLst>
              <a:ext uri="{FF2B5EF4-FFF2-40B4-BE49-F238E27FC236}">
                <ns2:creationId id="{E6D349E5-87CB-4DEB-B7E3-36FACBDC8729}"/>
              </a:ext>
            </a:extLst>
          </p:cNvPr>
          <p:cNvSpPr>
            <a:spLocks noGrp="1"/>
          </p:cNvSpPr>
          <p:nvPr/>
        </p:nvSpPr>
        <p:spPr>
          <a:xfrm>
            <a:off x="739140" y="4922520"/>
            <a:ext cx="549976" cy="668655"/>
          </a:xfrm>
          <a:prstGeom prst="roundRect">
            <a:avLst>
              <a:gd name="adj" fmla="val 13675"/>
            </a:avLst>
          </a:prstGeom>
          <a:solidFill>
            <a:srgbClr val="136742"/>
          </a:solidFill>
          <a:ln w="20002">
            <a:solidFill>
              <a:srgbClr val="136742"/>
            </a:solidFill>
            <a:prstDash val="solid"/>
          </a:ln>
        </p:spPr>
      </p:sp>
      <p:sp>
        <p:nvSpPr>
          <p:cNvPr id="83" name="icon-clipboard-81">
            <a:extLst>
              <a:ext uri="{FF2B5EF4-FFF2-40B4-BE49-F238E27FC236}">
                <ns2:creationId id="{01D5B825-60FB-4208-AD27-4AD36D933864}"/>
              </a:ext>
            </a:extLst>
          </p:cNvPr>
          <p:cNvSpPr>
            <a:spLocks noGrp="1"/>
          </p:cNvSpPr>
          <p:nvPr/>
        </p:nvSpPr>
        <p:spPr>
          <a:xfrm>
            <a:off x="882980" y="4862513"/>
            <a:ext cx="253835" cy="128588"/>
          </a:xfrm>
          <a:prstGeom prst="roundRect">
            <a:avLst>
              <a:gd name="adj" fmla="val 50000"/>
            </a:avLst>
          </a:prstGeom>
          <a:solidFill>
            <a:srgbClr val="136742"/>
          </a:solidFill>
          <a:ln w="20002">
            <a:solidFill>
              <a:srgbClr val="136742"/>
            </a:solidFill>
            <a:prstDash val="solid"/>
          </a:ln>
        </p:spPr>
      </p:sp>
      <p:sp>
        <p:nvSpPr>
          <p:cNvPr id="84" name="vector-82">
            <a:extLst>
              <a:ext uri="{FF2B5EF4-FFF2-40B4-BE49-F238E27FC236}">
                <ns2:creationId id="{0E64141D-EB27-462B-AB25-8FF7241008EF}"/>
              </a:ext>
            </a:extLst>
          </p:cNvPr>
          <p:cNvSpPr>
            <a:spLocks noGrp="1"/>
          </p:cNvSpPr>
          <p:nvPr/>
        </p:nvSpPr>
        <p:spPr>
          <a:xfrm>
            <a:off x="586839" y="4819650"/>
            <a:ext cx="846117" cy="857250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85" name="vector-83">
            <a:extLst>
              <a:ext uri="{FF2B5EF4-FFF2-40B4-BE49-F238E27FC236}">
                <ns2:creationId id="{9C0ED6E0-2113-4279-8680-4367F379DD70}"/>
              </a:ext>
            </a:extLst>
          </p:cNvPr>
          <p:cNvSpPr>
            <a:spLocks noGrp="1"/>
          </p:cNvSpPr>
          <p:nvPr/>
        </p:nvSpPr>
        <p:spPr>
          <a:xfrm>
            <a:off x="586839" y="4819650"/>
            <a:ext cx="846117" cy="857250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86" name="vector-84">
            <a:extLst>
              <a:ext uri="{FF2B5EF4-FFF2-40B4-BE49-F238E27FC236}">
                <ns2:creationId id="{D5DB0178-2CDD-431B-9FFA-31E2D5567DF7}"/>
              </a:ext>
            </a:extLst>
          </p:cNvPr>
          <p:cNvSpPr>
            <a:spLocks noGrp="1"/>
          </p:cNvSpPr>
          <p:nvPr/>
        </p:nvSpPr>
        <p:spPr>
          <a:xfrm>
            <a:off x="586839" y="4819650"/>
            <a:ext cx="846117" cy="857250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87" name="vector-85">
            <a:extLst>
              <a:ext uri="{FF2B5EF4-FFF2-40B4-BE49-F238E27FC236}">
                <ns2:creationId id="{A590106C-058D-4F8C-ACD8-044306A9DE77}"/>
              </a:ext>
            </a:extLst>
          </p:cNvPr>
          <p:cNvSpPr>
            <a:spLocks noGrp="1"/>
          </p:cNvSpPr>
          <p:nvPr/>
        </p:nvSpPr>
        <p:spPr>
          <a:xfrm>
            <a:off x="586839" y="4819650"/>
            <a:ext cx="846117" cy="857250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88" name="vector-86">
            <a:extLst>
              <a:ext uri="{FF2B5EF4-FFF2-40B4-BE49-F238E27FC236}">
                <ns2:creationId id="{08A735D7-5485-49D0-88F7-D162B3552AB9}"/>
              </a:ext>
            </a:extLst>
          </p:cNvPr>
          <p:cNvSpPr>
            <a:spLocks noGrp="1"/>
          </p:cNvSpPr>
          <p:nvPr/>
        </p:nvSpPr>
        <p:spPr>
          <a:xfrm>
            <a:off x="586839" y="4819650"/>
            <a:ext cx="846117" cy="857250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89" name="vector-87">
            <a:extLst>
              <a:ext uri="{FF2B5EF4-FFF2-40B4-BE49-F238E27FC236}">
                <ns2:creationId id="{51F2C3A5-5D0C-44CE-9D5E-1585B2762960}"/>
              </a:ext>
            </a:extLst>
          </p:cNvPr>
          <p:cNvSpPr>
            <a:spLocks noGrp="1"/>
          </p:cNvSpPr>
          <p:nvPr/>
        </p:nvSpPr>
        <p:spPr>
          <a:xfrm>
            <a:off x="586839" y="4819650"/>
            <a:ext cx="846117" cy="857250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90" name="vector-88">
            <a:extLst>
              <a:ext uri="{FF2B5EF4-FFF2-40B4-BE49-F238E27FC236}">
                <ns2:creationId id="{D6725923-C6A3-4863-8479-784DA953BDBA}"/>
              </a:ext>
            </a:extLst>
          </p:cNvPr>
          <p:cNvSpPr>
            <a:spLocks noGrp="1"/>
          </p:cNvSpPr>
          <p:nvPr/>
        </p:nvSpPr>
        <p:spPr>
          <a:xfrm>
            <a:off x="586839" y="4819650"/>
            <a:ext cx="846117" cy="857250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91" name="vector-89">
            <a:extLst>
              <a:ext uri="{FF2B5EF4-FFF2-40B4-BE49-F238E27FC236}">
                <ns2:creationId id="{AAEC04F3-67FA-40F2-B18E-1B13139E5699}"/>
              </a:ext>
            </a:extLst>
          </p:cNvPr>
          <p:cNvSpPr>
            <a:spLocks noGrp="1"/>
          </p:cNvSpPr>
          <p:nvPr/>
        </p:nvSpPr>
        <p:spPr>
          <a:xfrm>
            <a:off x="586839" y="4819650"/>
            <a:ext cx="846117" cy="857250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92" name="vector-90">
            <a:extLst>
              <a:ext uri="{FF2B5EF4-FFF2-40B4-BE49-F238E27FC236}">
                <ns2:creationId id="{D5BBAEE8-7B53-4456-BDBA-9EE1A927A8B4}"/>
              </a:ext>
            </a:extLst>
          </p:cNvPr>
          <p:cNvSpPr>
            <a:spLocks noGrp="1"/>
          </p:cNvSpPr>
          <p:nvPr/>
        </p:nvSpPr>
        <p:spPr>
          <a:xfrm>
            <a:off x="586839" y="4819650"/>
            <a:ext cx="846117" cy="857250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93" name="shape-91">
            <a:extLst>
              <a:ext uri="{FF2B5EF4-FFF2-40B4-BE49-F238E27FC236}">
                <ns2:creationId id="{C5E190D2-357A-41C6-9238-F065F8F4EF2C}"/>
              </a:ext>
            </a:extLst>
          </p:cNvPr>
          <p:cNvSpPr>
            <a:spLocks noGrp="1"/>
          </p:cNvSpPr>
          <p:nvPr/>
        </p:nvSpPr>
        <p:spPr>
          <a:xfrm>
            <a:off x="1714995" y="4953000"/>
            <a:ext cx="47006" cy="47625"/>
          </a:xfrm>
          <a:prstGeom prst="rect">
            <a:avLst/>
          </a:prstGeom>
          <a:solidFill>
            <a:srgbClr val="429C6B"/>
          </a:solidFill>
          <a:ln w="0">
            <a:noFill/>
            <a:prstDash val="solid"/>
          </a:ln>
        </p:spPr>
      </p:sp>
      <p:sp>
        <p:nvSpPr>
          <p:cNvPr id="94" name="text-92">
            <a:extLst>
              <a:ext uri="{FF2B5EF4-FFF2-40B4-BE49-F238E27FC236}">
                <ns2:creationId id="{E21A2C38-31E5-4F06-BA17-A0BDCF476379}"/>
              </a:ext>
            </a:extLst>
          </p:cNvPr>
          <p:cNvSpPr>
            <a:spLocks noGrp="1"/>
          </p:cNvSpPr>
          <p:nvPr/>
        </p:nvSpPr>
        <p:spPr>
          <a:xfrm>
            <a:off x="1846613" y="4857750"/>
            <a:ext cx="21717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优化采样设计</a:t>
            </a:r>
            <a:endParaRPr/>
          </a:p>
        </p:txBody>
      </p:sp>
      <p:sp>
        <p:nvSpPr>
          <p:cNvPr id="95" name="shape-93">
            <a:extLst>
              <a:ext uri="{FF2B5EF4-FFF2-40B4-BE49-F238E27FC236}">
                <ns2:creationId id="{455CB8E3-05BA-4C50-9A96-660607911637}"/>
              </a:ext>
            </a:extLst>
          </p:cNvPr>
          <p:cNvSpPr>
            <a:spLocks noGrp="1"/>
          </p:cNvSpPr>
          <p:nvPr/>
        </p:nvSpPr>
        <p:spPr>
          <a:xfrm>
            <a:off x="1714995" y="5257800"/>
            <a:ext cx="47006" cy="47625"/>
          </a:xfrm>
          <a:prstGeom prst="rect">
            <a:avLst/>
          </a:prstGeom>
          <a:solidFill>
            <a:srgbClr val="429C6B"/>
          </a:solidFill>
          <a:ln w="0">
            <a:noFill/>
            <a:prstDash val="solid"/>
          </a:ln>
        </p:spPr>
      </p:sp>
      <p:sp>
        <p:nvSpPr>
          <p:cNvPr id="96" name="text-94">
            <a:extLst>
              <a:ext uri="{FF2B5EF4-FFF2-40B4-BE49-F238E27FC236}">
                <ns2:creationId id="{4E2DE427-6C32-45DC-B151-623046FD1CE3}"/>
              </a:ext>
            </a:extLst>
          </p:cNvPr>
          <p:cNvSpPr>
            <a:spLocks noGrp="1"/>
          </p:cNvSpPr>
          <p:nvPr/>
        </p:nvSpPr>
        <p:spPr>
          <a:xfrm>
            <a:off x="1846613" y="5162550"/>
            <a:ext cx="21717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补充关键样点</a:t>
            </a:r>
            <a:endParaRPr/>
          </a:p>
        </p:txBody>
      </p:sp>
      <p:sp>
        <p:nvSpPr>
          <p:cNvPr id="97" name="shape-95">
            <a:extLst>
              <a:ext uri="{FF2B5EF4-FFF2-40B4-BE49-F238E27FC236}">
                <ns2:creationId id="{29EEB060-ADA6-46D0-BA13-52E6BF4C20CB}"/>
              </a:ext>
            </a:extLst>
          </p:cNvPr>
          <p:cNvSpPr>
            <a:spLocks noGrp="1"/>
          </p:cNvSpPr>
          <p:nvPr/>
        </p:nvSpPr>
        <p:spPr>
          <a:xfrm>
            <a:off x="1714995" y="5562600"/>
            <a:ext cx="47006" cy="47625"/>
          </a:xfrm>
          <a:prstGeom prst="rect">
            <a:avLst/>
          </a:prstGeom>
          <a:solidFill>
            <a:srgbClr val="429C6B"/>
          </a:solidFill>
          <a:ln w="0">
            <a:noFill/>
            <a:prstDash val="solid"/>
          </a:ln>
        </p:spPr>
      </p:sp>
      <p:sp>
        <p:nvSpPr>
          <p:cNvPr id="98" name="text-96">
            <a:extLst>
              <a:ext uri="{FF2B5EF4-FFF2-40B4-BE49-F238E27FC236}">
                <ns2:creationId id="{5FB95575-380A-4F0F-B52C-339D610B71E0}"/>
              </a:ext>
            </a:extLst>
          </p:cNvPr>
          <p:cNvSpPr>
            <a:spLocks noGrp="1"/>
          </p:cNvSpPr>
          <p:nvPr/>
        </p:nvSpPr>
        <p:spPr>
          <a:xfrm>
            <a:off x="1846613" y="5467350"/>
            <a:ext cx="21717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更新模型设定</a:t>
            </a:r>
            <a:endParaRPr/>
          </a:p>
        </p:txBody>
      </p:sp>
      <p:sp>
        <p:nvSpPr>
          <p:cNvPr id="99" name="vector-97">
            <a:extLst>
              <a:ext uri="{FF2B5EF4-FFF2-40B4-BE49-F238E27FC236}">
                <ns2:creationId id="{C7BE0411-C219-4B72-9A06-D33C7DF345C6}"/>
              </a:ext>
            </a:extLst>
          </p:cNvPr>
          <p:cNvSpPr>
            <a:spLocks noGrp="1"/>
          </p:cNvSpPr>
          <p:nvPr/>
        </p:nvSpPr>
        <p:spPr>
          <a:xfrm>
            <a:off x="4319155" y="1752600"/>
            <a:ext cx="3553691" cy="3600450"/>
          </a:xfrm>
          <a:custGeom>
            <a:pathLst>
              <a:path w="952500" h="952500">
                <a:moveTo>
                  <a:pt x="139490" y="139490"/>
                </a:moveTo>
                <a:lnTo>
                  <a:pt x="168706" y="112615"/>
                </a:lnTo>
                <a:lnTo>
                  <a:pt x="200058" y="88265"/>
                </a:lnTo>
                <a:lnTo>
                  <a:pt x="233329" y="66612"/>
                </a:lnTo>
                <a:lnTo>
                  <a:pt x="268288" y="47804"/>
                </a:lnTo>
                <a:lnTo>
                  <a:pt x="304692" y="31973"/>
                </a:lnTo>
                <a:lnTo>
                  <a:pt x="342288" y="19229"/>
                </a:lnTo>
                <a:lnTo>
                  <a:pt x="380815" y="9660"/>
                </a:lnTo>
                <a:lnTo>
                  <a:pt x="420004" y="3333"/>
                </a:lnTo>
                <a:lnTo>
                  <a:pt x="459585" y="292"/>
                </a:lnTo>
                <a:lnTo>
                  <a:pt x="499281" y="557"/>
                </a:lnTo>
                <a:lnTo>
                  <a:pt x="538817" y="4128"/>
                </a:lnTo>
                <a:lnTo>
                  <a:pt x="577918" y="10978"/>
                </a:lnTo>
                <a:lnTo>
                  <a:pt x="616314" y="21062"/>
                </a:lnTo>
                <a:lnTo>
                  <a:pt x="653736" y="34308"/>
                </a:lnTo>
                <a:lnTo>
                  <a:pt x="689924" y="50624"/>
                </a:lnTo>
                <a:lnTo>
                  <a:pt x="724629" y="69898"/>
                </a:lnTo>
                <a:lnTo>
                  <a:pt x="757607" y="91995"/>
                </a:lnTo>
                <a:lnTo>
                  <a:pt x="788631" y="116761"/>
                </a:lnTo>
                <a:lnTo>
                  <a:pt x="843299" y="123597"/>
                </a:lnTo>
                <a:lnTo>
                  <a:pt x="646489" y="280338"/>
                </a:lnTo>
                <a:lnTo>
                  <a:pt x="629582" y="266841"/>
                </a:lnTo>
                <a:lnTo>
                  <a:pt x="611610" y="254799"/>
                </a:lnTo>
                <a:lnTo>
                  <a:pt x="592697" y="244295"/>
                </a:lnTo>
                <a:lnTo>
                  <a:pt x="572975" y="235403"/>
                </a:lnTo>
                <a:lnTo>
                  <a:pt x="552581" y="228184"/>
                </a:lnTo>
                <a:lnTo>
                  <a:pt x="531657" y="222689"/>
                </a:lnTo>
                <a:lnTo>
                  <a:pt x="510347" y="218956"/>
                </a:lnTo>
                <a:lnTo>
                  <a:pt x="488801" y="217010"/>
                </a:lnTo>
                <a:lnTo>
                  <a:pt x="467168" y="216865"/>
                </a:lnTo>
                <a:lnTo>
                  <a:pt x="445598" y="218523"/>
                </a:lnTo>
                <a:lnTo>
                  <a:pt x="424240" y="221971"/>
                </a:lnTo>
                <a:lnTo>
                  <a:pt x="403244" y="227186"/>
                </a:lnTo>
                <a:lnTo>
                  <a:pt x="382756" y="234131"/>
                </a:lnTo>
                <a:lnTo>
                  <a:pt x="362916" y="242758"/>
                </a:lnTo>
                <a:lnTo>
                  <a:pt x="343865" y="253008"/>
                </a:lnTo>
                <a:lnTo>
                  <a:pt x="325733" y="264809"/>
                </a:lnTo>
                <a:lnTo>
                  <a:pt x="308647" y="278078"/>
                </a:lnTo>
                <a:lnTo>
                  <a:pt x="292725" y="292725"/>
                </a:lnTo>
                <a:close/>
              </a:path>
            </a:pathLst>
          </a:custGeom>
          <a:solidFill>
            <a:srgbClr val="136742"/>
          </a:solidFill>
          <a:ln w="14288">
            <a:noFill/>
            <a:prstDash val="solid"/>
          </a:ln>
        </p:spPr>
      </p:sp>
      <p:sp>
        <p:nvSpPr>
          <p:cNvPr id="100" name="icon-camera-98">
            <a:extLst>
              <a:ext uri="{FF2B5EF4-FFF2-40B4-BE49-F238E27FC236}">
                <ns2:creationId id="{C79A9E76-B353-4FE8-A874-E2C5D9159D47}"/>
              </a:ext>
            </a:extLst>
          </p:cNvPr>
          <p:cNvSpPr>
            <a:spLocks noGrp="1"/>
          </p:cNvSpPr>
          <p:nvPr/>
        </p:nvSpPr>
        <p:spPr>
          <a:xfrm>
            <a:off x="5896866" y="2010691"/>
            <a:ext cx="282980" cy="203359"/>
          </a:xfrm>
          <a:prstGeom prst="roundRect">
            <a:avLst>
              <a:gd name="adj" fmla="val 37471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01" name="icon-camera-99">
            <a:extLst>
              <a:ext uri="{FF2B5EF4-FFF2-40B4-BE49-F238E27FC236}">
                <ns2:creationId id="{4A74D456-B40B-46FC-80E9-D3802A25D3CC}"/>
              </a:ext>
            </a:extLst>
          </p:cNvPr>
          <p:cNvSpPr>
            <a:spLocks noGrp="1"/>
          </p:cNvSpPr>
          <p:nvPr/>
        </p:nvSpPr>
        <p:spPr>
          <a:xfrm>
            <a:off x="5982418" y="1967352"/>
            <a:ext cx="108585" cy="5667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02" name="icon-camera-100">
            <a:extLst>
              <a:ext uri="{FF2B5EF4-FFF2-40B4-BE49-F238E27FC236}">
                <ns2:creationId id="{A1262A7B-92BC-41B9-AB09-AD246545A2E0}"/>
              </a:ext>
            </a:extLst>
          </p:cNvPr>
          <p:cNvSpPr>
            <a:spLocks noGrp="1"/>
          </p:cNvSpPr>
          <p:nvPr/>
        </p:nvSpPr>
        <p:spPr>
          <a:xfrm>
            <a:off x="5979128" y="2054029"/>
            <a:ext cx="118456" cy="120015"/>
          </a:xfrm>
          <a:prstGeom prst="ellipse">
            <a:avLst/>
          </a:prstGeom>
          <a:solidFill>
            <a:srgbClr val="136742"/>
          </a:solidFill>
          <a:ln w="20002">
            <a:solidFill>
              <a:srgbClr val="136742"/>
            </a:solidFill>
            <a:prstDash val="solid"/>
          </a:ln>
        </p:spPr>
      </p:sp>
      <p:sp>
        <p:nvSpPr>
          <p:cNvPr id="103" name="icon-camera-101">
            <a:extLst>
              <a:ext uri="{FF2B5EF4-FFF2-40B4-BE49-F238E27FC236}">
                <ns2:creationId id="{54FC14E3-E1E6-4322-B3FA-2F15B0DDF48E}"/>
              </a:ext>
            </a:extLst>
          </p:cNvPr>
          <p:cNvSpPr>
            <a:spLocks noGrp="1"/>
          </p:cNvSpPr>
          <p:nvPr/>
        </p:nvSpPr>
        <p:spPr>
          <a:xfrm>
            <a:off x="6117326" y="2037361"/>
            <a:ext cx="26324" cy="26670"/>
          </a:xfrm>
          <a:prstGeom prst="ellipse">
            <a:avLst/>
          </a:prstGeom>
          <a:solidFill>
            <a:srgbClr val="136742"/>
          </a:solidFill>
          <a:ln w="20002">
            <a:solidFill>
              <a:srgbClr val="136742"/>
            </a:solidFill>
            <a:prstDash val="solid"/>
          </a:ln>
        </p:spPr>
      </p:sp>
      <p:sp>
        <p:nvSpPr>
          <p:cNvPr id="104" name="text-102">
            <a:extLst>
              <a:ext uri="{FF2B5EF4-FFF2-40B4-BE49-F238E27FC236}">
                <ns2:creationId id="{5FB1ECEC-D761-4CAA-9B22-43E354BF6BCB}"/>
              </a:ext>
            </a:extLst>
          </p:cNvPr>
          <p:cNvSpPr>
            <a:spLocks noGrp="1"/>
          </p:cNvSpPr>
          <p:nvPr/>
        </p:nvSpPr>
        <p:spPr>
          <a:xfrm>
            <a:off x="5450775" y="2324539"/>
            <a:ext cx="1222169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数据获取</a:t>
            </a:r>
            <a:endParaRPr/>
          </a:p>
        </p:txBody>
      </p:sp>
      <p:sp>
        <p:nvSpPr>
          <p:cNvPr id="105" name="vector-103">
            <a:extLst>
              <a:ext uri="{FF2B5EF4-FFF2-40B4-BE49-F238E27FC236}">
                <ns2:creationId id="{A06194DA-712A-46A4-BF1E-682EC4A499C5}"/>
              </a:ext>
            </a:extLst>
          </p:cNvPr>
          <p:cNvSpPr>
            <a:spLocks noGrp="1"/>
          </p:cNvSpPr>
          <p:nvPr/>
        </p:nvSpPr>
        <p:spPr>
          <a:xfrm>
            <a:off x="4319155" y="1752600"/>
            <a:ext cx="3553691" cy="3600450"/>
          </a:xfrm>
          <a:custGeom>
            <a:pathLst>
              <a:path w="952500" h="952500">
                <a:moveTo>
                  <a:pt x="813010" y="139490"/>
                </a:moveTo>
                <a:lnTo>
                  <a:pt x="839885" y="168706"/>
                </a:lnTo>
                <a:lnTo>
                  <a:pt x="864235" y="200058"/>
                </a:lnTo>
                <a:lnTo>
                  <a:pt x="885888" y="233329"/>
                </a:lnTo>
                <a:lnTo>
                  <a:pt x="904696" y="268288"/>
                </a:lnTo>
                <a:lnTo>
                  <a:pt x="920527" y="304692"/>
                </a:lnTo>
                <a:lnTo>
                  <a:pt x="933271" y="342288"/>
                </a:lnTo>
                <a:lnTo>
                  <a:pt x="942840" y="380815"/>
                </a:lnTo>
                <a:lnTo>
                  <a:pt x="949167" y="420004"/>
                </a:lnTo>
                <a:lnTo>
                  <a:pt x="952208" y="459585"/>
                </a:lnTo>
                <a:lnTo>
                  <a:pt x="951943" y="499281"/>
                </a:lnTo>
                <a:lnTo>
                  <a:pt x="948372" y="538817"/>
                </a:lnTo>
                <a:lnTo>
                  <a:pt x="941522" y="577918"/>
                </a:lnTo>
                <a:lnTo>
                  <a:pt x="931438" y="616314"/>
                </a:lnTo>
                <a:lnTo>
                  <a:pt x="918192" y="653736"/>
                </a:lnTo>
                <a:lnTo>
                  <a:pt x="901876" y="689924"/>
                </a:lnTo>
                <a:lnTo>
                  <a:pt x="882602" y="724629"/>
                </a:lnTo>
                <a:lnTo>
                  <a:pt x="860505" y="757607"/>
                </a:lnTo>
                <a:lnTo>
                  <a:pt x="835739" y="788631"/>
                </a:lnTo>
                <a:lnTo>
                  <a:pt x="828903" y="843299"/>
                </a:lnTo>
                <a:lnTo>
                  <a:pt x="672162" y="646489"/>
                </a:lnTo>
                <a:lnTo>
                  <a:pt x="685659" y="629582"/>
                </a:lnTo>
                <a:lnTo>
                  <a:pt x="697701" y="611610"/>
                </a:lnTo>
                <a:lnTo>
                  <a:pt x="708205" y="592697"/>
                </a:lnTo>
                <a:lnTo>
                  <a:pt x="717097" y="572975"/>
                </a:lnTo>
                <a:lnTo>
                  <a:pt x="724316" y="552581"/>
                </a:lnTo>
                <a:lnTo>
                  <a:pt x="729811" y="531657"/>
                </a:lnTo>
                <a:lnTo>
                  <a:pt x="733544" y="510347"/>
                </a:lnTo>
                <a:lnTo>
                  <a:pt x="735490" y="488801"/>
                </a:lnTo>
                <a:lnTo>
                  <a:pt x="735635" y="467168"/>
                </a:lnTo>
                <a:lnTo>
                  <a:pt x="733977" y="445598"/>
                </a:lnTo>
                <a:lnTo>
                  <a:pt x="730529" y="424240"/>
                </a:lnTo>
                <a:lnTo>
                  <a:pt x="725314" y="403244"/>
                </a:lnTo>
                <a:lnTo>
                  <a:pt x="718369" y="382756"/>
                </a:lnTo>
                <a:lnTo>
                  <a:pt x="709742" y="362916"/>
                </a:lnTo>
                <a:lnTo>
                  <a:pt x="699492" y="343865"/>
                </a:lnTo>
                <a:lnTo>
                  <a:pt x="687691" y="325733"/>
                </a:lnTo>
                <a:lnTo>
                  <a:pt x="674422" y="308647"/>
                </a:lnTo>
                <a:lnTo>
                  <a:pt x="659775" y="292725"/>
                </a:lnTo>
                <a:close/>
              </a:path>
            </a:pathLst>
          </a:custGeom>
          <a:solidFill>
            <a:srgbClr val="3B8162"/>
          </a:solidFill>
          <a:ln w="14288">
            <a:noFill/>
            <a:prstDash val="solid"/>
          </a:ln>
        </p:spPr>
      </p:sp>
      <p:sp>
        <p:nvSpPr>
          <p:cNvPr id="106" name="vector-104">
            <a:extLst>
              <a:ext uri="{FF2B5EF4-FFF2-40B4-BE49-F238E27FC236}">
                <ns2:creationId id="{CBA78343-18F6-4F72-8BA6-4F8EA2D4ED67}"/>
              </a:ext>
            </a:extLst>
          </p:cNvPr>
          <p:cNvSpPr>
            <a:spLocks noGrp="1"/>
          </p:cNvSpPr>
          <p:nvPr/>
        </p:nvSpPr>
        <p:spPr>
          <a:xfrm>
            <a:off x="7251926" y="3261060"/>
            <a:ext cx="329045" cy="3333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07" name="vector-105">
            <a:extLst>
              <a:ext uri="{FF2B5EF4-FFF2-40B4-BE49-F238E27FC236}">
                <ns2:creationId id="{B3D8AE40-1909-4599-A515-9CD8368DA60B}"/>
              </a:ext>
            </a:extLst>
          </p:cNvPr>
          <p:cNvSpPr>
            <a:spLocks noGrp="1"/>
          </p:cNvSpPr>
          <p:nvPr/>
        </p:nvSpPr>
        <p:spPr>
          <a:xfrm>
            <a:off x="7251926" y="3261060"/>
            <a:ext cx="329045" cy="3333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08" name="vector-106">
            <a:extLst>
              <a:ext uri="{FF2B5EF4-FFF2-40B4-BE49-F238E27FC236}">
                <ns2:creationId id="{258012DE-FBDC-42DB-B673-1EF0D56EC74D}"/>
              </a:ext>
            </a:extLst>
          </p:cNvPr>
          <p:cNvSpPr>
            <a:spLocks noGrp="1"/>
          </p:cNvSpPr>
          <p:nvPr/>
        </p:nvSpPr>
        <p:spPr>
          <a:xfrm>
            <a:off x="7251926" y="3261060"/>
            <a:ext cx="329045" cy="3333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09" name="vector-107">
            <a:extLst>
              <a:ext uri="{FF2B5EF4-FFF2-40B4-BE49-F238E27FC236}">
                <ns2:creationId id="{959D0038-2556-4903-9C8E-D43161F531A5}"/>
              </a:ext>
            </a:extLst>
          </p:cNvPr>
          <p:cNvSpPr>
            <a:spLocks noGrp="1"/>
          </p:cNvSpPr>
          <p:nvPr/>
        </p:nvSpPr>
        <p:spPr>
          <a:xfrm>
            <a:off x="7251926" y="3261060"/>
            <a:ext cx="329045" cy="3333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10" name="vector-108">
            <a:extLst>
              <a:ext uri="{FF2B5EF4-FFF2-40B4-BE49-F238E27FC236}">
                <ns2:creationId id="{5560FA72-44BD-4C6F-90DF-E5F135334941}"/>
              </a:ext>
            </a:extLst>
          </p:cNvPr>
          <p:cNvSpPr>
            <a:spLocks noGrp="1"/>
          </p:cNvSpPr>
          <p:nvPr/>
        </p:nvSpPr>
        <p:spPr>
          <a:xfrm>
            <a:off x="7251926" y="3261060"/>
            <a:ext cx="329045" cy="3333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11" name="vector-109">
            <a:extLst>
              <a:ext uri="{FF2B5EF4-FFF2-40B4-BE49-F238E27FC236}">
                <ns2:creationId id="{00F9FE66-F8A2-4D11-84E6-E0FFB5374A00}"/>
              </a:ext>
            </a:extLst>
          </p:cNvPr>
          <p:cNvSpPr>
            <a:spLocks noGrp="1"/>
          </p:cNvSpPr>
          <p:nvPr/>
        </p:nvSpPr>
        <p:spPr>
          <a:xfrm>
            <a:off x="7251926" y="3261060"/>
            <a:ext cx="329045" cy="3333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12" name="vector-110">
            <a:extLst>
              <a:ext uri="{FF2B5EF4-FFF2-40B4-BE49-F238E27FC236}">
                <ns2:creationId id="{11416929-7900-404F-88BF-842278BE9C50}"/>
              </a:ext>
            </a:extLst>
          </p:cNvPr>
          <p:cNvSpPr>
            <a:spLocks noGrp="1"/>
          </p:cNvSpPr>
          <p:nvPr/>
        </p:nvSpPr>
        <p:spPr>
          <a:xfrm>
            <a:off x="7251926" y="3261060"/>
            <a:ext cx="329045" cy="3333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13" name="icon-network-111">
            <a:extLst>
              <a:ext uri="{FF2B5EF4-FFF2-40B4-BE49-F238E27FC236}">
                <ns2:creationId id="{EC5794E0-3574-4FE8-B103-E18B74E8F27F}"/>
              </a:ext>
            </a:extLst>
          </p:cNvPr>
          <p:cNvSpPr>
            <a:spLocks noGrp="1"/>
          </p:cNvSpPr>
          <p:nvPr/>
        </p:nvSpPr>
        <p:spPr>
          <a:xfrm>
            <a:off x="7271669" y="3361072"/>
            <a:ext cx="46067" cy="46673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14" name="icon-network-112">
            <a:extLst>
              <a:ext uri="{FF2B5EF4-FFF2-40B4-BE49-F238E27FC236}">
                <ns2:creationId id="{1C460D55-FBAE-4A4E-BF0F-B74B235797FA}"/>
              </a:ext>
            </a:extLst>
          </p:cNvPr>
          <p:cNvSpPr>
            <a:spLocks noGrp="1"/>
          </p:cNvSpPr>
          <p:nvPr/>
        </p:nvSpPr>
        <p:spPr>
          <a:xfrm>
            <a:off x="7376963" y="3277728"/>
            <a:ext cx="46067" cy="46673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15" name="icon-network-113">
            <a:extLst>
              <a:ext uri="{FF2B5EF4-FFF2-40B4-BE49-F238E27FC236}">
                <ns2:creationId id="{F897F1B5-BBB6-4F96-8707-1FDD4491BF99}"/>
              </a:ext>
            </a:extLst>
          </p:cNvPr>
          <p:cNvSpPr>
            <a:spLocks noGrp="1"/>
          </p:cNvSpPr>
          <p:nvPr/>
        </p:nvSpPr>
        <p:spPr>
          <a:xfrm>
            <a:off x="7505291" y="3337736"/>
            <a:ext cx="46067" cy="46673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16" name="icon-network-114">
            <a:extLst>
              <a:ext uri="{FF2B5EF4-FFF2-40B4-BE49-F238E27FC236}">
                <ns2:creationId id="{F2B6BE0F-DF0E-4DA8-9CF7-3C670FEC93E4}"/>
              </a:ext>
            </a:extLst>
          </p:cNvPr>
          <p:cNvSpPr>
            <a:spLocks noGrp="1"/>
          </p:cNvSpPr>
          <p:nvPr/>
        </p:nvSpPr>
        <p:spPr>
          <a:xfrm>
            <a:off x="7455934" y="3514425"/>
            <a:ext cx="46067" cy="46673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17" name="icon-network-115">
            <a:extLst>
              <a:ext uri="{FF2B5EF4-FFF2-40B4-BE49-F238E27FC236}">
                <ns2:creationId id="{C08EFD76-0BA2-4D65-B6F8-594D53B3B5C3}"/>
              </a:ext>
            </a:extLst>
          </p:cNvPr>
          <p:cNvSpPr>
            <a:spLocks noGrp="1"/>
          </p:cNvSpPr>
          <p:nvPr/>
        </p:nvSpPr>
        <p:spPr>
          <a:xfrm>
            <a:off x="7307863" y="3511091"/>
            <a:ext cx="46067" cy="46673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18" name="text-116">
            <a:extLst>
              <a:ext uri="{FF2B5EF4-FFF2-40B4-BE49-F238E27FC236}">
                <ns2:creationId id="{799E5964-98B5-4636-A8B3-4A10371F1315}"/>
              </a:ext>
            </a:extLst>
          </p:cNvPr>
          <p:cNvSpPr>
            <a:spLocks noGrp="1"/>
          </p:cNvSpPr>
          <p:nvPr/>
        </p:nvSpPr>
        <p:spPr>
          <a:xfrm>
            <a:off x="6828868" y="3619500"/>
            <a:ext cx="1222169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模型</a:t>
            </a:r>
            <a:br/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分析</a:t>
            </a:r>
            <a:endParaRPr/>
          </a:p>
        </p:txBody>
      </p:sp>
      <p:sp>
        <p:nvSpPr>
          <p:cNvPr id="119" name="vector-117">
            <a:extLst>
              <a:ext uri="{FF2B5EF4-FFF2-40B4-BE49-F238E27FC236}">
                <ns2:creationId id="{0BF875E0-041A-4650-AB69-AB2EFFB8B1EA}"/>
              </a:ext>
            </a:extLst>
          </p:cNvPr>
          <p:cNvSpPr>
            <a:spLocks noGrp="1"/>
          </p:cNvSpPr>
          <p:nvPr/>
        </p:nvSpPr>
        <p:spPr>
          <a:xfrm>
            <a:off x="4319155" y="1752600"/>
            <a:ext cx="3553691" cy="3600450"/>
          </a:xfrm>
          <a:custGeom>
            <a:pathLst>
              <a:path w="952500" h="952500">
                <a:moveTo>
                  <a:pt x="813010" y="813010"/>
                </a:moveTo>
                <a:lnTo>
                  <a:pt x="783794" y="839885"/>
                </a:lnTo>
                <a:lnTo>
                  <a:pt x="752442" y="864235"/>
                </a:lnTo>
                <a:lnTo>
                  <a:pt x="719171" y="885888"/>
                </a:lnTo>
                <a:lnTo>
                  <a:pt x="684212" y="904696"/>
                </a:lnTo>
                <a:lnTo>
                  <a:pt x="647808" y="920527"/>
                </a:lnTo>
                <a:lnTo>
                  <a:pt x="610212" y="933271"/>
                </a:lnTo>
                <a:lnTo>
                  <a:pt x="571685" y="942840"/>
                </a:lnTo>
                <a:lnTo>
                  <a:pt x="532496" y="949167"/>
                </a:lnTo>
                <a:lnTo>
                  <a:pt x="492915" y="952208"/>
                </a:lnTo>
                <a:lnTo>
                  <a:pt x="453219" y="951943"/>
                </a:lnTo>
                <a:lnTo>
                  <a:pt x="413683" y="948372"/>
                </a:lnTo>
                <a:lnTo>
                  <a:pt x="374582" y="941522"/>
                </a:lnTo>
                <a:lnTo>
                  <a:pt x="336186" y="931438"/>
                </a:lnTo>
                <a:lnTo>
                  <a:pt x="298764" y="918192"/>
                </a:lnTo>
                <a:lnTo>
                  <a:pt x="262576" y="901876"/>
                </a:lnTo>
                <a:lnTo>
                  <a:pt x="227871" y="882602"/>
                </a:lnTo>
                <a:lnTo>
                  <a:pt x="194893" y="860505"/>
                </a:lnTo>
                <a:lnTo>
                  <a:pt x="163869" y="835739"/>
                </a:lnTo>
                <a:lnTo>
                  <a:pt x="109201" y="828903"/>
                </a:lnTo>
                <a:lnTo>
                  <a:pt x="306011" y="672162"/>
                </a:lnTo>
                <a:lnTo>
                  <a:pt x="322918" y="685659"/>
                </a:lnTo>
                <a:lnTo>
                  <a:pt x="340890" y="697701"/>
                </a:lnTo>
                <a:lnTo>
                  <a:pt x="359803" y="708205"/>
                </a:lnTo>
                <a:lnTo>
                  <a:pt x="379525" y="717097"/>
                </a:lnTo>
                <a:lnTo>
                  <a:pt x="399919" y="724316"/>
                </a:lnTo>
                <a:lnTo>
                  <a:pt x="420843" y="729811"/>
                </a:lnTo>
                <a:lnTo>
                  <a:pt x="442153" y="733544"/>
                </a:lnTo>
                <a:lnTo>
                  <a:pt x="463699" y="735490"/>
                </a:lnTo>
                <a:lnTo>
                  <a:pt x="485332" y="735635"/>
                </a:lnTo>
                <a:lnTo>
                  <a:pt x="506902" y="733977"/>
                </a:lnTo>
                <a:lnTo>
                  <a:pt x="528260" y="730529"/>
                </a:lnTo>
                <a:lnTo>
                  <a:pt x="549256" y="725314"/>
                </a:lnTo>
                <a:lnTo>
                  <a:pt x="569744" y="718369"/>
                </a:lnTo>
                <a:lnTo>
                  <a:pt x="589584" y="709742"/>
                </a:lnTo>
                <a:lnTo>
                  <a:pt x="608635" y="699492"/>
                </a:lnTo>
                <a:lnTo>
                  <a:pt x="626767" y="687691"/>
                </a:lnTo>
                <a:lnTo>
                  <a:pt x="643853" y="674422"/>
                </a:lnTo>
                <a:lnTo>
                  <a:pt x="659775" y="659775"/>
                </a:lnTo>
                <a:close/>
              </a:path>
            </a:pathLst>
          </a:custGeom>
          <a:solidFill>
            <a:srgbClr val="639B82"/>
          </a:solidFill>
          <a:ln w="14288">
            <a:noFill/>
            <a:prstDash val="solid"/>
          </a:ln>
        </p:spPr>
      </p:sp>
      <p:sp>
        <p:nvSpPr>
          <p:cNvPr id="120" name="icon-check-118">
            <a:extLst>
              <a:ext uri="{FF2B5EF4-FFF2-40B4-BE49-F238E27FC236}">
                <ns2:creationId id="{B290F1E6-A0A7-49CD-9360-023D658DA27D}"/>
              </a:ext>
            </a:extLst>
          </p:cNvPr>
          <p:cNvSpPr>
            <a:spLocks noGrp="1"/>
          </p:cNvSpPr>
          <p:nvPr/>
        </p:nvSpPr>
        <p:spPr>
          <a:xfrm>
            <a:off x="5975020" y="4690623"/>
            <a:ext cx="263236" cy="266700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21" name="vector-119">
            <a:extLst>
              <a:ext uri="{FF2B5EF4-FFF2-40B4-BE49-F238E27FC236}">
                <ns2:creationId id="{DA8DC2A1-F0AA-458F-9F94-B1F3F1789466}"/>
              </a:ext>
            </a:extLst>
          </p:cNvPr>
          <p:cNvSpPr>
            <a:spLocks noGrp="1"/>
          </p:cNvSpPr>
          <p:nvPr/>
        </p:nvSpPr>
        <p:spPr>
          <a:xfrm>
            <a:off x="5942115" y="4657286"/>
            <a:ext cx="329045" cy="33337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122" name="vector-120">
            <a:extLst>
              <a:ext uri="{FF2B5EF4-FFF2-40B4-BE49-F238E27FC236}">
                <ns2:creationId id="{8D44AAA7-D130-4E5E-B80E-B9F81800615C}"/>
              </a:ext>
            </a:extLst>
          </p:cNvPr>
          <p:cNvSpPr>
            <a:spLocks noGrp="1"/>
          </p:cNvSpPr>
          <p:nvPr/>
        </p:nvSpPr>
        <p:spPr>
          <a:xfrm>
            <a:off x="5942115" y="4657286"/>
            <a:ext cx="329045" cy="33337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123" name="text-121">
            <a:extLst>
              <a:ext uri="{FF2B5EF4-FFF2-40B4-BE49-F238E27FC236}">
                <ns2:creationId id="{67E76804-A1AE-4C2D-A4CE-D6D546C00C25}"/>
              </a:ext>
            </a:extLst>
          </p:cNvPr>
          <p:cNvSpPr>
            <a:spLocks noGrp="1"/>
          </p:cNvSpPr>
          <p:nvPr/>
        </p:nvSpPr>
        <p:spPr>
          <a:xfrm>
            <a:off x="5519056" y="5047811"/>
            <a:ext cx="1222169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现场验证</a:t>
            </a:r>
            <a:endParaRPr/>
          </a:p>
        </p:txBody>
      </p:sp>
      <p:sp>
        <p:nvSpPr>
          <p:cNvPr id="124" name="vector-122">
            <a:extLst>
              <a:ext uri="{FF2B5EF4-FFF2-40B4-BE49-F238E27FC236}">
                <ns2:creationId id="{83ECFBD5-8846-4592-978F-D7401D0DBEA6}"/>
              </a:ext>
            </a:extLst>
          </p:cNvPr>
          <p:cNvSpPr>
            <a:spLocks noGrp="1"/>
          </p:cNvSpPr>
          <p:nvPr/>
        </p:nvSpPr>
        <p:spPr>
          <a:xfrm>
            <a:off x="4319155" y="1752600"/>
            <a:ext cx="3553691" cy="3600450"/>
          </a:xfrm>
          <a:custGeom>
            <a:pathLst>
              <a:path w="952500" h="952500">
                <a:moveTo>
                  <a:pt x="139490" y="813010"/>
                </a:moveTo>
                <a:lnTo>
                  <a:pt x="112615" y="783794"/>
                </a:lnTo>
                <a:lnTo>
                  <a:pt x="88265" y="752442"/>
                </a:lnTo>
                <a:lnTo>
                  <a:pt x="66612" y="719171"/>
                </a:lnTo>
                <a:lnTo>
                  <a:pt x="47804" y="684212"/>
                </a:lnTo>
                <a:lnTo>
                  <a:pt x="31973" y="647808"/>
                </a:lnTo>
                <a:lnTo>
                  <a:pt x="19229" y="610212"/>
                </a:lnTo>
                <a:lnTo>
                  <a:pt x="9660" y="571685"/>
                </a:lnTo>
                <a:lnTo>
                  <a:pt x="3333" y="532496"/>
                </a:lnTo>
                <a:lnTo>
                  <a:pt x="292" y="492915"/>
                </a:lnTo>
                <a:lnTo>
                  <a:pt x="557" y="453219"/>
                </a:lnTo>
                <a:lnTo>
                  <a:pt x="4128" y="413683"/>
                </a:lnTo>
                <a:lnTo>
                  <a:pt x="10978" y="374582"/>
                </a:lnTo>
                <a:lnTo>
                  <a:pt x="21062" y="336186"/>
                </a:lnTo>
                <a:lnTo>
                  <a:pt x="34308" y="298764"/>
                </a:lnTo>
                <a:lnTo>
                  <a:pt x="50624" y="262576"/>
                </a:lnTo>
                <a:lnTo>
                  <a:pt x="69898" y="227871"/>
                </a:lnTo>
                <a:lnTo>
                  <a:pt x="91995" y="194893"/>
                </a:lnTo>
                <a:lnTo>
                  <a:pt x="116761" y="163869"/>
                </a:lnTo>
                <a:lnTo>
                  <a:pt x="123597" y="109201"/>
                </a:lnTo>
                <a:lnTo>
                  <a:pt x="280338" y="306011"/>
                </a:lnTo>
                <a:lnTo>
                  <a:pt x="266841" y="322918"/>
                </a:lnTo>
                <a:lnTo>
                  <a:pt x="254799" y="340890"/>
                </a:lnTo>
                <a:lnTo>
                  <a:pt x="244295" y="359803"/>
                </a:lnTo>
                <a:lnTo>
                  <a:pt x="235403" y="379525"/>
                </a:lnTo>
                <a:lnTo>
                  <a:pt x="228184" y="399919"/>
                </a:lnTo>
                <a:lnTo>
                  <a:pt x="222689" y="420843"/>
                </a:lnTo>
                <a:lnTo>
                  <a:pt x="218956" y="442153"/>
                </a:lnTo>
                <a:lnTo>
                  <a:pt x="217010" y="463699"/>
                </a:lnTo>
                <a:lnTo>
                  <a:pt x="216865" y="485332"/>
                </a:lnTo>
                <a:lnTo>
                  <a:pt x="218523" y="506902"/>
                </a:lnTo>
                <a:lnTo>
                  <a:pt x="221971" y="528260"/>
                </a:lnTo>
                <a:lnTo>
                  <a:pt x="227186" y="549256"/>
                </a:lnTo>
                <a:lnTo>
                  <a:pt x="234131" y="569744"/>
                </a:lnTo>
                <a:lnTo>
                  <a:pt x="242758" y="589584"/>
                </a:lnTo>
                <a:lnTo>
                  <a:pt x="253008" y="608635"/>
                </a:lnTo>
                <a:lnTo>
                  <a:pt x="264809" y="626767"/>
                </a:lnTo>
                <a:lnTo>
                  <a:pt x="278078" y="643853"/>
                </a:lnTo>
                <a:lnTo>
                  <a:pt x="292725" y="659775"/>
                </a:lnTo>
                <a:close/>
              </a:path>
            </a:pathLst>
          </a:custGeom>
          <a:solidFill>
            <a:srgbClr val="8BB5A2"/>
          </a:solidFill>
          <a:ln w="14288">
            <a:noFill/>
            <a:prstDash val="solid"/>
          </a:ln>
        </p:spPr>
      </p:sp>
      <p:sp>
        <p:nvSpPr>
          <p:cNvPr id="125" name="icon-clipboard-123">
            <a:extLst>
              <a:ext uri="{FF2B5EF4-FFF2-40B4-BE49-F238E27FC236}">
                <ns2:creationId id="{109D32EA-24C6-40F3-8BFD-06A919E102DD}"/>
              </a:ext>
            </a:extLst>
          </p:cNvPr>
          <p:cNvSpPr>
            <a:spLocks noGrp="1"/>
          </p:cNvSpPr>
          <p:nvPr/>
        </p:nvSpPr>
        <p:spPr>
          <a:xfrm>
            <a:off x="4623250" y="3370245"/>
            <a:ext cx="213880" cy="260033"/>
          </a:xfrm>
          <a:prstGeom prst="roundRect">
            <a:avLst>
              <a:gd name="adj" fmla="val 35165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26" name="icon-clipboard-124">
            <a:extLst>
              <a:ext uri="{FF2B5EF4-FFF2-40B4-BE49-F238E27FC236}">
                <ns2:creationId id="{31AF4C73-C3BB-4F40-8215-1DB938DDFF5C}"/>
              </a:ext>
            </a:extLst>
          </p:cNvPr>
          <p:cNvSpPr>
            <a:spLocks noGrp="1"/>
          </p:cNvSpPr>
          <p:nvPr/>
        </p:nvSpPr>
        <p:spPr>
          <a:xfrm>
            <a:off x="4679188" y="3346909"/>
            <a:ext cx="98714" cy="5000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27" name="vector-125">
            <a:extLst>
              <a:ext uri="{FF2B5EF4-FFF2-40B4-BE49-F238E27FC236}">
                <ns2:creationId id="{0A9201C3-50F1-4B0E-A354-C11F9F17D8DB}"/>
              </a:ext>
            </a:extLst>
          </p:cNvPr>
          <p:cNvSpPr>
            <a:spLocks noGrp="1"/>
          </p:cNvSpPr>
          <p:nvPr/>
        </p:nvSpPr>
        <p:spPr>
          <a:xfrm>
            <a:off x="4564022" y="3330240"/>
            <a:ext cx="329045" cy="333375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128" name="vector-126">
            <a:extLst>
              <a:ext uri="{FF2B5EF4-FFF2-40B4-BE49-F238E27FC236}">
                <ns2:creationId id="{8311963C-5CFA-4A12-85EB-76D4B38B3A13}"/>
              </a:ext>
            </a:extLst>
          </p:cNvPr>
          <p:cNvSpPr>
            <a:spLocks noGrp="1"/>
          </p:cNvSpPr>
          <p:nvPr/>
        </p:nvSpPr>
        <p:spPr>
          <a:xfrm>
            <a:off x="4564022" y="3330240"/>
            <a:ext cx="329045" cy="333375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129" name="vector-127">
            <a:extLst>
              <a:ext uri="{FF2B5EF4-FFF2-40B4-BE49-F238E27FC236}">
                <ns2:creationId id="{2B3641FC-E2AD-4FE2-9EBD-73D61B35DFBA}"/>
              </a:ext>
            </a:extLst>
          </p:cNvPr>
          <p:cNvSpPr>
            <a:spLocks noGrp="1"/>
          </p:cNvSpPr>
          <p:nvPr/>
        </p:nvSpPr>
        <p:spPr>
          <a:xfrm>
            <a:off x="4564022" y="3330240"/>
            <a:ext cx="329045" cy="333375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130" name="vector-128">
            <a:extLst>
              <a:ext uri="{FF2B5EF4-FFF2-40B4-BE49-F238E27FC236}">
                <ns2:creationId id="{5391C59F-9FA4-48F6-A4FC-897C7B23AF74}"/>
              </a:ext>
            </a:extLst>
          </p:cNvPr>
          <p:cNvSpPr>
            <a:spLocks noGrp="1"/>
          </p:cNvSpPr>
          <p:nvPr/>
        </p:nvSpPr>
        <p:spPr>
          <a:xfrm>
            <a:off x="4564022" y="3330240"/>
            <a:ext cx="329045" cy="333375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131" name="vector-129">
            <a:extLst>
              <a:ext uri="{FF2B5EF4-FFF2-40B4-BE49-F238E27FC236}">
                <ns2:creationId id="{600562BA-DAE0-448D-BE11-6E80CA3DE977}"/>
              </a:ext>
            </a:extLst>
          </p:cNvPr>
          <p:cNvSpPr>
            <a:spLocks noGrp="1"/>
          </p:cNvSpPr>
          <p:nvPr/>
        </p:nvSpPr>
        <p:spPr>
          <a:xfrm>
            <a:off x="4564022" y="3330240"/>
            <a:ext cx="329045" cy="333375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132" name="vector-130">
            <a:extLst>
              <a:ext uri="{FF2B5EF4-FFF2-40B4-BE49-F238E27FC236}">
                <ns2:creationId id="{6AACA9C2-D714-4308-963F-86B96305EED7}"/>
              </a:ext>
            </a:extLst>
          </p:cNvPr>
          <p:cNvSpPr>
            <a:spLocks noGrp="1"/>
          </p:cNvSpPr>
          <p:nvPr/>
        </p:nvSpPr>
        <p:spPr>
          <a:xfrm>
            <a:off x="4564022" y="3330240"/>
            <a:ext cx="329045" cy="333375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133" name="vector-131">
            <a:extLst>
              <a:ext uri="{FF2B5EF4-FFF2-40B4-BE49-F238E27FC236}">
                <ns2:creationId id="{073486F1-0C3D-4A5A-9A9B-44EA69D314B2}"/>
              </a:ext>
            </a:extLst>
          </p:cNvPr>
          <p:cNvSpPr>
            <a:spLocks noGrp="1"/>
          </p:cNvSpPr>
          <p:nvPr/>
        </p:nvSpPr>
        <p:spPr>
          <a:xfrm>
            <a:off x="4564022" y="3330240"/>
            <a:ext cx="329045" cy="333375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134" name="vector-132">
            <a:extLst>
              <a:ext uri="{FF2B5EF4-FFF2-40B4-BE49-F238E27FC236}">
                <ns2:creationId id="{BD5D7DB0-8F72-448C-AA25-4C1CE8450977}"/>
              </a:ext>
            </a:extLst>
          </p:cNvPr>
          <p:cNvSpPr>
            <a:spLocks noGrp="1"/>
          </p:cNvSpPr>
          <p:nvPr/>
        </p:nvSpPr>
        <p:spPr>
          <a:xfrm>
            <a:off x="4564022" y="3330240"/>
            <a:ext cx="329045" cy="333375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135" name="vector-133">
            <a:extLst>
              <a:ext uri="{FF2B5EF4-FFF2-40B4-BE49-F238E27FC236}">
                <ns2:creationId id="{A13F0DF8-F74F-441F-B330-27E614D439C1}"/>
              </a:ext>
            </a:extLst>
          </p:cNvPr>
          <p:cNvSpPr>
            <a:spLocks noGrp="1"/>
          </p:cNvSpPr>
          <p:nvPr/>
        </p:nvSpPr>
        <p:spPr>
          <a:xfrm>
            <a:off x="4564022" y="3330240"/>
            <a:ext cx="329045" cy="333375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20002">
            <a:solidFill>
              <a:srgbClr val="136742"/>
            </a:solidFill>
            <a:prstDash val="solid"/>
          </a:ln>
        </p:spPr>
      </p:sp>
      <p:sp>
        <p:nvSpPr>
          <p:cNvPr id="136" name="text-134">
            <a:extLst>
              <a:ext uri="{FF2B5EF4-FFF2-40B4-BE49-F238E27FC236}">
                <ns2:creationId id="{CF0CB36C-724A-43DB-A6CA-CB7FB893EBD1}"/>
              </a:ext>
            </a:extLst>
          </p:cNvPr>
          <p:cNvSpPr>
            <a:spLocks noGrp="1"/>
          </p:cNvSpPr>
          <p:nvPr/>
        </p:nvSpPr>
        <p:spPr>
          <a:xfrm>
            <a:off x="4140963" y="3619500"/>
            <a:ext cx="1222169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反馈</a:t>
            </a:r>
            <a:br/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修订</a:t>
            </a:r>
            <a:endParaRPr/>
          </a:p>
        </p:txBody>
      </p:sp>
      <p:sp>
        <p:nvSpPr>
          <p:cNvPr id="137" name="text-135">
            <a:extLst>
              <a:ext uri="{FF2B5EF4-FFF2-40B4-BE49-F238E27FC236}">
                <ns2:creationId id="{4766E747-6417-4007-ACB1-AFD8C87A5C15}"/>
              </a:ext>
            </a:extLst>
          </p:cNvPr>
          <p:cNvSpPr>
            <a:spLocks noGrp="1"/>
          </p:cNvSpPr>
          <p:nvPr/>
        </p:nvSpPr>
        <p:spPr>
          <a:xfrm>
            <a:off x="5165271" y="3095625"/>
            <a:ext cx="1861457" cy="923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22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22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22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22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22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22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22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22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22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22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22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rPr>
              <a:t>持续监测</a:t>
            </a:r>
            <a:endParaRPr/>
          </a:p>
          <a:p>
            <a:pPr algn="ctr">
              <a:defRPr sz="22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rPr>
              <a:t>迭代验证</a:t>
            </a:r>
            <a:endParaRPr/>
          </a:p>
        </p:txBody>
      </p:sp>
      <p:sp>
        <p:nvSpPr>
          <p:cNvPr id="138" name="shape-136">
            <a:extLst>
              <a:ext uri="{FF2B5EF4-FFF2-40B4-BE49-F238E27FC236}">
                <ns2:creationId id="{E73D0620-9613-44ED-AB8C-CFA2A60CFB65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136742"/>
          </a:solidFill>
          <a:ln w="14288">
            <a:solidFill>
              <a:srgbClr val="136742"/>
            </a:solidFill>
            <a:prstDash val="solid"/>
          </a:ln>
        </p:spPr>
      </p:sp>
      <p:sp>
        <p:nvSpPr>
          <p:cNvPr id="139" name="text-137">
            <a:extLst>
              <a:ext uri="{FF2B5EF4-FFF2-40B4-BE49-F238E27FC236}">
                <ns2:creationId id="{98B96263-F017-4A2A-B139-1B25B128270B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研究重点：用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验证结果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修订下一轮观测与分析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40" name="text-138">
            <a:extLst>
              <a:ext uri="{FF2B5EF4-FFF2-40B4-BE49-F238E27FC236}">
                <ns2:creationId id="{D227AC01-9582-420B-A934-313262E927A0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141" name="text-139">
            <a:extLst>
              <a:ext uri="{FF2B5EF4-FFF2-40B4-BE49-F238E27FC236}">
                <ns2:creationId id="{5FC6F965-C9A5-4238-B566-E48ACEC9820C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rPr>
              <a:t>08</a:t>
            </a:r>
            <a:endParaRPr/>
          </a:p>
        </p:txBody>
      </p:sp>
    </p:spTree>
    <p:extLst>
      <p:ext uri="{BB962C8B-B14F-4D97-AF65-F5344CB8AC3E}">
        <ns5:creationId val="1485256309"/>
      </p:ext>
    </p:extLst>
  </p:cSld>
</p:sld>
</file>

<file path=ppt/slides/slide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73" name="text-312">
            <a:extLst>
              <a:ext uri="{FF2B5EF4-FFF2-40B4-BE49-F238E27FC236}">
                <ns2:creationId id="{DB74890F-FA42-414A-897E-CCB303FA2F13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rPr>
              <a:t>实验进展｜复测完成情况与问题追踪</a:t>
            </a:r>
            <a:endParaRPr/>
          </a:p>
        </p:txBody>
      </p:sp>
      <p:sp>
        <p:nvSpPr>
          <p:cNvPr id="2" name="line-313">
            <a:extLst>
              <a:ext uri="{FF2B5EF4-FFF2-40B4-BE49-F238E27FC236}">
                <ns2:creationId id="{AFAB16AE-3C42-42C8-91A9-84D743EA424C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8F2445"/>
            </a:solidFill>
            <a:prstDash val="solid"/>
          </a:ln>
        </p:spPr>
      </p:sp>
      <p:sp>
        <p:nvSpPr>
          <p:cNvPr id="3" name="vector-314">
            <a:extLst>
              <a:ext uri="{FF2B5EF4-FFF2-40B4-BE49-F238E27FC236}">
                <ns2:creationId id="{FC205774-5933-4288-A78A-0752A8B13887}"/>
              </a:ext>
            </a:extLst>
          </p:cNvPr>
          <p:cNvSpPr>
            <a:spLocks noGrp="1"/>
          </p:cNvSpPr>
          <p:nvPr/>
        </p:nvSpPr>
        <p:spPr>
          <a:xfrm>
            <a:off x="530431" y="1076325"/>
            <a:ext cx="460664" cy="466725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8F2445"/>
          </a:solidFill>
          <a:ln w="20002">
            <a:solidFill>
              <a:srgbClr val="8F2445"/>
            </a:solidFill>
            <a:prstDash val="solid"/>
          </a:ln>
        </p:spPr>
      </p:sp>
      <p:sp>
        <p:nvSpPr>
          <p:cNvPr id="4" name="vector-315">
            <a:extLst>
              <a:ext uri="{FF2B5EF4-FFF2-40B4-BE49-F238E27FC236}">
                <ns2:creationId id="{F1CD73A7-35C2-46F4-B8DE-4AE1C58873B6}"/>
              </a:ext>
            </a:extLst>
          </p:cNvPr>
          <p:cNvSpPr>
            <a:spLocks noGrp="1"/>
          </p:cNvSpPr>
          <p:nvPr/>
        </p:nvSpPr>
        <p:spPr>
          <a:xfrm>
            <a:off x="530431" y="1076325"/>
            <a:ext cx="460664" cy="466725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5" name="vector-316">
            <a:extLst>
              <a:ext uri="{FF2B5EF4-FFF2-40B4-BE49-F238E27FC236}">
                <ns2:creationId id="{3BD1FE6B-D696-4B82-B5A8-827A4427A116}"/>
              </a:ext>
            </a:extLst>
          </p:cNvPr>
          <p:cNvSpPr>
            <a:spLocks noGrp="1"/>
          </p:cNvSpPr>
          <p:nvPr/>
        </p:nvSpPr>
        <p:spPr>
          <a:xfrm>
            <a:off x="530431" y="1076325"/>
            <a:ext cx="460664" cy="466725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" name="icon-map-317">
            <a:extLst>
              <a:ext uri="{FF2B5EF4-FFF2-40B4-BE49-F238E27FC236}">
                <ns2:creationId id="{2F89FBC3-CAEF-48A9-8532-D9487FA6FA9C}"/>
              </a:ext>
            </a:extLst>
          </p:cNvPr>
          <p:cNvSpPr>
            <a:spLocks noGrp="1"/>
          </p:cNvSpPr>
          <p:nvPr/>
        </p:nvSpPr>
        <p:spPr>
          <a:xfrm>
            <a:off x="714697" y="1188339"/>
            <a:ext cx="101346" cy="102680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" name="text-318">
            <a:extLst>
              <a:ext uri="{FF2B5EF4-FFF2-40B4-BE49-F238E27FC236}">
                <ns2:creationId id="{E8E5C932-982B-49A4-A5FA-BE990A1777E5}"/>
              </a:ext>
            </a:extLst>
          </p:cNvPr>
          <p:cNvSpPr>
            <a:spLocks noGrp="1"/>
          </p:cNvSpPr>
          <p:nvPr/>
        </p:nvSpPr>
        <p:spPr>
          <a:xfrm>
            <a:off x="1150917" y="1057275"/>
            <a:ext cx="282039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rPr>
              <a:t>样地建档</a:t>
            </a:r>
            <a:endParaRPr/>
          </a:p>
        </p:txBody>
      </p:sp>
      <p:sp>
        <p:nvSpPr>
          <p:cNvPr id="8" name="text-319">
            <a:extLst>
              <a:ext uri="{FF2B5EF4-FFF2-40B4-BE49-F238E27FC236}">
                <ns2:creationId id="{4D118A3A-C8BF-41B1-96CE-C05AF2730C3E}"/>
              </a:ext>
            </a:extLst>
          </p:cNvPr>
          <p:cNvSpPr>
            <a:spLocks noGrp="1"/>
          </p:cNvSpPr>
          <p:nvPr/>
        </p:nvSpPr>
        <p:spPr>
          <a:xfrm>
            <a:off x="1150917" y="1428750"/>
            <a:ext cx="282039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编号与位置</a:t>
            </a:r>
            <a:endParaRPr/>
          </a:p>
        </p:txBody>
      </p:sp>
      <p:sp>
        <p:nvSpPr>
          <p:cNvPr id="9" name="arrow-320">
            <a:extLst>
              <a:ext uri="{FF2B5EF4-FFF2-40B4-BE49-F238E27FC236}">
                <ns2:creationId id="{D46EBAAB-3E7B-43F4-839F-CD502FD1AA2E}"/>
              </a:ext>
            </a:extLst>
          </p:cNvPr>
          <p:cNvSpPr>
            <a:spLocks noGrp="1"/>
          </p:cNvSpPr>
          <p:nvPr/>
        </p:nvSpPr>
        <p:spPr>
          <a:xfrm>
            <a:off x="1508166" y="1828800"/>
            <a:ext cx="2848594" cy="95250"/>
          </a:xfrm>
          <a:prstGeom prst="rightArrow">
            <a:avLst/>
          </a:prstGeom>
          <a:solidFill>
            <a:srgbClr val="2879AD"/>
          </a:solidFill>
          <a:ln w="0">
            <a:noFill/>
            <a:prstDash val="solid"/>
          </a:ln>
        </p:spPr>
      </p:sp>
      <p:sp>
        <p:nvSpPr>
          <p:cNvPr id="10" name="icon-camera-321">
            <a:extLst>
              <a:ext uri="{FF2B5EF4-FFF2-40B4-BE49-F238E27FC236}">
                <ns2:creationId id="{264481AE-6F86-4DF0-A928-E9076FE082BE}"/>
              </a:ext>
            </a:extLst>
          </p:cNvPr>
          <p:cNvSpPr>
            <a:spLocks noGrp="1"/>
          </p:cNvSpPr>
          <p:nvPr/>
        </p:nvSpPr>
        <p:spPr>
          <a:xfrm>
            <a:off x="4417210" y="1183672"/>
            <a:ext cx="396171" cy="284702"/>
          </a:xfrm>
          <a:prstGeom prst="roundRect">
            <a:avLst>
              <a:gd name="adj" fmla="val 26765"/>
            </a:avLst>
          </a:prstGeom>
          <a:solidFill>
            <a:srgbClr val="8F2445"/>
          </a:solidFill>
          <a:ln w="20002">
            <a:solidFill>
              <a:srgbClr val="8F2445"/>
            </a:solidFill>
            <a:prstDash val="solid"/>
          </a:ln>
        </p:spPr>
      </p:sp>
      <p:sp>
        <p:nvSpPr>
          <p:cNvPr id="11" name="icon-camera-322">
            <a:extLst>
              <a:ext uri="{FF2B5EF4-FFF2-40B4-BE49-F238E27FC236}">
                <ns2:creationId id="{540F2A6B-52C2-43F5-908A-AB0F133809AD}"/>
              </a:ext>
            </a:extLst>
          </p:cNvPr>
          <p:cNvSpPr>
            <a:spLocks noGrp="1"/>
          </p:cNvSpPr>
          <p:nvPr/>
        </p:nvSpPr>
        <p:spPr>
          <a:xfrm>
            <a:off x="4536982" y="1122998"/>
            <a:ext cx="152019" cy="79343"/>
          </a:xfrm>
          <a:prstGeom prst="roundRect">
            <a:avLst>
              <a:gd name="adj" fmla="val 50000"/>
            </a:avLst>
          </a:prstGeom>
          <a:solidFill>
            <a:srgbClr val="8F2445"/>
          </a:solidFill>
          <a:ln w="20002">
            <a:solidFill>
              <a:srgbClr val="8F2445"/>
            </a:solidFill>
            <a:prstDash val="solid"/>
          </a:ln>
        </p:spPr>
      </p:sp>
      <p:sp>
        <p:nvSpPr>
          <p:cNvPr id="12" name="icon-camera-323">
            <a:extLst>
              <a:ext uri="{FF2B5EF4-FFF2-40B4-BE49-F238E27FC236}">
                <ns2:creationId id="{977FA58C-644A-4688-83A8-31C85CF52E58}"/>
              </a:ext>
            </a:extLst>
          </p:cNvPr>
          <p:cNvSpPr>
            <a:spLocks noGrp="1"/>
          </p:cNvSpPr>
          <p:nvPr/>
        </p:nvSpPr>
        <p:spPr>
          <a:xfrm>
            <a:off x="4532376" y="1244346"/>
            <a:ext cx="165839" cy="168021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3" name="icon-camera-324">
            <a:extLst>
              <a:ext uri="{FF2B5EF4-FFF2-40B4-BE49-F238E27FC236}">
                <ns2:creationId id="{82924726-A298-451E-9A2D-34C4BF01FCF6}"/>
              </a:ext>
            </a:extLst>
          </p:cNvPr>
          <p:cNvSpPr>
            <a:spLocks noGrp="1"/>
          </p:cNvSpPr>
          <p:nvPr/>
        </p:nvSpPr>
        <p:spPr>
          <a:xfrm>
            <a:off x="4725855" y="1221010"/>
            <a:ext cx="36853" cy="3733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4" name="text-325">
            <a:extLst>
              <a:ext uri="{FF2B5EF4-FFF2-40B4-BE49-F238E27FC236}">
                <ns2:creationId id="{AD1BC031-20F8-4103-95C5-560AA605D2EA}"/>
              </a:ext>
            </a:extLst>
          </p:cNvPr>
          <p:cNvSpPr>
            <a:spLocks noGrp="1"/>
          </p:cNvSpPr>
          <p:nvPr/>
        </p:nvSpPr>
        <p:spPr>
          <a:xfrm>
            <a:off x="5005449" y="1057275"/>
            <a:ext cx="282039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rPr>
              <a:t>三轮复测</a:t>
            </a:r>
            <a:endParaRPr/>
          </a:p>
        </p:txBody>
      </p:sp>
      <p:sp>
        <p:nvSpPr>
          <p:cNvPr id="15" name="text-326">
            <a:extLst>
              <a:ext uri="{FF2B5EF4-FFF2-40B4-BE49-F238E27FC236}">
                <ns2:creationId id="{FA30E6F8-E7FA-4FA8-8817-95DAA6DFE2D6}"/>
              </a:ext>
            </a:extLst>
          </p:cNvPr>
          <p:cNvSpPr>
            <a:spLocks noGrp="1"/>
          </p:cNvSpPr>
          <p:nvPr/>
        </p:nvSpPr>
        <p:spPr>
          <a:xfrm>
            <a:off x="5005449" y="1428750"/>
            <a:ext cx="282039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同步观测</a:t>
            </a:r>
            <a:endParaRPr/>
          </a:p>
        </p:txBody>
      </p:sp>
      <p:sp>
        <p:nvSpPr>
          <p:cNvPr id="16" name="arrow-327">
            <a:extLst>
              <a:ext uri="{FF2B5EF4-FFF2-40B4-BE49-F238E27FC236}">
                <ns2:creationId id="{BD23A9D3-97CD-49F3-B660-0BD76BAFC663}"/>
              </a:ext>
            </a:extLst>
          </p:cNvPr>
          <p:cNvSpPr>
            <a:spLocks noGrp="1"/>
          </p:cNvSpPr>
          <p:nvPr/>
        </p:nvSpPr>
        <p:spPr>
          <a:xfrm>
            <a:off x="5362699" y="1828800"/>
            <a:ext cx="2848594" cy="95250"/>
          </a:xfrm>
          <a:prstGeom prst="rightArrow">
            <a:avLst/>
          </a:prstGeom>
          <a:solidFill>
            <a:srgbClr val="2879AD"/>
          </a:solidFill>
          <a:ln w="0">
            <a:noFill/>
            <a:prstDash val="solid"/>
          </a:ln>
        </p:spPr>
      </p:sp>
      <p:sp>
        <p:nvSpPr>
          <p:cNvPr id="17" name="icon-clipboard-328">
            <a:extLst>
              <a:ext uri="{FF2B5EF4-FFF2-40B4-BE49-F238E27FC236}">
                <ns2:creationId id="{FCCA30F3-B4E6-4458-970A-AD7C9A16E2F8}"/>
              </a:ext>
            </a:extLst>
          </p:cNvPr>
          <p:cNvSpPr>
            <a:spLocks noGrp="1"/>
          </p:cNvSpPr>
          <p:nvPr/>
        </p:nvSpPr>
        <p:spPr>
          <a:xfrm>
            <a:off x="8322416" y="1132332"/>
            <a:ext cx="299431" cy="364046"/>
          </a:xfrm>
          <a:prstGeom prst="roundRect">
            <a:avLst>
              <a:gd name="adj" fmla="val 25118"/>
            </a:avLst>
          </a:prstGeom>
          <a:solidFill>
            <a:srgbClr val="8F2445"/>
          </a:solidFill>
          <a:ln w="20002">
            <a:solidFill>
              <a:srgbClr val="8F2445"/>
            </a:solidFill>
            <a:prstDash val="solid"/>
          </a:ln>
        </p:spPr>
      </p:sp>
      <p:sp>
        <p:nvSpPr>
          <p:cNvPr id="18" name="icon-clipboard-329">
            <a:extLst>
              <a:ext uri="{FF2B5EF4-FFF2-40B4-BE49-F238E27FC236}">
                <ns2:creationId id="{F537D37F-C6B0-463C-B3A0-4FEBEBCF9300}"/>
              </a:ext>
            </a:extLst>
          </p:cNvPr>
          <p:cNvSpPr>
            <a:spLocks noGrp="1"/>
          </p:cNvSpPr>
          <p:nvPr/>
        </p:nvSpPr>
        <p:spPr>
          <a:xfrm>
            <a:off x="8400729" y="1099661"/>
            <a:ext cx="138200" cy="70009"/>
          </a:xfrm>
          <a:prstGeom prst="roundRect">
            <a:avLst>
              <a:gd name="adj" fmla="val 50000"/>
            </a:avLst>
          </a:prstGeom>
          <a:solidFill>
            <a:srgbClr val="8F2445"/>
          </a:solidFill>
          <a:ln w="20002">
            <a:solidFill>
              <a:srgbClr val="8F2445"/>
            </a:solidFill>
            <a:prstDash val="solid"/>
          </a:ln>
        </p:spPr>
      </p:sp>
      <p:sp>
        <p:nvSpPr>
          <p:cNvPr id="19" name="vector-330">
            <a:extLst>
              <a:ext uri="{FF2B5EF4-FFF2-40B4-BE49-F238E27FC236}">
                <ns2:creationId id="{53CB485B-3379-487C-B48F-687447C1CA48}"/>
              </a:ext>
            </a:extLst>
          </p:cNvPr>
          <p:cNvSpPr>
            <a:spLocks noGrp="1"/>
          </p:cNvSpPr>
          <p:nvPr/>
        </p:nvSpPr>
        <p:spPr>
          <a:xfrm>
            <a:off x="8239496" y="1076325"/>
            <a:ext cx="460664" cy="466725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0" name="vector-331">
            <a:extLst>
              <a:ext uri="{FF2B5EF4-FFF2-40B4-BE49-F238E27FC236}">
                <ns2:creationId id="{FC7E3414-B6E1-48EB-A6D2-899EDA293C52}"/>
              </a:ext>
            </a:extLst>
          </p:cNvPr>
          <p:cNvSpPr>
            <a:spLocks noGrp="1"/>
          </p:cNvSpPr>
          <p:nvPr/>
        </p:nvSpPr>
        <p:spPr>
          <a:xfrm>
            <a:off x="8239496" y="1076325"/>
            <a:ext cx="460664" cy="466725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1" name="vector-332">
            <a:extLst>
              <a:ext uri="{FF2B5EF4-FFF2-40B4-BE49-F238E27FC236}">
                <ns2:creationId id="{D2E06D15-FA1E-4562-912D-D50999246C35}"/>
              </a:ext>
            </a:extLst>
          </p:cNvPr>
          <p:cNvSpPr>
            <a:spLocks noGrp="1"/>
          </p:cNvSpPr>
          <p:nvPr/>
        </p:nvSpPr>
        <p:spPr>
          <a:xfrm>
            <a:off x="8239496" y="1076325"/>
            <a:ext cx="460664" cy="466725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2" name="vector-333">
            <a:extLst>
              <a:ext uri="{FF2B5EF4-FFF2-40B4-BE49-F238E27FC236}">
                <ns2:creationId id="{8B670515-BDB1-4DE1-A5A1-979DE6290A06}"/>
              </a:ext>
            </a:extLst>
          </p:cNvPr>
          <p:cNvSpPr>
            <a:spLocks noGrp="1"/>
          </p:cNvSpPr>
          <p:nvPr/>
        </p:nvSpPr>
        <p:spPr>
          <a:xfrm>
            <a:off x="8239496" y="1076325"/>
            <a:ext cx="460664" cy="466725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3" name="vector-334">
            <a:extLst>
              <a:ext uri="{FF2B5EF4-FFF2-40B4-BE49-F238E27FC236}">
                <ns2:creationId id="{BA24AC2A-1BF1-4DED-B37D-5074D20B5EE6}"/>
              </a:ext>
            </a:extLst>
          </p:cNvPr>
          <p:cNvSpPr>
            <a:spLocks noGrp="1"/>
          </p:cNvSpPr>
          <p:nvPr/>
        </p:nvSpPr>
        <p:spPr>
          <a:xfrm>
            <a:off x="8239496" y="1076325"/>
            <a:ext cx="460664" cy="466725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4" name="vector-335">
            <a:extLst>
              <a:ext uri="{FF2B5EF4-FFF2-40B4-BE49-F238E27FC236}">
                <ns2:creationId id="{95A6C379-B9ED-4CDA-ABCA-0CBF71A11FFF}"/>
              </a:ext>
            </a:extLst>
          </p:cNvPr>
          <p:cNvSpPr>
            <a:spLocks noGrp="1"/>
          </p:cNvSpPr>
          <p:nvPr/>
        </p:nvSpPr>
        <p:spPr>
          <a:xfrm>
            <a:off x="8239496" y="1076325"/>
            <a:ext cx="460664" cy="466725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5" name="vector-336">
            <a:extLst>
              <a:ext uri="{FF2B5EF4-FFF2-40B4-BE49-F238E27FC236}">
                <ns2:creationId id="{06B56970-2630-4DAC-A808-10DD322B7746}"/>
              </a:ext>
            </a:extLst>
          </p:cNvPr>
          <p:cNvSpPr>
            <a:spLocks noGrp="1"/>
          </p:cNvSpPr>
          <p:nvPr/>
        </p:nvSpPr>
        <p:spPr>
          <a:xfrm>
            <a:off x="8239496" y="1076325"/>
            <a:ext cx="460664" cy="466725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6" name="vector-337">
            <a:extLst>
              <a:ext uri="{FF2B5EF4-FFF2-40B4-BE49-F238E27FC236}">
                <ns2:creationId id="{44786FAF-F8F5-4EC9-A54B-48D04602C6F8}"/>
              </a:ext>
            </a:extLst>
          </p:cNvPr>
          <p:cNvSpPr>
            <a:spLocks noGrp="1"/>
          </p:cNvSpPr>
          <p:nvPr/>
        </p:nvSpPr>
        <p:spPr>
          <a:xfrm>
            <a:off x="8239496" y="1076325"/>
            <a:ext cx="460664" cy="466725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7" name="vector-338">
            <a:extLst>
              <a:ext uri="{FF2B5EF4-FFF2-40B4-BE49-F238E27FC236}">
                <ns2:creationId id="{F5634CC1-FCAE-44F6-B8E5-27BF1B81E7AF}"/>
              </a:ext>
            </a:extLst>
          </p:cNvPr>
          <p:cNvSpPr>
            <a:spLocks noGrp="1"/>
          </p:cNvSpPr>
          <p:nvPr/>
        </p:nvSpPr>
        <p:spPr>
          <a:xfrm>
            <a:off x="8239496" y="1076325"/>
            <a:ext cx="460664" cy="466725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8" name="text-339">
            <a:extLst>
              <a:ext uri="{FF2B5EF4-FFF2-40B4-BE49-F238E27FC236}">
                <ns2:creationId id="{37A98DA2-A76D-4CC9-9604-4431A4A2BA97}"/>
              </a:ext>
            </a:extLst>
          </p:cNvPr>
          <p:cNvSpPr>
            <a:spLocks noGrp="1"/>
          </p:cNvSpPr>
          <p:nvPr/>
        </p:nvSpPr>
        <p:spPr>
          <a:xfrm>
            <a:off x="8859982" y="1057275"/>
            <a:ext cx="282039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rPr>
              <a:t>记录核对</a:t>
            </a:r>
            <a:endParaRPr/>
          </a:p>
        </p:txBody>
      </p:sp>
      <p:sp>
        <p:nvSpPr>
          <p:cNvPr id="29" name="text-340">
            <a:extLst>
              <a:ext uri="{FF2B5EF4-FFF2-40B4-BE49-F238E27FC236}">
                <ns2:creationId id="{00AB248B-3768-4D42-86E1-354998AFFD2F}"/>
              </a:ext>
            </a:extLst>
          </p:cNvPr>
          <p:cNvSpPr>
            <a:spLocks noGrp="1"/>
          </p:cNvSpPr>
          <p:nvPr/>
        </p:nvSpPr>
        <p:spPr>
          <a:xfrm>
            <a:off x="8859982" y="1428750"/>
            <a:ext cx="282039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疑点回查</a:t>
            </a:r>
            <a:endParaRPr/>
          </a:p>
        </p:txBody>
      </p:sp>
      <p:sp>
        <p:nvSpPr>
          <p:cNvPr id="30" name="panel-341">
            <a:extLst>
              <a:ext uri="{FF2B5EF4-FFF2-40B4-BE49-F238E27FC236}">
                <ns2:creationId id="{6182B024-5923-4D09-9F91-7E985D66EFEF}"/>
              </a:ext>
            </a:extLst>
          </p:cNvPr>
          <p:cNvSpPr>
            <a:spLocks noGrp="1"/>
          </p:cNvSpPr>
          <p:nvPr/>
        </p:nvSpPr>
        <p:spPr>
          <a:xfrm>
            <a:off x="304800" y="2190750"/>
            <a:ext cx="7380019" cy="3876675"/>
          </a:xfrm>
          <a:prstGeom prst="rect">
            <a:avLst>
              <a:gd name="adj" fmla="val 1966"/>
            </a:avLst>
          </a:prstGeom>
          <a:solidFill>
            <a:srgbClr val="FFFFFF"/>
          </a:solidFill>
          <a:ln w="11430">
            <a:solidFill>
              <a:srgbClr val="8F2445"/>
            </a:solidFill>
            <a:prstDash val="solid"/>
          </a:ln>
        </p:spPr>
      </p:sp>
      <p:sp>
        <p:nvSpPr>
          <p:cNvPr id="31" name="shape-342">
            <a:extLst>
              <a:ext uri="{FF2B5EF4-FFF2-40B4-BE49-F238E27FC236}">
                <ns2:creationId id="{B556E456-E21A-4520-8EF1-17E07AD6812D}"/>
              </a:ext>
            </a:extLst>
          </p:cNvPr>
          <p:cNvSpPr>
            <a:spLocks noGrp="1"/>
          </p:cNvSpPr>
          <p:nvPr/>
        </p:nvSpPr>
        <p:spPr>
          <a:xfrm>
            <a:off x="314201" y="2200275"/>
            <a:ext cx="7361217" cy="400050"/>
          </a:xfrm>
          <a:prstGeom prst="rect">
            <a:avLst>
              <a:gd name="adj" fmla="val 19048"/>
            </a:avLst>
          </a:prstGeom>
          <a:solidFill>
            <a:srgbClr val="8F2445"/>
          </a:solidFill>
          <a:ln w="14288">
            <a:solidFill>
              <a:srgbClr val="8F2445"/>
            </a:solidFill>
            <a:prstDash val="solid"/>
          </a:ln>
        </p:spPr>
      </p:sp>
      <p:sp>
        <p:nvSpPr>
          <p:cNvPr id="32" name="vector-343">
            <a:extLst>
              <a:ext uri="{FF2B5EF4-FFF2-40B4-BE49-F238E27FC236}">
                <ns2:creationId id="{6828DF2F-2D21-4FA4-BD85-241229D989A8}"/>
              </a:ext>
            </a:extLst>
          </p:cNvPr>
          <p:cNvSpPr>
            <a:spLocks noGrp="1"/>
          </p:cNvSpPr>
          <p:nvPr/>
        </p:nvSpPr>
        <p:spPr>
          <a:xfrm>
            <a:off x="417616" y="2266950"/>
            <a:ext cx="253835" cy="257175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33" name="icon-leaf-344">
            <a:extLst>
              <a:ext uri="{FF2B5EF4-FFF2-40B4-BE49-F238E27FC236}">
                <ns2:creationId id="{BFAF68C0-2845-4282-9D09-3EE30C46E314}"/>
              </a:ext>
            </a:extLst>
          </p:cNvPr>
          <p:cNvSpPr>
            <a:spLocks noGrp="1"/>
          </p:cNvSpPr>
          <p:nvPr/>
        </p:nvSpPr>
        <p:spPr>
          <a:xfrm>
            <a:off x="475997" y="2287524"/>
            <a:ext cx="68535" cy="115729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34" name="icon-leaf-345">
            <a:extLst>
              <a:ext uri="{FF2B5EF4-FFF2-40B4-BE49-F238E27FC236}">
                <ns2:creationId id="{EB44C034-2AE5-4095-AB5D-040D4FBAC28D}"/>
              </a:ext>
            </a:extLst>
          </p:cNvPr>
          <p:cNvSpPr>
            <a:spLocks noGrp="1"/>
          </p:cNvSpPr>
          <p:nvPr/>
        </p:nvSpPr>
        <p:spPr>
          <a:xfrm>
            <a:off x="547071" y="2344103"/>
            <a:ext cx="76151" cy="115729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35" name="vector-346">
            <a:extLst>
              <a:ext uri="{FF2B5EF4-FFF2-40B4-BE49-F238E27FC236}">
                <ns2:creationId id="{4BDAB9CE-EA87-48FF-978F-C942F1068F75}"/>
              </a:ext>
            </a:extLst>
          </p:cNvPr>
          <p:cNvSpPr>
            <a:spLocks noGrp="1"/>
          </p:cNvSpPr>
          <p:nvPr/>
        </p:nvSpPr>
        <p:spPr>
          <a:xfrm>
            <a:off x="417616" y="2266950"/>
            <a:ext cx="253835" cy="257175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36" name="vector-347">
            <a:extLst>
              <a:ext uri="{FF2B5EF4-FFF2-40B4-BE49-F238E27FC236}">
                <ns2:creationId id="{8FCB1EA1-6CF3-4EE3-9A41-FE20FA7C22E3}"/>
              </a:ext>
            </a:extLst>
          </p:cNvPr>
          <p:cNvSpPr>
            <a:spLocks noGrp="1"/>
          </p:cNvSpPr>
          <p:nvPr/>
        </p:nvSpPr>
        <p:spPr>
          <a:xfrm>
            <a:off x="417616" y="2266950"/>
            <a:ext cx="253835" cy="257175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37" name="text-348">
            <a:extLst>
              <a:ext uri="{FF2B5EF4-FFF2-40B4-BE49-F238E27FC236}">
                <ns2:creationId id="{5FF7D94F-085D-44E0-9CD8-1B116B8BF64C}"/>
              </a:ext>
            </a:extLst>
          </p:cNvPr>
          <p:cNvSpPr>
            <a:spLocks noGrp="1"/>
          </p:cNvSpPr>
          <p:nvPr/>
        </p:nvSpPr>
        <p:spPr>
          <a:xfrm>
            <a:off x="756062" y="2257425"/>
            <a:ext cx="6815942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样地 × 工作环节</a:t>
            </a:r>
          </a:p>
        </p:txBody>
      </p:sp>
      <p:graphicFrame>
        <p:nvGraphicFramePr>
          <p:cNvPr id="38" name="">
            <a:extLst>
              <a:ext uri="{FF2B5EF4-FFF2-40B4-BE49-F238E27FC236}">
                <ns2:creationId id="{D28CF8D8-13E3-4C8E-ACF2-BCBD0DBB0961}"/>
              </a:ext>
            </a:extLst>
          </p:cNvPr>
          <p:cNvGraphicFramePr/>
          <p:nvPr/>
        </p:nvGraphicFramePr>
        <p:xfrm>
          <a:off x="436418" y="2686050"/>
          <a:ext cx="7116783" cy="2781300"/>
        </p:xfrm>
        <a:graphic>
          <a:graphicData uri="http://schemas.openxmlformats.org/drawingml/2006/table">
            <a:tbl>
              <a:tblPr/>
              <a:tblGrid>
                <a:gridCol w="1186131"/>
                <a:gridCol w="1186131"/>
                <a:gridCol w="1186131"/>
                <a:gridCol w="1186131"/>
                <a:gridCol w="1186131"/>
                <a:gridCol w="1186131"/>
              </a:tblGrid>
              <a:tr h="55626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ECDADF"/>
                      </a:solidFill>
                      <a:prstDash val="solid"/>
                    </a:lnL>
                    <a:lnR w="5715">
                      <a:solidFill>
                        <a:srgbClr val="ECDADF"/>
                      </a:solidFill>
                      <a:prstDash val="solid"/>
                    </a:lnR>
                    <a:lnT w="5715">
                      <a:solidFill>
                        <a:srgbClr val="ECDADF"/>
                      </a:solidFill>
                      <a:prstDash val="solid"/>
                    </a:lnT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8F2445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建档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CDADF"/>
                      </a:solidFill>
                      <a:prstDash val="solid"/>
                    </a:lnR>
                    <a:lnT w="5715">
                      <a:solidFill>
                        <a:srgbClr val="ECDADF"/>
                      </a:solidFill>
                      <a:prstDash val="solid"/>
                    </a:lnT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8F2445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第1轮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CDADF"/>
                      </a:solidFill>
                      <a:prstDash val="solid"/>
                    </a:lnR>
                    <a:lnT w="5715">
                      <a:solidFill>
                        <a:srgbClr val="ECDADF"/>
                      </a:solidFill>
                      <a:prstDash val="solid"/>
                    </a:lnT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8F2445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第2轮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CDADF"/>
                      </a:solidFill>
                      <a:prstDash val="solid"/>
                    </a:lnR>
                    <a:lnT w="5715">
                      <a:solidFill>
                        <a:srgbClr val="ECDADF"/>
                      </a:solidFill>
                      <a:prstDash val="solid"/>
                    </a:lnT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8F2445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第3轮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CDADF"/>
                      </a:solidFill>
                      <a:prstDash val="solid"/>
                    </a:lnR>
                    <a:lnT w="5715">
                      <a:solidFill>
                        <a:srgbClr val="ECDADF"/>
                      </a:solidFill>
                      <a:prstDash val="solid"/>
                    </a:lnT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8F2445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核对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CDADF"/>
                      </a:solidFill>
                      <a:prstDash val="solid"/>
                    </a:lnR>
                    <a:lnT w="5715">
                      <a:solidFill>
                        <a:srgbClr val="ECDADF"/>
                      </a:solidFill>
                      <a:prstDash val="solid"/>
                    </a:lnT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8F2445"/>
                    </a:solidFill>
                  </a:tcPr>
                </a:tc>
              </a:tr>
              <a:tr h="55626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7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样地A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ECDADF"/>
                      </a:solidFill>
                      <a:prstDash val="solid"/>
                    </a:lnL>
                    <a:lnR w="5715">
                      <a:solidFill>
                        <a:srgbClr val="ECDADF"/>
                      </a:solidFill>
                      <a:prstDash val="solid"/>
                    </a:lnR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8F2445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CDADF"/>
                      </a:solidFill>
                      <a:prstDash val="solid"/>
                    </a:lnR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8F2445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CDADF"/>
                      </a:solidFill>
                      <a:prstDash val="solid"/>
                    </a:lnR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8F2445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CDADF"/>
                      </a:solidFill>
                      <a:prstDash val="solid"/>
                    </a:lnR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8F2445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CDADF"/>
                      </a:solidFill>
                      <a:prstDash val="solid"/>
                    </a:lnR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8F2445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CDADF"/>
                      </a:solidFill>
                      <a:prstDash val="solid"/>
                    </a:lnR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7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样地B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ECDADF"/>
                      </a:solidFill>
                      <a:prstDash val="solid"/>
                    </a:lnL>
                    <a:lnR w="5715">
                      <a:solidFill>
                        <a:srgbClr val="ECDADF"/>
                      </a:solidFill>
                      <a:prstDash val="solid"/>
                    </a:lnR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FFF1F5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8F2445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CDADF"/>
                      </a:solidFill>
                      <a:prstDash val="solid"/>
                    </a:lnR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FFF1F5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8F2445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CDADF"/>
                      </a:solidFill>
                      <a:prstDash val="solid"/>
                    </a:lnR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FFF1F5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8F2445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CDADF"/>
                      </a:solidFill>
                      <a:prstDash val="solid"/>
                    </a:lnR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FFF1F5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AB7210"/>
                          </a:solidFill>
                        </a:rPr>
                        <a:t>△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CDADF"/>
                      </a:solidFill>
                      <a:prstDash val="solid"/>
                    </a:lnR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FFF1F5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2879AD"/>
                          </a:solidFill>
                        </a:rPr>
                        <a:t>○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CDADF"/>
                      </a:solidFill>
                      <a:prstDash val="solid"/>
                    </a:lnR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FFF1F5"/>
                    </a:solidFill>
                  </a:tcPr>
                </a:tc>
              </a:tr>
              <a:tr h="55626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7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样地C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ECDADF"/>
                      </a:solidFill>
                      <a:prstDash val="solid"/>
                    </a:lnL>
                    <a:lnR w="5715">
                      <a:solidFill>
                        <a:srgbClr val="ECDADF"/>
                      </a:solidFill>
                      <a:prstDash val="solid"/>
                    </a:lnR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8F2445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CDADF"/>
                      </a:solidFill>
                      <a:prstDash val="solid"/>
                    </a:lnR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8F2445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CDADF"/>
                      </a:solidFill>
                      <a:prstDash val="solid"/>
                    </a:lnR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8F2445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CDADF"/>
                      </a:solidFill>
                      <a:prstDash val="solid"/>
                    </a:lnR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2879AD"/>
                          </a:solidFill>
                        </a:rPr>
                        <a:t>○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CDADF"/>
                      </a:solidFill>
                      <a:prstDash val="solid"/>
                    </a:lnR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2879AD"/>
                          </a:solidFill>
                        </a:rPr>
                        <a:t>○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CDADF"/>
                      </a:solidFill>
                      <a:prstDash val="solid"/>
                    </a:lnR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7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样地D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ECDADF"/>
                      </a:solidFill>
                      <a:prstDash val="solid"/>
                    </a:lnL>
                    <a:lnR w="5715">
                      <a:solidFill>
                        <a:srgbClr val="ECDADF"/>
                      </a:solidFill>
                      <a:prstDash val="solid"/>
                    </a:lnR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FFF1F5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8F2445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CDADF"/>
                      </a:solidFill>
                      <a:prstDash val="solid"/>
                    </a:lnR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FFF1F5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8F2445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CDADF"/>
                      </a:solidFill>
                      <a:prstDash val="solid"/>
                    </a:lnR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FFF1F5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8F2445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CDADF"/>
                      </a:solidFill>
                      <a:prstDash val="solid"/>
                    </a:lnR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FFF1F5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8F2445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CDADF"/>
                      </a:solidFill>
                      <a:prstDash val="solid"/>
                    </a:lnR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FFF1F5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AB7210"/>
                          </a:solidFill>
                        </a:rPr>
                        <a:t>△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CDADF"/>
                      </a:solidFill>
                      <a:prstDash val="solid"/>
                    </a:lnR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FFF1F5"/>
                    </a:solidFill>
                  </a:tcPr>
                </a:tc>
              </a:tr>
            </a:tbl>
          </a:graphicData>
        </a:graphic>
      </p:graphicFrame>
      <p:sp>
        <p:nvSpPr>
          <p:cNvPr id="39" name="text-349">
            <a:extLst>
              <a:ext uri="{FF2B5EF4-FFF2-40B4-BE49-F238E27FC236}">
                <ns2:creationId id="{5BCEDC70-14CA-4067-A9AC-2C0524306D59}"/>
              </a:ext>
            </a:extLst>
          </p:cNvPr>
          <p:cNvSpPr>
            <a:spLocks noGrp="1"/>
          </p:cNvSpPr>
          <p:nvPr/>
        </p:nvSpPr>
        <p:spPr>
          <a:xfrm>
            <a:off x="756062" y="5619750"/>
            <a:ext cx="6486896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rPr>
              <a:t>● 完成     △ 待核对     ○ 待开展</a:t>
            </a:r>
          </a:p>
        </p:txBody>
      </p:sp>
      <p:sp>
        <p:nvSpPr>
          <p:cNvPr id="40" name="panel-350">
            <a:extLst>
              <a:ext uri="{FF2B5EF4-FFF2-40B4-BE49-F238E27FC236}">
                <ns2:creationId id="{D78B1662-5436-4AE9-90D5-0CEBD5B61840}"/>
              </a:ext>
            </a:extLst>
          </p:cNvPr>
          <p:cNvSpPr>
            <a:spLocks noGrp="1"/>
          </p:cNvSpPr>
          <p:nvPr/>
        </p:nvSpPr>
        <p:spPr>
          <a:xfrm>
            <a:off x="7872845" y="2190750"/>
            <a:ext cx="4014355" cy="1352550"/>
          </a:xfrm>
          <a:prstGeom prst="rect">
            <a:avLst>
              <a:gd name="adj" fmla="val 5634"/>
            </a:avLst>
          </a:prstGeom>
          <a:solidFill>
            <a:srgbClr val="FFFFFF"/>
          </a:solidFill>
          <a:ln w="11430">
            <a:solidFill>
              <a:srgbClr val="8F2445"/>
            </a:solidFill>
            <a:prstDash val="solid"/>
          </a:ln>
        </p:spPr>
      </p:sp>
      <p:sp>
        <p:nvSpPr>
          <p:cNvPr id="41" name="shape-351">
            <a:extLst>
              <a:ext uri="{FF2B5EF4-FFF2-40B4-BE49-F238E27FC236}">
                <ns2:creationId id="{21341275-9869-4E29-BC8E-3E095876FA22}"/>
              </a:ext>
            </a:extLst>
          </p:cNvPr>
          <p:cNvSpPr>
            <a:spLocks noGrp="1"/>
          </p:cNvSpPr>
          <p:nvPr/>
        </p:nvSpPr>
        <p:spPr>
          <a:xfrm>
            <a:off x="7882247" y="2200275"/>
            <a:ext cx="3995552" cy="400050"/>
          </a:xfrm>
          <a:prstGeom prst="rect">
            <a:avLst>
              <a:gd name="adj" fmla="val 19048"/>
            </a:avLst>
          </a:prstGeom>
          <a:solidFill>
            <a:srgbClr val="8F2445"/>
          </a:solidFill>
          <a:ln w="14288">
            <a:solidFill>
              <a:srgbClr val="8F2445"/>
            </a:solidFill>
            <a:prstDash val="solid"/>
          </a:ln>
        </p:spPr>
      </p:sp>
      <p:sp>
        <p:nvSpPr>
          <p:cNvPr id="42" name="icon-warning-352">
            <a:extLst>
              <a:ext uri="{FF2B5EF4-FFF2-40B4-BE49-F238E27FC236}">
                <ns2:creationId id="{5EC905F8-5924-4635-9C69-AF5ED6CF0BF6}"/>
              </a:ext>
            </a:extLst>
          </p:cNvPr>
          <p:cNvSpPr>
            <a:spLocks noGrp="1"/>
          </p:cNvSpPr>
          <p:nvPr/>
        </p:nvSpPr>
        <p:spPr>
          <a:xfrm>
            <a:off x="7998353" y="2284952"/>
            <a:ext cx="228452" cy="210884"/>
          </a:xfrm>
          <a:prstGeom prst="triangl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43" name="text-353">
            <a:extLst>
              <a:ext uri="{FF2B5EF4-FFF2-40B4-BE49-F238E27FC236}">
                <ns2:creationId id="{6DCC3C4D-8445-45A7-B3A6-6CC97A8280EB}"/>
              </a:ext>
            </a:extLst>
          </p:cNvPr>
          <p:cNvSpPr>
            <a:spLocks noGrp="1"/>
          </p:cNvSpPr>
          <p:nvPr/>
        </p:nvSpPr>
        <p:spPr>
          <a:xfrm>
            <a:off x="8069427" y="2338959"/>
            <a:ext cx="88842" cy="1208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!</a:t>
            </a:r>
          </a:p>
        </p:txBody>
      </p:sp>
      <p:sp>
        <p:nvSpPr>
          <p:cNvPr id="44" name="text-354">
            <a:extLst>
              <a:ext uri="{FF2B5EF4-FFF2-40B4-BE49-F238E27FC236}">
                <ns2:creationId id="{A48B03CC-2483-4B5D-8DB0-6E55D6D79EAD}"/>
              </a:ext>
            </a:extLst>
          </p:cNvPr>
          <p:cNvSpPr>
            <a:spLocks noGrp="1"/>
          </p:cNvSpPr>
          <p:nvPr/>
        </p:nvSpPr>
        <p:spPr>
          <a:xfrm>
            <a:off x="8324108" y="2257425"/>
            <a:ext cx="3450277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待核对事项</a:t>
            </a:r>
          </a:p>
        </p:txBody>
      </p:sp>
      <p:sp>
        <p:nvSpPr>
          <p:cNvPr id="45" name="text-355">
            <a:extLst>
              <a:ext uri="{FF2B5EF4-FFF2-40B4-BE49-F238E27FC236}">
                <ns2:creationId id="{AB7132A7-F650-46C0-9754-98EAAB2DD5D0}"/>
              </a:ext>
            </a:extLst>
          </p:cNvPr>
          <p:cNvSpPr>
            <a:spLocks noGrp="1"/>
          </p:cNvSpPr>
          <p:nvPr/>
        </p:nvSpPr>
        <p:spPr>
          <a:xfrm>
            <a:off x="8060871" y="2676525"/>
            <a:ext cx="3647704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1  部分记录时间不一致</a:t>
            </a:r>
            <a:endParaRPr/>
          </a:p>
        </p:txBody>
      </p:sp>
      <p:sp>
        <p:nvSpPr>
          <p:cNvPr id="46" name="text-356">
            <a:extLst>
              <a:ext uri="{FF2B5EF4-FFF2-40B4-BE49-F238E27FC236}">
                <ns2:creationId id="{95F06569-D2A9-40BB-A226-D58A340A406A}"/>
              </a:ext>
            </a:extLst>
          </p:cNvPr>
          <p:cNvSpPr>
            <a:spLocks noGrp="1"/>
          </p:cNvSpPr>
          <p:nvPr/>
        </p:nvSpPr>
        <p:spPr>
          <a:xfrm>
            <a:off x="8060871" y="3019425"/>
            <a:ext cx="3647704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2  失访与死亡标记混用</a:t>
            </a:r>
            <a:endParaRPr/>
          </a:p>
        </p:txBody>
      </p:sp>
      <p:sp>
        <p:nvSpPr>
          <p:cNvPr id="47" name="panel-357">
            <a:extLst>
              <a:ext uri="{FF2B5EF4-FFF2-40B4-BE49-F238E27FC236}">
                <ns2:creationId id="{86BC235E-D582-4415-AEB6-BB5F688634DC}"/>
              </a:ext>
            </a:extLst>
          </p:cNvPr>
          <p:cNvSpPr>
            <a:spLocks noGrp="1"/>
          </p:cNvSpPr>
          <p:nvPr/>
        </p:nvSpPr>
        <p:spPr>
          <a:xfrm>
            <a:off x="7872845" y="3686175"/>
            <a:ext cx="4014355" cy="2381250"/>
          </a:xfrm>
          <a:prstGeom prst="rect">
            <a:avLst>
              <a:gd name="adj" fmla="val 3200"/>
            </a:avLst>
          </a:prstGeom>
          <a:solidFill>
            <a:srgbClr val="FFFFFF"/>
          </a:solidFill>
          <a:ln w="11430">
            <a:solidFill>
              <a:srgbClr val="8F2445"/>
            </a:solidFill>
            <a:prstDash val="solid"/>
          </a:ln>
        </p:spPr>
      </p:sp>
      <p:sp>
        <p:nvSpPr>
          <p:cNvPr id="48" name="shape-358">
            <a:extLst>
              <a:ext uri="{FF2B5EF4-FFF2-40B4-BE49-F238E27FC236}">
                <ns2:creationId id="{9DCCAB6C-28AA-4825-8C19-E61C97BB8DE5}"/>
              </a:ext>
            </a:extLst>
          </p:cNvPr>
          <p:cNvSpPr>
            <a:spLocks noGrp="1"/>
          </p:cNvSpPr>
          <p:nvPr/>
        </p:nvSpPr>
        <p:spPr>
          <a:xfrm>
            <a:off x="7882247" y="3695700"/>
            <a:ext cx="3995552" cy="400050"/>
          </a:xfrm>
          <a:prstGeom prst="rect">
            <a:avLst>
              <a:gd name="adj" fmla="val 19048"/>
            </a:avLst>
          </a:prstGeom>
          <a:solidFill>
            <a:srgbClr val="8F2445"/>
          </a:solidFill>
          <a:ln w="14288">
            <a:solidFill>
              <a:srgbClr val="8F2445"/>
            </a:solidFill>
            <a:prstDash val="solid"/>
          </a:ln>
        </p:spPr>
      </p:sp>
      <p:sp>
        <p:nvSpPr>
          <p:cNvPr id="49" name="icon-calendar-359">
            <a:extLst>
              <a:ext uri="{FF2B5EF4-FFF2-40B4-BE49-F238E27FC236}">
                <ns2:creationId id="{4675DC48-0722-4805-809D-3C7C3F80F10C}"/>
              </a:ext>
            </a:extLst>
          </p:cNvPr>
          <p:cNvSpPr>
            <a:spLocks noGrp="1"/>
          </p:cNvSpPr>
          <p:nvPr/>
        </p:nvSpPr>
        <p:spPr>
          <a:xfrm>
            <a:off x="8018660" y="3811238"/>
            <a:ext cx="187838" cy="180023"/>
          </a:xfrm>
          <a:prstGeom prst="roundRect">
            <a:avLst>
              <a:gd name="adj" fmla="val 42328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50" name="vector-360">
            <a:extLst>
              <a:ext uri="{FF2B5EF4-FFF2-40B4-BE49-F238E27FC236}">
                <ns2:creationId id="{E4BBCE4D-5865-4DED-87E0-EC2C7E906384}"/>
              </a:ext>
            </a:extLst>
          </p:cNvPr>
          <p:cNvSpPr>
            <a:spLocks noGrp="1"/>
          </p:cNvSpPr>
          <p:nvPr/>
        </p:nvSpPr>
        <p:spPr>
          <a:xfrm>
            <a:off x="7985661" y="3762375"/>
            <a:ext cx="253835" cy="257175"/>
          </a:xfrm>
          <a:custGeom>
            <a:pathLst>
              <a:path w="952500" h="952500">
                <a:moveTo>
                  <a:pt x="123825" y="361950"/>
                </a:moveTo>
                <a:lnTo>
                  <a:pt x="828675" y="361950"/>
                </a:lnTo>
              </a:path>
            </a:pathLst>
          </a:custGeom>
          <a:noFill/>
          <a:ln w="20002">
            <a:solidFill>
              <a:srgbClr val="8F2445"/>
            </a:solidFill>
            <a:prstDash val="solid"/>
          </a:ln>
        </p:spPr>
      </p:sp>
      <p:sp>
        <p:nvSpPr>
          <p:cNvPr id="51" name="vector-361">
            <a:extLst>
              <a:ext uri="{FF2B5EF4-FFF2-40B4-BE49-F238E27FC236}">
                <ns2:creationId id="{7E582E4A-0908-40D0-8A93-C0386E571E9C}"/>
              </a:ext>
            </a:extLst>
          </p:cNvPr>
          <p:cNvSpPr>
            <a:spLocks noGrp="1"/>
          </p:cNvSpPr>
          <p:nvPr/>
        </p:nvSpPr>
        <p:spPr>
          <a:xfrm>
            <a:off x="7985661" y="3762375"/>
            <a:ext cx="253835" cy="257175"/>
          </a:xfrm>
          <a:custGeom>
            <a:pathLst>
              <a:path w="952500" h="952500">
                <a:moveTo>
                  <a:pt x="295275" y="66675"/>
                </a:moveTo>
                <a:lnTo>
                  <a:pt x="295275" y="2667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52" name="vector-362">
            <a:extLst>
              <a:ext uri="{FF2B5EF4-FFF2-40B4-BE49-F238E27FC236}">
                <ns2:creationId id="{B22B1C51-A973-4119-B93D-FC64743307BB}"/>
              </a:ext>
            </a:extLst>
          </p:cNvPr>
          <p:cNvSpPr>
            <a:spLocks noGrp="1"/>
          </p:cNvSpPr>
          <p:nvPr/>
        </p:nvSpPr>
        <p:spPr>
          <a:xfrm>
            <a:off x="7985661" y="3762375"/>
            <a:ext cx="253835" cy="257175"/>
          </a:xfrm>
          <a:custGeom>
            <a:pathLst>
              <a:path w="952500" h="952500">
                <a:moveTo>
                  <a:pt x="647700" y="66675"/>
                </a:moveTo>
                <a:lnTo>
                  <a:pt x="647700" y="2667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53" name="icon-calendar-363">
            <a:extLst>
              <a:ext uri="{FF2B5EF4-FFF2-40B4-BE49-F238E27FC236}">
                <ns2:creationId id="{30BFEF92-F035-43E6-9D2A-90B7BBC3CDBA}"/>
              </a:ext>
            </a:extLst>
          </p:cNvPr>
          <p:cNvSpPr>
            <a:spLocks noGrp="1"/>
          </p:cNvSpPr>
          <p:nvPr/>
        </p:nvSpPr>
        <p:spPr>
          <a:xfrm>
            <a:off x="8049120" y="3888391"/>
            <a:ext cx="22845" cy="23146"/>
          </a:xfrm>
          <a:prstGeom prst="rect">
            <a:avLst/>
          </a:prstGeom>
          <a:solidFill>
            <a:srgbClr val="8F2445"/>
          </a:solidFill>
          <a:ln w="20002">
            <a:solidFill>
              <a:srgbClr val="8F2445"/>
            </a:solidFill>
            <a:prstDash val="solid"/>
          </a:ln>
        </p:spPr>
      </p:sp>
      <p:sp>
        <p:nvSpPr>
          <p:cNvPr id="54" name="icon-calendar-364">
            <a:extLst>
              <a:ext uri="{FF2B5EF4-FFF2-40B4-BE49-F238E27FC236}">
                <ns2:creationId id="{17C95D46-6394-47BE-9AEB-F0E2C87ED61E}"/>
              </a:ext>
            </a:extLst>
          </p:cNvPr>
          <p:cNvSpPr>
            <a:spLocks noGrp="1"/>
          </p:cNvSpPr>
          <p:nvPr/>
        </p:nvSpPr>
        <p:spPr>
          <a:xfrm>
            <a:off x="8049120" y="3942398"/>
            <a:ext cx="22845" cy="23146"/>
          </a:xfrm>
          <a:prstGeom prst="rect">
            <a:avLst/>
          </a:prstGeom>
          <a:solidFill>
            <a:srgbClr val="8F2445"/>
          </a:solidFill>
          <a:ln w="20002">
            <a:solidFill>
              <a:srgbClr val="8F2445"/>
            </a:solidFill>
            <a:prstDash val="solid"/>
          </a:ln>
        </p:spPr>
      </p:sp>
      <p:sp>
        <p:nvSpPr>
          <p:cNvPr id="55" name="icon-calendar-365">
            <a:extLst>
              <a:ext uri="{FF2B5EF4-FFF2-40B4-BE49-F238E27FC236}">
                <ns2:creationId id="{958091BF-6EEC-49A0-87E5-9DC2B5040C39}"/>
              </a:ext>
            </a:extLst>
          </p:cNvPr>
          <p:cNvSpPr>
            <a:spLocks noGrp="1"/>
          </p:cNvSpPr>
          <p:nvPr/>
        </p:nvSpPr>
        <p:spPr>
          <a:xfrm>
            <a:off x="8102426" y="3888391"/>
            <a:ext cx="22845" cy="23146"/>
          </a:xfrm>
          <a:prstGeom prst="rect">
            <a:avLst/>
          </a:prstGeom>
          <a:solidFill>
            <a:srgbClr val="8F2445"/>
          </a:solidFill>
          <a:ln w="20002">
            <a:solidFill>
              <a:srgbClr val="8F2445"/>
            </a:solidFill>
            <a:prstDash val="solid"/>
          </a:ln>
        </p:spPr>
      </p:sp>
      <p:sp>
        <p:nvSpPr>
          <p:cNvPr id="56" name="icon-calendar-366">
            <a:extLst>
              <a:ext uri="{FF2B5EF4-FFF2-40B4-BE49-F238E27FC236}">
                <ns2:creationId id="{FD15E3C5-6544-42DB-8BF8-B949AC425EA4}"/>
              </a:ext>
            </a:extLst>
          </p:cNvPr>
          <p:cNvSpPr>
            <a:spLocks noGrp="1"/>
          </p:cNvSpPr>
          <p:nvPr/>
        </p:nvSpPr>
        <p:spPr>
          <a:xfrm>
            <a:off x="8102426" y="3942398"/>
            <a:ext cx="22845" cy="23146"/>
          </a:xfrm>
          <a:prstGeom prst="rect">
            <a:avLst/>
          </a:prstGeom>
          <a:solidFill>
            <a:srgbClr val="8F2445"/>
          </a:solidFill>
          <a:ln w="20002">
            <a:solidFill>
              <a:srgbClr val="8F2445"/>
            </a:solidFill>
            <a:prstDash val="solid"/>
          </a:ln>
        </p:spPr>
      </p:sp>
      <p:sp>
        <p:nvSpPr>
          <p:cNvPr id="57" name="icon-calendar-367">
            <a:extLst>
              <a:ext uri="{FF2B5EF4-FFF2-40B4-BE49-F238E27FC236}">
                <ns2:creationId id="{B023625F-825C-43AE-9CC5-1096056BF58A}"/>
              </a:ext>
            </a:extLst>
          </p:cNvPr>
          <p:cNvSpPr>
            <a:spLocks noGrp="1"/>
          </p:cNvSpPr>
          <p:nvPr/>
        </p:nvSpPr>
        <p:spPr>
          <a:xfrm>
            <a:off x="8155730" y="3888391"/>
            <a:ext cx="22845" cy="23146"/>
          </a:xfrm>
          <a:prstGeom prst="rect">
            <a:avLst/>
          </a:prstGeom>
          <a:solidFill>
            <a:srgbClr val="8F2445"/>
          </a:solidFill>
          <a:ln w="20002">
            <a:solidFill>
              <a:srgbClr val="8F2445"/>
            </a:solidFill>
            <a:prstDash val="solid"/>
          </a:ln>
        </p:spPr>
      </p:sp>
      <p:sp>
        <p:nvSpPr>
          <p:cNvPr id="58" name="icon-calendar-368">
            <a:extLst>
              <a:ext uri="{FF2B5EF4-FFF2-40B4-BE49-F238E27FC236}">
                <ns2:creationId id="{71D2F947-F5CD-4612-90EA-FB1FE2706BE5}"/>
              </a:ext>
            </a:extLst>
          </p:cNvPr>
          <p:cNvSpPr>
            <a:spLocks noGrp="1"/>
          </p:cNvSpPr>
          <p:nvPr/>
        </p:nvSpPr>
        <p:spPr>
          <a:xfrm>
            <a:off x="8155730" y="3942398"/>
            <a:ext cx="22845" cy="23146"/>
          </a:xfrm>
          <a:prstGeom prst="rect">
            <a:avLst/>
          </a:prstGeom>
          <a:solidFill>
            <a:srgbClr val="8F2445"/>
          </a:solidFill>
          <a:ln w="20002">
            <a:solidFill>
              <a:srgbClr val="8F2445"/>
            </a:solidFill>
            <a:prstDash val="solid"/>
          </a:ln>
        </p:spPr>
      </p:sp>
      <p:sp>
        <p:nvSpPr>
          <p:cNvPr id="59" name="text-369">
            <a:extLst>
              <a:ext uri="{FF2B5EF4-FFF2-40B4-BE49-F238E27FC236}">
                <ns2:creationId id="{90DC611A-B021-4636-8233-2D2D5476F92A}"/>
              </a:ext>
            </a:extLst>
          </p:cNvPr>
          <p:cNvSpPr>
            <a:spLocks noGrp="1"/>
          </p:cNvSpPr>
          <p:nvPr/>
        </p:nvSpPr>
        <p:spPr>
          <a:xfrm>
            <a:off x="8324108" y="3752850"/>
            <a:ext cx="3450277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下一步行动</a:t>
            </a:r>
          </a:p>
        </p:txBody>
      </p:sp>
      <p:sp>
        <p:nvSpPr>
          <p:cNvPr id="60" name="shape-370">
            <a:extLst>
              <a:ext uri="{FF2B5EF4-FFF2-40B4-BE49-F238E27FC236}">
                <ns2:creationId id="{4FB3C7EE-E394-4E0A-9DC8-FEC27B9F74D8}"/>
              </a:ext>
            </a:extLst>
          </p:cNvPr>
          <p:cNvSpPr>
            <a:spLocks noGrp="1"/>
          </p:cNvSpPr>
          <p:nvPr/>
        </p:nvSpPr>
        <p:spPr>
          <a:xfrm>
            <a:off x="8032668" y="4238625"/>
            <a:ext cx="272638" cy="276225"/>
          </a:xfrm>
          <a:prstGeom prst="ellipse">
            <a:avLst/>
          </a:prstGeom>
          <a:solidFill>
            <a:srgbClr val="8F2445"/>
          </a:solidFill>
          <a:ln w="0">
            <a:noFill/>
            <a:prstDash val="solid"/>
          </a:ln>
        </p:spPr>
      </p:sp>
      <p:sp>
        <p:nvSpPr>
          <p:cNvPr id="61" name="text-371">
            <a:extLst>
              <a:ext uri="{FF2B5EF4-FFF2-40B4-BE49-F238E27FC236}">
                <ns2:creationId id="{8F39CBB5-2812-439E-9E16-196354C8147C}"/>
              </a:ext>
            </a:extLst>
          </p:cNvPr>
          <p:cNvSpPr>
            <a:spLocks noGrp="1"/>
          </p:cNvSpPr>
          <p:nvPr/>
        </p:nvSpPr>
        <p:spPr>
          <a:xfrm>
            <a:off x="8032668" y="4238625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1</a:t>
            </a:r>
          </a:p>
        </p:txBody>
      </p:sp>
      <p:sp>
        <p:nvSpPr>
          <p:cNvPr id="62" name="text-372">
            <a:extLst>
              <a:ext uri="{FF2B5EF4-FFF2-40B4-BE49-F238E27FC236}">
                <ns2:creationId id="{C0AEA6AB-D165-4BE2-93F2-1DAA05C22161}"/>
              </a:ext>
            </a:extLst>
          </p:cNvPr>
          <p:cNvSpPr>
            <a:spLocks noGrp="1"/>
          </p:cNvSpPr>
          <p:nvPr/>
        </p:nvSpPr>
        <p:spPr>
          <a:xfrm>
            <a:off x="8446325" y="4210050"/>
            <a:ext cx="3243448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rPr>
              <a:t>回查原始记录与事件标记</a:t>
            </a:r>
            <a:endParaRPr/>
          </a:p>
        </p:txBody>
      </p:sp>
      <p:sp>
        <p:nvSpPr>
          <p:cNvPr id="63" name="shape-373">
            <a:extLst>
              <a:ext uri="{FF2B5EF4-FFF2-40B4-BE49-F238E27FC236}">
                <ns2:creationId id="{CFD662D2-615F-4486-A0E0-F13FFF019EED}"/>
              </a:ext>
            </a:extLst>
          </p:cNvPr>
          <p:cNvSpPr>
            <a:spLocks noGrp="1"/>
          </p:cNvSpPr>
          <p:nvPr/>
        </p:nvSpPr>
        <p:spPr>
          <a:xfrm>
            <a:off x="8032668" y="4800600"/>
            <a:ext cx="272638" cy="276225"/>
          </a:xfrm>
          <a:prstGeom prst="ellipse">
            <a:avLst/>
          </a:prstGeom>
          <a:solidFill>
            <a:srgbClr val="8F2445"/>
          </a:solidFill>
          <a:ln w="0">
            <a:noFill/>
            <a:prstDash val="solid"/>
          </a:ln>
        </p:spPr>
      </p:sp>
      <p:sp>
        <p:nvSpPr>
          <p:cNvPr id="64" name="text-374">
            <a:extLst>
              <a:ext uri="{FF2B5EF4-FFF2-40B4-BE49-F238E27FC236}">
                <ns2:creationId id="{E5DEB7C9-CD44-419B-A012-164A5D3CBAA2}"/>
              </a:ext>
            </a:extLst>
          </p:cNvPr>
          <p:cNvSpPr>
            <a:spLocks noGrp="1"/>
          </p:cNvSpPr>
          <p:nvPr/>
        </p:nvSpPr>
        <p:spPr>
          <a:xfrm>
            <a:off x="8032668" y="480060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65" name="text-375">
            <a:extLst>
              <a:ext uri="{FF2B5EF4-FFF2-40B4-BE49-F238E27FC236}">
                <ns2:creationId id="{17B88C21-9C53-44EE-B6A7-923684183CEC}"/>
              </a:ext>
            </a:extLst>
          </p:cNvPr>
          <p:cNvSpPr>
            <a:spLocks noGrp="1"/>
          </p:cNvSpPr>
          <p:nvPr/>
        </p:nvSpPr>
        <p:spPr>
          <a:xfrm>
            <a:off x="8446325" y="4772025"/>
            <a:ext cx="3243448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rPr>
              <a:t>针对存疑样地补充现场复核</a:t>
            </a:r>
            <a:endParaRPr/>
          </a:p>
        </p:txBody>
      </p:sp>
      <p:sp>
        <p:nvSpPr>
          <p:cNvPr id="66" name="shape-376">
            <a:extLst>
              <a:ext uri="{FF2B5EF4-FFF2-40B4-BE49-F238E27FC236}">
                <ns2:creationId id="{5D766447-3BB4-4C73-B746-7A06259821A3}"/>
              </a:ext>
            </a:extLst>
          </p:cNvPr>
          <p:cNvSpPr>
            <a:spLocks noGrp="1"/>
          </p:cNvSpPr>
          <p:nvPr/>
        </p:nvSpPr>
        <p:spPr>
          <a:xfrm>
            <a:off x="8032668" y="5362575"/>
            <a:ext cx="272638" cy="276225"/>
          </a:xfrm>
          <a:prstGeom prst="ellipse">
            <a:avLst/>
          </a:prstGeom>
          <a:solidFill>
            <a:srgbClr val="8F2445"/>
          </a:solidFill>
          <a:ln w="0">
            <a:noFill/>
            <a:prstDash val="solid"/>
          </a:ln>
        </p:spPr>
      </p:sp>
      <p:sp>
        <p:nvSpPr>
          <p:cNvPr id="67" name="text-377">
            <a:extLst>
              <a:ext uri="{FF2B5EF4-FFF2-40B4-BE49-F238E27FC236}">
                <ns2:creationId id="{7687D4EF-9E24-4C9C-A3CA-1E57409329B0}"/>
              </a:ext>
            </a:extLst>
          </p:cNvPr>
          <p:cNvSpPr>
            <a:spLocks noGrp="1"/>
          </p:cNvSpPr>
          <p:nvPr/>
        </p:nvSpPr>
        <p:spPr>
          <a:xfrm>
            <a:off x="8032668" y="5362575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3</a:t>
            </a:r>
          </a:p>
        </p:txBody>
      </p:sp>
      <p:sp>
        <p:nvSpPr>
          <p:cNvPr id="68" name="text-378">
            <a:extLst>
              <a:ext uri="{FF2B5EF4-FFF2-40B4-BE49-F238E27FC236}">
                <ns2:creationId id="{7E4F358F-61F6-44F6-9FEA-4FC20759F931}"/>
              </a:ext>
            </a:extLst>
          </p:cNvPr>
          <p:cNvSpPr>
            <a:spLocks noGrp="1"/>
          </p:cNvSpPr>
          <p:nvPr/>
        </p:nvSpPr>
        <p:spPr>
          <a:xfrm>
            <a:off x="8446325" y="5334000"/>
            <a:ext cx="3243448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rPr>
              <a:t>按核对结果更新分析输入</a:t>
            </a:r>
            <a:endParaRPr/>
          </a:p>
        </p:txBody>
      </p:sp>
      <p:sp>
        <p:nvSpPr>
          <p:cNvPr id="69" name="shape-379">
            <a:extLst>
              <a:ext uri="{FF2B5EF4-FFF2-40B4-BE49-F238E27FC236}">
                <ns2:creationId id="{92D443A4-76C5-4E89-8305-86C91D1AE95E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8F2445"/>
          </a:solidFill>
          <a:ln w="14288">
            <a:solidFill>
              <a:srgbClr val="8F2445"/>
            </a:solidFill>
            <a:prstDash val="solid"/>
          </a:ln>
        </p:spPr>
      </p:sp>
      <p:sp>
        <p:nvSpPr>
          <p:cNvPr id="70" name="text-380">
            <a:extLst>
              <a:ext uri="{FF2B5EF4-FFF2-40B4-BE49-F238E27FC236}">
                <ns2:creationId id="{99CBED85-FC7E-4BD9-AE27-E694A12DC044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汇报重点：完成情况可核查，问题与下一步一一对应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71" name="text-381">
            <a:extLst>
              <a:ext uri="{FF2B5EF4-FFF2-40B4-BE49-F238E27FC236}">
                <ns2:creationId id="{CAA8E449-0DCD-49CB-BF4B-35E6EA811111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72" name="text-382">
            <a:extLst>
              <a:ext uri="{FF2B5EF4-FFF2-40B4-BE49-F238E27FC236}">
                <ns2:creationId id="{C75CE07C-53F3-4FCF-A77C-9DC86A82F4D5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rPr>
              <a:t>09</a:t>
            </a:r>
            <a:endParaRPr/>
          </a:p>
        </p:txBody>
      </p:sp>
    </p:spTree>
    <p:extLst>
      <p:ext uri="{BB962C8B-B14F-4D97-AF65-F5344CB8AC3E}">
        <ns3:creationId val="28769073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ns0:Properties xmlns:ns0="http://schemas.openxmlformats.org/officeDocument/2006/extended-properties">
  <ns0:Application>Walnut Exporter</ns0:Application>
  <ns0:PresentationFormat>Converted Presentation</ns0:PresentationFormat>
  <ns0:Slides>9</ns0:Slides>
  <ns0:Notes>0</ns0:Notes>
  <ns0:HiddenSlides>0</ns0:HiddenSlides>
  <ns0:SharedDoc>false</ns0:SharedDoc>
  <ns0:DocSecurity>0</ns0:DocSecurity>
</ns0:Properties>
</file>

<file path=docProps/core.xml><?xml version="1.0" encoding="utf-8"?>
<ns0:coreProperties xmlns:dc="http://purl.org/dc/elements/1.1/" xmlns:dcterms="http://purl.org/dc/terms/" xmlns:ns0="http://schemas.openxmlformats.org/package/2006/metadata/core-properties" xmlns:xsi="http://www.w3.org/2001/XMLSchema-instance">
  <dc:creator>editable-research-ppt contributors</dc:creator>
  <ns0:lastModifiedBy>editable-research-ppt contributors</ns0:lastModifiedBy>
  <dc:title>Presentation</dc:title>
  <dcterms:created xsi:type="dcterms:W3CDTF">2026-10-19T12:24:09.8680000Z</dcterms:created>
  <dcterms:modified xsi:type="dcterms:W3CDTF">2026-10-19T12:24:09.8680000Z</dcterms:modified>
</ns0:coreProperties>
</file>