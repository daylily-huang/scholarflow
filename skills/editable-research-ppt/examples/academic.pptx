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41799d7d8e3843f1" /><Relationship Type="http://schemas.openxmlformats.org/officeDocument/2006/relationships/notesMaster" Target="/ppt/notesMasters/notesMaster1.xml" Id="R5ce3b7a540304d6b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114553076e04493d" /><Relationship Type="http://schemas.openxmlformats.org/officeDocument/2006/relationships/notesMaster" Target="/ppt/notesMasters/notesMaster1.xml" Id="Rca58bf0f836b4098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2e71f6aa53874f33" /><Relationship Type="http://schemas.openxmlformats.org/officeDocument/2006/relationships/notesMaster" Target="/ppt/notesMasters/notesMaster1.xml" Id="Rbc334885f09040c8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d0cc5ea8d0c74a67" /><Relationship Type="http://schemas.openxmlformats.org/officeDocument/2006/relationships/notesMaster" Target="/ppt/notesMasters/notesMaster1.xml" Id="Reeaf5a3cd56d4190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c4e15e69f21a4d07" /><Relationship Type="http://schemas.openxmlformats.org/officeDocument/2006/relationships/notesMaster" Target="/ppt/notesMasters/notesMaster1.xml" Id="R146efe84a7b445ef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4cf529f6e1c7487c" /><Relationship Type="http://schemas.openxmlformats.org/officeDocument/2006/relationships/notesMaster" Target="/ppt/notesMasters/notesMaster1.xml" Id="Rf4725e7255104779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2.xml" Id="Rbb57f2fd412e4e66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3.xml" Id="Rc3ff8a46e50b4879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1.xml" Id="Rb01c90e26ef64a2d" /><Relationship Type="http://schemas.openxmlformats.org/officeDocument/2006/relationships/notesSlide" Target="/ppt/notesSlides/notesSlide4.xml" Id="R198bc451e3ed49d4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5.xml" Id="R4ef68450f9d14d7b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2.xml" Id="R131fe6ba7eb5426e" /><Relationship Type="http://schemas.openxmlformats.org/officeDocument/2006/relationships/chart" Target="/ppt/charts/chart3.xml" Id="R272f144416c24f5b" /><Relationship Type="http://schemas.openxmlformats.org/officeDocument/2006/relationships/notesSlide" Target="/ppt/notesSlides/notesSlide6.xml" Id="Re932ae2421e947e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4.xml" Id="R0f90f39fb5cf47f3" /><Relationship Type="http://schemas.openxmlformats.org/officeDocument/2006/relationships/chart" Target="/ppt/charts/chart5.xml" Id="R5ffc3bee95974730" /><Relationship Type="http://schemas.openxmlformats.org/officeDocument/2006/relationships/chart" Target="/ppt/charts/chart6.xml" Id="R5911ad34a6c7462d" /><Relationship Type="http://schemas.openxmlformats.org/officeDocument/2006/relationships/chart" Target="/ppt/charts/chart7.xml" Id="Rffaaf39a0267400e" /><Relationship Type="http://schemas.openxmlformats.org/officeDocument/2006/relationships/notesSlide" Target="/ppt/notesSlides/notesSlide7.xml" Id="R0674bcd17bcf4ba2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8.xml" Id="R42f6f6e0deef48f7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/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/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/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/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/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22860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5D7795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5D7795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noFill/>
          <a:ln w="22324">
            <a:solidFill>
              <a:srgbClr val="173D67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3:creationId val="1277812684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/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/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/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/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718EAA"/>
          </a:solidFill>
          <a:ln w="14288">
            <a:noFill/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/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4:creationId val="205765366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228600" y="876300"/>
            <a:ext cx="2743200" cy="521017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238125" y="885825"/>
            <a:ext cx="2724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360902" y="101165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427768" y="97821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25196" y="104508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533210" y="103222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685800" y="942975"/>
            <a:ext cx="217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/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43250" y="876300"/>
            <a:ext cx="5238750" cy="5210175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52775" y="885825"/>
            <a:ext cx="52197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57550" y="1045083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57550" y="998792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57550" y="952500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00450" y="942975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/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53450" y="876300"/>
            <a:ext cx="3409950" cy="5210175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62975" y="885825"/>
            <a:ext cx="33909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93468" y="978218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9010650" y="942975"/>
            <a:ext cx="2838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381000" y="1555242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381000" y="1472946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381000" y="1390650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981075" y="13906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981075" y="17526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476250" y="230314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476250" y="216598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476250" y="202882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486156" y="2932176"/>
            <a:ext cx="123444" cy="205740"/>
          </a:xfrm>
          <a:prstGeom prst="ellipse">
            <a:avLst/>
          </a:prstGeom>
          <a:solidFill>
            <a:srgbClr val="68819C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14172" y="3032760"/>
            <a:ext cx="137160" cy="205740"/>
          </a:xfrm>
          <a:prstGeom prst="ellipse">
            <a:avLst/>
          </a:prstGeom>
          <a:solidFill>
            <a:srgbClr val="9EAEBF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981075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981075" y="325755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/>
          <a:stretch/>
        </p:blipFill>
        <p:spPr>
          <a:xfrm>
            <a:off x="495300" y="3543300"/>
            <a:ext cx="1143000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13004" y="4505706"/>
            <a:ext cx="393192" cy="278892"/>
          </a:xfrm>
          <a:prstGeom prst="roundRect">
            <a:avLst>
              <a:gd name="adj" fmla="val 27322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531876" y="4446270"/>
            <a:ext cx="150876" cy="77724"/>
          </a:xfrm>
          <a:prstGeom prst="roundRect">
            <a:avLst>
              <a:gd name="adj" fmla="val 50000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27304" y="4565142"/>
            <a:ext cx="164592" cy="164592"/>
          </a:xfrm>
          <a:prstGeom prst="ellipse">
            <a:avLst/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19328" y="4542282"/>
            <a:ext cx="36576" cy="36576"/>
          </a:xfrm>
          <a:prstGeom prst="ellipse">
            <a:avLst/>
          </a:prstGeom>
          <a:solidFill>
            <a:srgbClr val="173D67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981075" y="44005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981075" y="47625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01980" y="5284470"/>
            <a:ext cx="491490" cy="348615"/>
          </a:xfrm>
          <a:prstGeom prst="roundRect">
            <a:avLst>
              <a:gd name="adj" fmla="val 21858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750570" y="5210175"/>
            <a:ext cx="188595" cy="97155"/>
          </a:xfrm>
          <a:prstGeom prst="roundRect">
            <a:avLst>
              <a:gd name="adj" fmla="val 50000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744855" y="5358765"/>
            <a:ext cx="205740" cy="205740"/>
          </a:xfrm>
          <a:prstGeom prst="ellipse">
            <a:avLst/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984885" y="5330190"/>
            <a:ext cx="45720" cy="45720"/>
          </a:xfrm>
          <a:prstGeom prst="ellipse">
            <a:avLst/>
          </a:prstGeom>
          <a:solidFill>
            <a:srgbClr val="173D67"/>
          </a:solidFill>
          <a:ln w="17859">
            <a:solidFill>
              <a:srgbClr val="173D67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2766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00425" y="1682877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00425" y="1617726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00425" y="1552575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385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909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530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21605" y="1639443"/>
            <a:ext cx="79629" cy="7962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149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673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94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36474" y="1581531"/>
            <a:ext cx="97727" cy="162878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37820" y="1661160"/>
            <a:ext cx="108585" cy="162878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913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7437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2766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36620" y="2997518"/>
            <a:ext cx="194310" cy="180023"/>
          </a:xfrm>
          <a:prstGeom prst="can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528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/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530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18735" y="2977515"/>
            <a:ext cx="185738" cy="222885"/>
          </a:xfrm>
          <a:prstGeom prst="roundRect">
            <a:avLst>
              <a:gd name="adj" fmla="val 41026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67313" y="2957513"/>
            <a:ext cx="85725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292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/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94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60845" y="3028950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52285" y="2957513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63728" y="300894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20865" y="3160395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92278" y="315753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1056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/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387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151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576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40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4104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276600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36620" y="4131945"/>
            <a:ext cx="280035" cy="280035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57625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/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09950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/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0725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7419" y="4285298"/>
            <a:ext cx="43339" cy="11001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761" y="4225290"/>
            <a:ext cx="43339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4104" y="4158615"/>
            <a:ext cx="43339" cy="23669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81750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/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4075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/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76750" y="3543300"/>
            <a:ext cx="1257300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4050" y="3543300"/>
            <a:ext cx="1266825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24325" y="5505450"/>
            <a:ext cx="3286125" cy="428625"/>
          </a:xfrm>
          <a:prstGeom prst="roundRect">
            <a:avLst>
              <a:gd name="adj" fmla="val 17778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19575" y="5581650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/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76750" y="4876800"/>
            <a:ext cx="129063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67388" y="4876800"/>
            <a:ext cx="123348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705850" y="14001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39175" y="1752600"/>
          <a:ext cx="3219450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39175" y="2088909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39175" y="2405691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39175" y="2722474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39175" y="3039256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69399" y="385762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705850" y="416242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48713" y="460533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67800" y="455295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48713" y="5053013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67800" y="5000625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48713" y="550068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67800" y="544830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/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/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/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/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/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/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/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/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共同作用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对照设计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6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2619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342900" y="923925"/>
            <a:ext cx="2390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19425" y="895350"/>
            <a:ext cx="5391150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33725" y="923925"/>
            <a:ext cx="516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82025" y="895350"/>
            <a:ext cx="3381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96325" y="923925"/>
            <a:ext cx="3152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228600" y="14097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546735" y="1648206"/>
            <a:ext cx="96393" cy="96393"/>
          </a:xfrm>
          <a:prstGeom prst="ellipse">
            <a:avLst/>
          </a:prstGeom>
          <a:solidFill>
            <a:srgbClr val="173D67"/>
          </a:solidFill>
          <a:ln w="13692">
            <a:solidFill>
              <a:srgbClr val="173D67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952500" y="15335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381000" y="20097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228600" y="295275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371475" y="3243834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371475" y="3164967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371475" y="3086100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952500" y="307657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381000" y="355282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228600" y="44958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441579" y="4712399"/>
            <a:ext cx="297942" cy="276035"/>
          </a:xfrm>
          <a:prstGeom prst="can">
            <a:avLst/>
          </a:prstGeom>
          <a:noFill/>
          <a:ln w="13692">
            <a:solidFill>
              <a:srgbClr val="173D67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952500" y="46196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381000" y="50958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2420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38500" y="1764030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38500" y="1686878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38500" y="1609725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455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10300" y="1712595"/>
            <a:ext cx="94298" cy="94298"/>
          </a:xfrm>
          <a:prstGeom prst="ellipse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/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37084" y="3368040"/>
            <a:ext cx="115729" cy="192881"/>
          </a:xfrm>
          <a:prstGeom prst="ellipse">
            <a:avLst/>
          </a:prstGeom>
          <a:solidFill>
            <a:srgbClr val="68819C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57099" y="3462338"/>
            <a:ext cx="128588" cy="192881"/>
          </a:xfrm>
          <a:prstGeom prst="ellipse">
            <a:avLst/>
          </a:prstGeom>
          <a:solidFill>
            <a:srgbClr val="9EAEB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77190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/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455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568" y="34623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1728" y="33551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8891" y="34323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4598" y="36595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716" y="36552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7225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/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2420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38500" y="5057775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07080" y="5079206"/>
            <a:ext cx="295751" cy="265748"/>
          </a:xfrm>
          <a:prstGeom prst="cloud">
            <a:avLst/>
          </a:prstGeom>
          <a:solidFill>
            <a:srgbClr val="748BA4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77190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/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455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6006" y="5289233"/>
            <a:ext cx="55721" cy="14144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40304" y="5212080"/>
            <a:ext cx="55721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4601" y="5126355"/>
            <a:ext cx="55721" cy="304324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/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0053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10088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0053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10088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76875" y="5419725"/>
            <a:ext cx="447675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62500" y="4286250"/>
            <a:ext cx="1943100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57750" y="4333875"/>
            <a:ext cx="17526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96325" y="13811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629650" y="1752600"/>
          <a:ext cx="3238500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629650" y="2036978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629650" y="2315642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629650" y="2594305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629650" y="2872969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65970" y="35814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96325" y="37052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629650" y="4076700"/>
          <a:ext cx="3238500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65970" y="59055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因果解释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研究设计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/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7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/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173D67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8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