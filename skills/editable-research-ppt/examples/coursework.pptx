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Default Extension="xlsx" ContentType="application/vnd.openxmlformats-officedocument.spreadsheetml.sheet"/>
  <Override PartName="/docProps/app.xml" ContentType="application/vnd.openxmlformats-officedocument.extended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32fc68590ff54f8e" /><Relationship Type="http://schemas.openxmlformats.org/officeDocument/2006/relationships/extended-properties" Target="/docProps/app.xml" Id="R9996562d962046fa" /><Relationship Type="http://schemas.openxmlformats.org/officeDocument/2006/relationships/officeDocument" Target="/ppt/presentation.xml" Id="R13872f0bbada46e6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b19ee25308e24c04"/>
  </p:sldMasterIdLst>
  <p:notesMasterIdLst>
    <p:notesMasterId r:id="R61c415f220744dd4"/>
  </p:notesMasterIdLst>
  <p:sldIdLst>
    <p:sldId id="256" r:id="researchSlide1"/>
    <p:sldId id="257" r:id="researchSlide2"/>
    <p:sldId id="258" r:id="researchSlide3"/>
    <p:sldId id="259" r:id="researchSlide4"/>
    <p:sldId id="260" r:id="researchSlide5"/>
    <p:sldId id="261" r:id="researchSlide6"/>
  </p:sldIdLst>
  <p:sldSz cx="12192000" cy="6858000"/>
  <p:notesSz cx="6858000" cy="9144000"/>
</p:presentation>
</file>

<file path=ppt/presProps.xml><?xml version="1.0" encoding="utf-8"?>
<p:presentationPr xmlns:ns1="http://schemas.microsoft.com/office/powerpoint/2010/main" xmlns:ns2="http://schemas.microsoft.com/office/powerpoint/2012/main" xmlns:p="http://schemas.openxmlformats.org/presentationml/2006/main">
  <p:extLst>
    <p:ext uri="{E76CE94A-603C-4142-B9EB-6D1370010A27}">
      <ns1:discardImageEditData val="0"/>
    </p:ext>
    <p:ext uri="{D31A062A-798A-4329-ABDD-BBA856620510}">
      <ns1:defaultImageDpi val="32767"/>
    </p:ext>
    <p:ext uri="{FD5EFAAD-0ECE-453E-9831-46B23BE46B34}">
      <ns2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03c946439b9f4075" /><Relationship Type="http://schemas.openxmlformats.org/officeDocument/2006/relationships/slideMaster" Target="/ppt/slideMasters/slideMaster1.xml" Id="Rb19ee25308e24c04" /><Relationship Type="http://schemas.openxmlformats.org/officeDocument/2006/relationships/notesMaster" Target="/ppt/notesMasters/notesMaster1.xml" Id="R61c415f220744dd4" /><Relationship Type="http://schemas.openxmlformats.org/officeDocument/2006/relationships/presProps" Target="/ppt/presProps.xml" Id="Ra206bb6ddb7e4a48" /><Relationship Type="http://schemas.openxmlformats.org/officeDocument/2006/relationships/tableStyles" Target="/ppt/tableStyles.xml" Id="R708608b2d79d4b97" /><Relationship Id="researchSlide1" Type="http://schemas.openxmlformats.org/officeDocument/2006/relationships/slide" Target="/ppt/slides/slide1.xml" /><Relationship Id="researchSlide2" Type="http://schemas.openxmlformats.org/officeDocument/2006/relationships/slide" Target="/ppt/slides/slide2.xml" /><Relationship Id="researchSlide3" Type="http://schemas.openxmlformats.org/officeDocument/2006/relationships/slide" Target="/ppt/slides/slide3.xml" /><Relationship Id="researchSlide4" Type="http://schemas.openxmlformats.org/officeDocument/2006/relationships/slide" Target="/ppt/slides/slide4.xml" /><Relationship Id="researchSlide5" Type="http://schemas.openxmlformats.org/officeDocument/2006/relationships/slide" Target="/ppt/slides/slide5.xml" /><Relationship Id="researchSlide6" Type="http://schemas.openxmlformats.org/officeDocument/2006/relationships/slide" Target="/ppt/slides/slide6.xml" /></Relationships>
</file>

<file path=ppt/charts/_rels/chart1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1.xlsx" /></Relationships>
</file>

<file path=ppt/charts/_rels/chart2.xml.rels><?xml version='1.0' encoding='utf-8'?>
<Relationships xmlns="http://schemas.openxmlformats.org/package/2006/relationships"><Relationship Id="rIdChartSnapshot1" Type="http://schemas.openxmlformats.org/officeDocument/2006/relationships/package" Target="/ppt/embeddings/data2.xlsx" /></Relationships>
</file>

<file path=ppt/charts/chart1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群落甲</c:v>
          </c:tx>
          <c:spPr>
            <a:solidFill>
              <a:srgbClr val="3F2F7A"/>
            </a:solidFill>
            <a:ln w="19050">
              <a:solidFill>
                <a:srgbClr val="3F2F7A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25</c:v>
                </c:pt>
                <c:pt idx="1">
                  <c:v>25</c:v>
                </c:pt>
                <c:pt idx="2">
                  <c:v>25</c:v>
                </c:pt>
                <c:pt idx="3">
                  <c:v>25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charts/chart2.xml><?xml version="1.0" encoding="utf-8"?>
<c:chartSpace xmlns:a="http://schemas.openxmlformats.org/drawingml/2006/main" xmlns:c="http://schemas.openxmlformats.org/drawingml/2006/chart" xmlns:r="http://schemas.openxmlformats.org/officeDocument/2006/relationships">
  <c:lang val="en-US"/>
  <c:chart>
    <c:plotArea>
      <c:layout>
        <c:manualLayout>
          <c:layoutTarget val="inner"/>
          <c:xMode val="edge"/>
          <c:yMode val="edge"/>
          <c:x val="0.12"/>
          <c:y val="0.06"/>
          <c:w val="0.84"/>
          <c:h val="0.69"/>
        </c:manualLayout>
      </c:layout>
      <c:barChart>
        <c:barDir val="col"/>
        <c:grouping val="clustered"/>
        <c:varyColors val="0"/>
        <c:ser>
          <c:idx val="0"/>
          <c:order val="0"/>
          <c:tx>
            <c:v>群落乙</c:v>
          </c:tx>
          <c:spPr>
            <a:solidFill>
              <a:srgbClr val="3F2F7A"/>
            </a:solidFill>
            <a:ln w="19050">
              <a:solidFill>
                <a:srgbClr val="3F2F7A"/>
              </a:solidFill>
              <a:prstDash val="solid"/>
            </a:ln>
          </c:spPr>
          <c:invertIfNegative val="0"/>
          <c:cat>
            <c:strRef>
              <c:f>'Chart Data'!$A$2:$A$5</c:f>
              <c:strCache>
                <c:ptCount val="4"/>
                <c:pt idx="0">
                  <c:v>物种1</c:v>
                </c:pt>
                <c:pt idx="1">
                  <c:v>物种2</c:v>
                </c:pt>
                <c:pt idx="2">
                  <c:v>物种3</c:v>
                </c:pt>
                <c:pt idx="3">
                  <c:v>物种4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70</c:v>
                </c:pt>
              </c:numCache>
            </c:numRef>
          </c:val>
        </c:ser>
        <c:dLbls>
          <c:txPr>
            <a:bodyPr anchorCtr="1"/>
            <a:lstStyle/>
            <a:p>
              <a:pPr>
                <a:defRPr>
                  <a:latin typeface="Noto Sans CJK SC"/>
                  <a:ea typeface="Noto Sans CJK SC"/>
                  <a:cs typeface="Noto Sans CJK S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72768"/>
        <c:tickLblSkip val="1"/>
        <c:tickMarkSkip val="1"/>
      </c:catAx>
      <c:valAx>
        <c:axId val="48672768"/>
        <c:scaling>
          <c:orientation val="minMax"/>
          <c:max val="80"/>
          <c:min val="0"/>
        </c:scaling>
        <c:delete val="0"/>
        <c:axPos val="l"/>
        <c:title>
          <c:tx>
            <c:rich>
              <a:bodyPr/>
              <a:lstStyle/>
              <a:p>
                <a:r>
                  <a:rPr sz="1125">
                    <a:latin typeface="Noto Sans CJK SC"/>
                    <a:ea typeface="Noto Sans CJK SC"/>
                    <a:cs typeface="Noto Sans CJK SC"/>
                  </a:rPr>
                  <a:t>个体数</a:t>
                </a:r>
                <a:endParaRPr/>
              </a:p>
            </c:rich>
          </c:tx>
          <c:layout>
            <c:manualLayout>
              <c:xMode val="edge"/>
              <c:yMode val="edge"/>
              <c:x val="-0.05"/>
              <c:y val="0.2"/>
            </c:manualLayout>
          </c:layout>
          <c:overlay val="0"/>
          <c:txPr>
            <a:bodyPr anchorCtr="1"/>
            <a:lstStyle/>
            <a:p>
              <a:pPr>
                <a:defRPr sz="1125">
                  <a:latin typeface="Noto Sans CJK SC"/>
                  <a:ea typeface="Noto Sans CJK SC"/>
                  <a:cs typeface="Noto Sans CJK SC"/>
                </a:defRPr>
              </a:pPr>
            </a:p>
          </c:txPr>
        </c:title>
        <c:numFmt formatCode="0" sourceLinked="0"/>
        <c:majorTickMark val="none"/>
        <c:minorTickMark val="none"/>
        <c:tickLblPos val="low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66666"/>
                </a:solidFill>
                <a:latin typeface="Noto Sans CJK SC"/>
                <a:ea typeface="Noto Sans CJK SC"/>
                <a:cs typeface="Noto Sans CJK SC"/>
              </a:defRPr>
            </a:pPr>
          </a:p>
        </c:txPr>
        <c:crossAx val="48650112"/>
        <c:crossBetween val="between"/>
        <c:majorUnit val="40"/>
      </c:valAx>
      <c:spPr>
        <a:noFill/>
        <a:ln w="0">
          <a:noFill/>
        </a:ln>
      </c:spPr>
    </c:plotArea>
    <c:plotVisOnly val="1"/>
  </c:chart>
  <c:spPr>
    <a:noFill/>
    <a:ln w="0">
      <a:noFill/>
    </a:ln>
  </c:spPr>
  <c:externalData r:id="rIdChartSnapshot1">
    <c:autoUpdate val="0"/>
  </c:externalData>
</c:chartSpace>
</file>

<file path=ppt/notesMasters/_rels/notesMaster1.xml.rels><?xml version='1.0' encoding='utf-8'?>
<Relationships xmlns="http://schemas.openxmlformats.org/package/2006/relationships"><Relationship Type="http://schemas.openxmlformats.org/officeDocument/2006/relationships/theme" Target="/ppt/notesMasters/theme/theme3.xml" Id="R913960fe16274819" /></Relationships>
</file>

<file path=ppt/notesMasters/notesMaster1.xml><?xml version="1.0" encoding="utf-8"?>
<p:notesMaster xmlns:a="http://schemas.openxmlformats.org/drawingml/2006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?>
<Relationships xmlns="http://schemas.openxmlformats.org/package/2006/relationships"><Relationship Type="http://schemas.openxmlformats.org/officeDocument/2006/relationships/slide" Target="/ppt/slides/slide1.xml" Id="Rfc6e8ac78c5545a3" /><Relationship Type="http://schemas.openxmlformats.org/officeDocument/2006/relationships/notesMaster" Target="/ppt/notesMasters/notesMaster1.xml" Id="Rf0bb6a3157794807" /></Relationships>
</file>

<file path=ppt/notesSlides/_rels/notesSlide2.xml.rels><?xml version='1.0' encoding='utf-8'?>
<Relationships xmlns="http://schemas.openxmlformats.org/package/2006/relationships"><Relationship Type="http://schemas.openxmlformats.org/officeDocument/2006/relationships/slide" Target="/ppt/slides/slide2.xml" Id="Rb70eeec2696d4581" /><Relationship Type="http://schemas.openxmlformats.org/officeDocument/2006/relationships/notesMaster" Target="/ppt/notesMasters/notesMaster1.xml" Id="Rafb4a98151eb46f4" /></Relationships>
</file>

<file path=ppt/notesSlides/_rels/notesSlide3.xml.rels><?xml version='1.0' encoding='utf-8'?>
<Relationships xmlns="http://schemas.openxmlformats.org/package/2006/relationships"><Relationship Type="http://schemas.openxmlformats.org/officeDocument/2006/relationships/slide" Target="/ppt/slides/slide3.xml" Id="Rd0cc5ea8d0c74a67" /><Relationship Type="http://schemas.openxmlformats.org/officeDocument/2006/relationships/notesMaster" Target="/ppt/notesMasters/notesMaster1.xml" Id="Reeaf5a3cd56d4190" /></Relationships>
</file>

<file path=ppt/notesSlides/_rels/notesSlide4.xml.rels><?xml version='1.0' encoding='utf-8'?>
<Relationships xmlns="http://schemas.openxmlformats.org/package/2006/relationships"><Relationship Type="http://schemas.openxmlformats.org/officeDocument/2006/relationships/slide" Target="/ppt/slides/slide4.xml" Id="R1a98765aa4d045e3" /><Relationship Type="http://schemas.openxmlformats.org/officeDocument/2006/relationships/notesMaster" Target="/ppt/notesMasters/notesMaster1.xml" Id="Rf71fc11f984e4167" /></Relationships>
</file>

<file path=ppt/notesSlides/_rels/notesSlide5.xml.rels><?xml version='1.0' encoding='utf-8'?>
<Relationships xmlns="http://schemas.openxmlformats.org/package/2006/relationships"><Relationship Type="http://schemas.openxmlformats.org/officeDocument/2006/relationships/slide" Target="/ppt/slides/slide5.xml" Id="Rcabf86a481cf4e46" /><Relationship Type="http://schemas.openxmlformats.org/officeDocument/2006/relationships/notesMaster" Target="/ppt/notesMasters/notesMaster1.xml" Id="Rfdb328f4526545f4" /></Relationships>
</file>

<file path=ppt/notesSlides/_rels/notesSlide6.xml.rels><?xml version='1.0' encoding='utf-8'?>
<Relationships xmlns="http://schemas.openxmlformats.org/package/2006/relationships"><Relationship Type="http://schemas.openxmlformats.org/officeDocument/2006/relationships/slide" Target="/ppt/slides/slide6.xml" Id="R6e48b80e4b834772" /><Relationship Type="http://schemas.openxmlformats.org/officeDocument/2006/relationships/notesMaster" Target="/ppt/notesMasters/notesMaster1.xml" Id="R6ea7d8a4598a4ea0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L5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Chart sources:</a:t>
            </a:r>
            <a:endParaRPr/>
          </a:p>
          <a:p>
            <a:r>
              <a:rPr/>
              <a:t>left.chart: 本样板人工构造的合成数据，仅测试版式与编辑功能，不代表真实研究。</a:t>
            </a:r>
            <a:endParaRPr/>
          </a:p>
          <a:p>
            <a:r>
              <a:rPr/>
              <a:t>right.chart: 本样板人工构造的合成数据，仅测试版式与编辑功能，不代表真实研究。</a:t>
            </a:r>
            <a:endParaRPr/>
          </a:p>
          <a:p>
            <a:r>
              <a:rPr/>
              <a:t>Layout: L3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L9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L12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L13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/>
              <a:t>本样板人工构造的合成数据，仅测试版式与编辑功能，不代表真实研究。</a:t>
            </a:r>
            <a:endParaRPr/>
          </a:p>
          <a:p>
            <a:r>
              <a:rPr/>
              <a:t>Layout: L14</a:t>
            </a:r>
            <a:endParaRPr/>
          </a:p>
          <a:p>
            <a:r>
              <a:rPr/>
              <a:t>Palette: P5</a:t>
            </a:r>
            <a:endParaRPr/>
          </a:p>
          <a:p>
            <a:r>
              <a:rPr/>
              <a:t>Scenario: coursework</a:t>
            </a:r>
            <a:endParaRPr/>
          </a:p>
          <a:p>
            <a:r>
              <a:rPr/>
              <a:t>SYNTHETIC DEMONSTRATION DATA</a:t>
            </a:r>
            <a:endParaRPr/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af52e31fc704bdc" 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cc99deef56624ca4" 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e39dd14fa8a4888" 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a2019ee27f334608" 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5d4efeff5946454b" 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f0a95e591e2447b" /></Relationships>
</file>

<file path=ppt/slideLayouts/slideLayout1.xml><?xml version="1.0" encoding="utf-8"?>
<p:sldLayout xmlns:a="http://schemas.openxmlformats.org/drawingml/2006/main" xmlns:ns2="http://schemas.microsoft.com/office/drawing/2014/main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E21DDFB4-60E9-4420-837B-4EAFB84C7F8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Subtitle">
            <a:extLst>
              <a:ext uri="{FF2B5EF4-FFF2-40B4-BE49-F238E27FC236}">
                <ns2:creationId id="{BA6D5EBE-242C-4508-A254-68F0361F2C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2.xml><?xml version="1.0" encoding="utf-8"?>
<p:sldLayout xmlns:a="http://schemas.openxmlformats.org/drawingml/2006/main" xmlns:ns2="http://schemas.microsoft.com/office/drawing/2014/main" xmlns:p="http://schemas.openxmlformats.org/presentationml/2006/main">
  <p:cSld name="Section Header">
    <p:spTree>
      <p:nvGrpSpPr>
        <p:cNvPr id="1" name=""/>
        <p:cNvGrpSpPr/>
        <p:nvPr/>
      </p:nvGrpSpPr>
      <p:grpSpPr>
        <a:xfrm/>
      </p:grpSpPr>
      <p:sp>
        <p:nvSpPr>
          <p:cNvPr id="2" name="Section title">
            <a:extLst>
              <a:ext uri="{FF2B5EF4-FFF2-40B4-BE49-F238E27FC236}">
                <ns2:creationId id="{F3991E54-819B-4ED6-9326-19572329AD9C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Body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A5A72E8-86C1-46ED-A1BC-F369108CD320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Body">
            <a:extLst>
              <a:ext uri="{FF2B5EF4-FFF2-40B4-BE49-F238E27FC236}">
                <ns2:creationId id="{8031CA3D-0D23-4984-9215-673B4A1B6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Two Column">
    <p:spTree>
      <p:nvGrpSpPr>
        <p:cNvPr id="1" name=""/>
        <p:cNvGrpSpPr/>
        <p:nvPr/>
      </p:nvGrpSpPr>
      <p:grpSpPr>
        <a:xfrm/>
      </p:grpSpPr>
      <p:sp>
        <p:nvSpPr>
          <p:cNvPr id="4" name="Title">
            <a:extLst>
              <a:ext uri="{FF2B5EF4-FFF2-40B4-BE49-F238E27FC236}">
                <ns2:creationId id="{922F6E40-86FA-4835-B28B-BF278BD475D9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D9AD838-E562-4A78-B4FE-FD51C23729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3" name="Right column">
            <a:extLst>
              <a:ext uri="{FF2B5EF4-FFF2-40B4-BE49-F238E27FC236}">
                <ns2:creationId id="{C0491689-BA57-479D-8DBB-64C3F430271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>
  <p:cSld name="Title and One Column">
    <p:spTree>
      <p:nvGrpSpPr>
        <p:cNvPr id="1" name=""/>
        <p:cNvGrpSpPr/>
        <p:nvPr/>
      </p:nvGrpSpPr>
      <p:grpSpPr>
        <a:xfrm/>
      </p:grpSpPr>
      <p:sp>
        <p:nvSpPr>
          <p:cNvPr id="3" name="Title">
            <a:extLst>
              <a:ext uri="{FF2B5EF4-FFF2-40B4-BE49-F238E27FC236}">
                <ns2:creationId id="{492D91ED-15BC-40F7-81FF-B7D476EC4A0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  <p:sp>
        <p:nvSpPr>
          <p:cNvPr id="2" name="Left column">
            <a:extLst>
              <a:ext uri="{FF2B5EF4-FFF2-40B4-BE49-F238E27FC236}">
                <ns2:creationId id="{F6AFA915-A911-40E5-8450-F19F3270D7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/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type="blank">
  <p:cSld name="Blank">
    <p:spTree>
      <p:nvGrpSpPr>
        <p:cNvPr id="1" name=""/>
        <p:cNvGrpSpPr/>
        <p:nvPr/>
      </p:nvGrpSpPr>
      <p:grpSpPr>
        <a:xfrm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cc3513c773d440ab" /><Relationship Type="http://schemas.openxmlformats.org/officeDocument/2006/relationships/slideLayout" Target="/ppt/slideLayouts/slideLayout1.xml" Id="R26173e832a724c71" /><Relationship Type="http://schemas.openxmlformats.org/officeDocument/2006/relationships/slideLayout" Target="/ppt/slideLayouts/slideLayout2.xml" Id="R960f9b439dd84bd9" /><Relationship Type="http://schemas.openxmlformats.org/officeDocument/2006/relationships/slideLayout" Target="/ppt/slideLayouts/slideLayout3.xml" Id="Rd9ec3fb0d6e8413b" /><Relationship Type="http://schemas.openxmlformats.org/officeDocument/2006/relationships/slideLayout" Target="/ppt/slideLayouts/slideLayout4.xml" Id="R124ea3bf6ddc4914" /><Relationship Type="http://schemas.openxmlformats.org/officeDocument/2006/relationships/slideLayout" Target="/ppt/slideLayouts/slideLayout5.xml" Id="Rbf3e53cbc2464fbc" /><Relationship Type="http://schemas.openxmlformats.org/officeDocument/2006/relationships/slideLayout" Target="/ppt/slideLayouts/slideLayout6.xml" Id="Rd77528f4ddf74050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6173e832a724c71"/>
    <p:sldLayoutId id="2147483650" r:id="R960f9b439dd84bd9"/>
    <p:sldLayoutId id="2147483651" r:id="Rd9ec3fb0d6e8413b"/>
    <p:sldLayoutId id="2147483652" r:id="R124ea3bf6ddc4914"/>
    <p:sldLayoutId id="2147483653" r:id="Rbf3e53cbc2464fbc"/>
    <p:sldLayoutId id="2147483654" r:id="Rd77528f4ddf74050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Noto Sans CJK SC"/>
          <a:ea typeface="Noto Sans CJK SC"/>
          <a:cs typeface="Noto Sans CJK SC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1pPr>
      <a:lvl2pPr marL="457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2pPr>
      <a:lvl3pPr marL="914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3pPr>
      <a:lvl4pPr marL="1371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4pPr>
      <a:lvl5pPr marL="18288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5pPr>
      <a:lvl6pPr marL="22860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6pPr>
      <a:lvl7pPr marL="27432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7pPr>
      <a:lvl8pPr marL="32004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8pPr>
      <a:lvl9pPr marL="3657600" algn="l">
        <a:buNone/>
        <a:defRPr sz="1800">
          <a:solidFill>
            <a:schemeClr val="tx1"/>
          </a:solidFill>
          <a:latin typeface="Noto Sans CJK SC"/>
          <a:ea typeface="Noto Sans CJK SC"/>
          <a:cs typeface="Noto Sans CJK SC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532680c6b5d4552" /><Relationship Type="http://schemas.openxmlformats.org/officeDocument/2006/relationships/image" Target="/ppt/media/image2.png" Id="Rda1941b6a5cf4a48" /><Relationship Type="http://schemas.openxmlformats.org/officeDocument/2006/relationships/notesSlide" Target="/ppt/notesSlides/notesSlide1.xml" Id="R68f0df05906a4f2e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5993b0904f974483" /><Relationship Type="http://schemas.openxmlformats.org/officeDocument/2006/relationships/chart" Target="/ppt/charts/chart1.xml" Id="R9e4b51eb44254abd" /><Relationship Type="http://schemas.openxmlformats.org/officeDocument/2006/relationships/chart" Target="/ppt/charts/chart2.xml" Id="Rc49d4862ef9e4b9a" /><Relationship Type="http://schemas.openxmlformats.org/officeDocument/2006/relationships/notesSlide" Target="/ppt/notesSlides/notesSlide2.xml" Id="R62c7711b81c24dd0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5b0de36d0154031" /><Relationship Type="http://schemas.openxmlformats.org/officeDocument/2006/relationships/image" Target="/ppt/media/image.png" Id="R5f155ced3c494a39" /><Relationship Type="http://schemas.openxmlformats.org/officeDocument/2006/relationships/image" Target="/ppt/media/image.png" Id="Ra3e27fc1ebcc433e" /><Relationship Type="http://schemas.openxmlformats.org/officeDocument/2006/relationships/image" Target="/ppt/media/image.png" Id="Rdf017364ef2348d1" /><Relationship Type="http://schemas.openxmlformats.org/officeDocument/2006/relationships/image" Target="/ppt/media/image.png" Id="R32ff49c7cc97420d" /><Relationship Type="http://schemas.openxmlformats.org/officeDocument/2006/relationships/image" Target="/ppt/media/image.png" Id="R172781c0c6724258" /><Relationship Type="http://schemas.openxmlformats.org/officeDocument/2006/relationships/image" Target="/ppt/media/image.png" Id="R7458a5ac3d3448c8" /><Relationship Type="http://schemas.openxmlformats.org/officeDocument/2006/relationships/image" Target="/ppt/media/image.png" Id="R6b80380e3d78440e" /><Relationship Type="http://schemas.openxmlformats.org/officeDocument/2006/relationships/notesSlide" Target="/ppt/notesSlides/notesSlide3.xml" Id="R4ef68450f9d14d7b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49694d72264f0a" /><Relationship Type="http://schemas.openxmlformats.org/officeDocument/2006/relationships/notesSlide" Target="/ppt/notesSlides/notesSlide4.xml" Id="Rb9024c2dfc9c419a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b20a905920734b87" /><Relationship Type="http://schemas.openxmlformats.org/officeDocument/2006/relationships/notesSlide" Target="/ppt/notesSlides/notesSlide5.xml" Id="R2032e172c9364bb7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2f4776aeb1a64bed" /><Relationship Type="http://schemas.openxmlformats.org/officeDocument/2006/relationships/image" Target="/ppt/media/image2.png" Id="R3b9dd86b0bd84db3" /><Relationship Type="http://schemas.openxmlformats.org/officeDocument/2006/relationships/notesSlide" Target="/ppt/notesSlides/notesSlide6.xml" Id="R42f6f6e0deef48f7" 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>
            <a:extLst>
              <a:ext uri="{FF2B5EF4-FFF2-40B4-BE49-F238E27FC236}">
                <ns2:creationId id="{8DA6F845-D4D6-4E02-B90C-45310657E8DA}"/>
              </a:ext>
            </a:extLst>
          </p:cNvPr>
          <p:cNvPicPr>
            <a:picLocks noChangeAspect="1"/>
          </p:cNvPicPr>
          <p:nvPr/>
        </p:nvPicPr>
        <p:blipFill>
          <a:blip r:embed="Rda1941b6a5cf4a48">
            <a:duotone>
              <a:srgbClr val="3F2F7A"/>
              <a:srgbClr val="FFFFFF"/>
            </a:duotone>
          </a:blip>
          <a:stretch/>
        </p:blipFill>
        <p:spPr>
          <a:xfrm>
            <a:off x="5248275" y="152400"/>
            <a:ext cx="6324600" cy="6324600"/>
          </a:xfrm>
          <a:prstGeom prst="rect">
            <a:avLst/>
          </a:prstGeom>
        </p:spPr>
      </p:pic>
      <p:sp>
        <p:nvSpPr>
          <p:cNvPr id="2" name="text-383">
            <a:extLst>
              <a:ext uri="{FF2B5EF4-FFF2-40B4-BE49-F238E27FC236}">
                <ns2:creationId id="{36886DCD-424F-48C8-AB3E-6BA024ABB001}"/>
              </a:ext>
            </a:extLst>
          </p:cNvPr>
          <p:cNvSpPr>
            <a:spLocks noGrp="1"/>
          </p:cNvSpPr>
          <p:nvPr/>
        </p:nvSpPr>
        <p:spPr>
          <a:xfrm>
            <a:off x="361950" y="723900"/>
            <a:ext cx="590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5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rPr>
              <a:t>课程作业型  ·  RESEARCH PRESENTATION</a:t>
            </a:r>
            <a:endParaRPr/>
          </a:p>
        </p:txBody>
      </p:sp>
      <p:sp>
        <p:nvSpPr>
          <p:cNvPr id="3" name="text-384">
            <a:extLst>
              <a:ext uri="{FF2B5EF4-FFF2-40B4-BE49-F238E27FC236}">
                <ns2:creationId id="{46703192-9F02-487F-8251-98702E313A08}"/>
              </a:ext>
            </a:extLst>
          </p:cNvPr>
          <p:cNvSpPr>
            <a:spLocks noGrp="1"/>
          </p:cNvSpPr>
          <p:nvPr/>
        </p:nvSpPr>
        <p:spPr>
          <a:xfrm>
            <a:off x="361950" y="1847850"/>
            <a:ext cx="60960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rPr>
              <a:t>群落多样性</a:t>
            </a:r>
            <a:endParaRPr/>
          </a:p>
          <a:p>
            <a:pPr algn="l">
              <a:def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4350" b="1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rPr>
              <a:t>比较与生态解释</a:t>
            </a:r>
            <a:endParaRPr/>
          </a:p>
        </p:txBody>
      </p:sp>
      <p:sp>
        <p:nvSpPr>
          <p:cNvPr id="4" name="text-385">
            <a:extLst>
              <a:ext uri="{FF2B5EF4-FFF2-40B4-BE49-F238E27FC236}">
                <ns2:creationId id="{B1A073E2-6EA8-4C28-8C1A-9A7F2E05E1F6}"/>
              </a:ext>
            </a:extLst>
          </p:cNvPr>
          <p:cNvSpPr>
            <a:spLocks noGrp="1"/>
          </p:cNvSpPr>
          <p:nvPr/>
        </p:nvSpPr>
        <p:spPr>
          <a:xfrm>
            <a:off x="361950" y="3895725"/>
            <a:ext cx="466725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defPPr>
            <a:lvl1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1pPr>
            <a:lvl2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2pPr>
            <a:lvl3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3pPr>
            <a:lvl4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4pPr>
            <a:lvl5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5pPr>
            <a:lvl6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6pPr>
            <a:lvl7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7pPr>
            <a:lvl8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8pPr>
            <a:lvl9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l">
              <a:def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2100" b="0">
                <a:solidFill>
                  <a:srgbClr val="8C84AE"/>
                </a:solidFill>
                <a:latin typeface="Noto Serif CJK SC"/>
                <a:ea typeface="Noto Serif CJK SC"/>
                <a:cs typeface="Noto Serif CJK SC"/>
              </a:rPr>
              <a:t>生态学课程作业 · 指标、假说与证据</a:t>
            </a:r>
            <a:endParaRPr/>
          </a:p>
        </p:txBody>
      </p:sp>
      <p:sp>
        <p:nvSpPr>
          <p:cNvPr id="5" name="shape-386">
            <a:extLst>
              <a:ext uri="{FF2B5EF4-FFF2-40B4-BE49-F238E27FC236}">
                <ns2:creationId id="{B6B75BB5-B835-4820-A496-EB26F7110E45}"/>
              </a:ext>
            </a:extLst>
          </p:cNvPr>
          <p:cNvSpPr>
            <a:spLocks noGrp="1"/>
          </p:cNvSpPr>
          <p:nvPr/>
        </p:nvSpPr>
        <p:spPr>
          <a:xfrm>
            <a:off x="381000" y="4524375"/>
            <a:ext cx="857250" cy="47625"/>
          </a:xfrm>
          <a:prstGeom prst="rect">
            <a:avLst/>
          </a:prstGeom>
          <a:solidFill>
            <a:srgbClr val="A58116"/>
          </a:solidFill>
          <a:ln w="0">
            <a:noFill/>
            <a:prstDash val="solid"/>
          </a:ln>
        </p:spPr>
      </p:sp>
      <p:sp>
        <p:nvSpPr>
          <p:cNvPr id="6" name="icon-person-387">
            <a:extLst>
              <a:ext uri="{FF2B5EF4-FFF2-40B4-BE49-F238E27FC236}">
                <ns2:creationId id="{725CCA1C-B5EE-48CE-8DAA-13C5DD9E4FBD}"/>
              </a:ext>
            </a:extLst>
          </p:cNvPr>
          <p:cNvSpPr>
            <a:spLocks noGrp="1"/>
          </p:cNvSpPr>
          <p:nvPr/>
        </p:nvSpPr>
        <p:spPr>
          <a:xfrm>
            <a:off x="481013" y="5941695"/>
            <a:ext cx="85725" cy="85725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7" name="icon-person-388">
            <a:extLst>
              <a:ext uri="{FF2B5EF4-FFF2-40B4-BE49-F238E27FC236}">
                <ns2:creationId id="{90924B7B-7651-4EAC-B8AB-AA6F8ED80462}"/>
              </a:ext>
            </a:extLst>
          </p:cNvPr>
          <p:cNvSpPr>
            <a:spLocks noGrp="1"/>
          </p:cNvSpPr>
          <p:nvPr/>
        </p:nvSpPr>
        <p:spPr>
          <a:xfrm>
            <a:off x="429578" y="6047423"/>
            <a:ext cx="185738" cy="131445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8" name="text-389">
            <a:extLst>
              <a:ext uri="{FF2B5EF4-FFF2-40B4-BE49-F238E27FC236}">
                <ns2:creationId id="{F5745B21-1BFC-4850-B419-72A1ECD3F823}"/>
              </a:ext>
            </a:extLst>
          </p:cNvPr>
          <p:cNvSpPr>
            <a:spLocks noGrp="1"/>
          </p:cNvSpPr>
          <p:nvPr/>
        </p:nvSpPr>
        <p:spPr>
          <a:xfrm>
            <a:off x="781050" y="5905500"/>
            <a:ext cx="228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9" name="icon-calendar-390">
            <a:extLst>
              <a:ext uri="{FF2B5EF4-FFF2-40B4-BE49-F238E27FC236}">
                <ns2:creationId id="{D964BD77-04AF-4054-B7DC-7BB71CBA8C69}"/>
              </a:ext>
            </a:extLst>
          </p:cNvPr>
          <p:cNvSpPr>
            <a:spLocks noGrp="1"/>
          </p:cNvSpPr>
          <p:nvPr/>
        </p:nvSpPr>
        <p:spPr>
          <a:xfrm>
            <a:off x="3228023" y="5978843"/>
            <a:ext cx="211455" cy="200025"/>
          </a:xfrm>
          <a:prstGeom prst="roundRect">
            <a:avLst>
              <a:gd name="adj" fmla="val 38095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10" name="vector-391">
            <a:extLst>
              <a:ext uri="{FF2B5EF4-FFF2-40B4-BE49-F238E27FC236}">
                <ns2:creationId id="{7FF60FB8-546C-4E38-84B6-CA7520A3D8DD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123825" y="361950"/>
                </a:moveTo>
                <a:lnTo>
                  <a:pt x="828675" y="3619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11" name="vector-392">
            <a:extLst>
              <a:ext uri="{FF2B5EF4-FFF2-40B4-BE49-F238E27FC236}">
                <ns2:creationId id="{48B1F6A1-2696-441E-88C6-5C0A51B7343F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295275" y="66675"/>
                </a:moveTo>
                <a:lnTo>
                  <a:pt x="295275" y="2667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12" name="vector-393">
            <a:extLst>
              <a:ext uri="{FF2B5EF4-FFF2-40B4-BE49-F238E27FC236}">
                <ns2:creationId id="{DA78A625-385D-414A-B3FF-72F489CB41BB}"/>
              </a:ext>
            </a:extLst>
          </p:cNvPr>
          <p:cNvSpPr>
            <a:spLocks noGrp="1"/>
          </p:cNvSpPr>
          <p:nvPr/>
        </p:nvSpPr>
        <p:spPr>
          <a:xfrm>
            <a:off x="3190875" y="5924550"/>
            <a:ext cx="285750" cy="285750"/>
          </a:xfrm>
          <a:custGeom>
            <a:pathLst>
              <a:path w="952500" h="952500">
                <a:moveTo>
                  <a:pt x="647700" y="66675"/>
                </a:moveTo>
                <a:lnTo>
                  <a:pt x="647700" y="2667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13" name="icon-calendar-394">
            <a:extLst>
              <a:ext uri="{FF2B5EF4-FFF2-40B4-BE49-F238E27FC236}">
                <ns2:creationId id="{57236D38-4BDD-4781-ACBC-CECD7F78C52F}"/>
              </a:ext>
            </a:extLst>
          </p:cNvPr>
          <p:cNvSpPr>
            <a:spLocks noGrp="1"/>
          </p:cNvSpPr>
          <p:nvPr/>
        </p:nvSpPr>
        <p:spPr>
          <a:xfrm>
            <a:off x="3262313" y="6064568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4" name="icon-calendar-395">
            <a:extLst>
              <a:ext uri="{FF2B5EF4-FFF2-40B4-BE49-F238E27FC236}">
                <ns2:creationId id="{59C59927-890F-4066-89D6-FBF593DC552C}"/>
              </a:ext>
            </a:extLst>
          </p:cNvPr>
          <p:cNvSpPr>
            <a:spLocks noGrp="1"/>
          </p:cNvSpPr>
          <p:nvPr/>
        </p:nvSpPr>
        <p:spPr>
          <a:xfrm>
            <a:off x="3262313" y="6124575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5" name="icon-calendar-396">
            <a:extLst>
              <a:ext uri="{FF2B5EF4-FFF2-40B4-BE49-F238E27FC236}">
                <ns2:creationId id="{3519177D-DE64-46ED-BEEA-739BE507D477}"/>
              </a:ext>
            </a:extLst>
          </p:cNvPr>
          <p:cNvSpPr>
            <a:spLocks noGrp="1"/>
          </p:cNvSpPr>
          <p:nvPr/>
        </p:nvSpPr>
        <p:spPr>
          <a:xfrm>
            <a:off x="3322320" y="6064568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6" name="icon-calendar-397">
            <a:extLst>
              <a:ext uri="{FF2B5EF4-FFF2-40B4-BE49-F238E27FC236}">
                <ns2:creationId id="{16E3E249-B204-4C6B-A343-DBB1CEE83925}"/>
              </a:ext>
            </a:extLst>
          </p:cNvPr>
          <p:cNvSpPr>
            <a:spLocks noGrp="1"/>
          </p:cNvSpPr>
          <p:nvPr/>
        </p:nvSpPr>
        <p:spPr>
          <a:xfrm>
            <a:off x="3322320" y="6124575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7" name="icon-calendar-398">
            <a:extLst>
              <a:ext uri="{FF2B5EF4-FFF2-40B4-BE49-F238E27FC236}">
                <ns2:creationId id="{6753517F-545F-41F6-AA71-78781D3BD8A9}"/>
              </a:ext>
            </a:extLst>
          </p:cNvPr>
          <p:cNvSpPr>
            <a:spLocks noGrp="1"/>
          </p:cNvSpPr>
          <p:nvPr/>
        </p:nvSpPr>
        <p:spPr>
          <a:xfrm>
            <a:off x="3382328" y="6064568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8" name="icon-calendar-399">
            <a:extLst>
              <a:ext uri="{FF2B5EF4-FFF2-40B4-BE49-F238E27FC236}">
                <ns2:creationId id="{6C8FC9C8-DFCF-48FA-B19C-DBE9347436AA}"/>
              </a:ext>
            </a:extLst>
          </p:cNvPr>
          <p:cNvSpPr>
            <a:spLocks noGrp="1"/>
          </p:cNvSpPr>
          <p:nvPr/>
        </p:nvSpPr>
        <p:spPr>
          <a:xfrm>
            <a:off x="3382328" y="6124575"/>
            <a:ext cx="25718" cy="2571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19" name="text-400">
            <a:extLst>
              <a:ext uri="{FF2B5EF4-FFF2-40B4-BE49-F238E27FC236}">
                <ns2:creationId id="{7E266DF8-0C16-4FE6-B551-3BCB4D30960A}"/>
              </a:ext>
            </a:extLst>
          </p:cNvPr>
          <p:cNvSpPr>
            <a:spLocks noGrp="1"/>
          </p:cNvSpPr>
          <p:nvPr/>
        </p:nvSpPr>
        <p:spPr>
          <a:xfrm>
            <a:off x="3590925" y="590550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日期：待填写</a:t>
            </a:r>
            <a:endParaRPr/>
          </a:p>
        </p:txBody>
      </p:sp>
      <p:sp>
        <p:nvSpPr>
          <p:cNvPr id="20" name="text-401">
            <a:extLst>
              <a:ext uri="{FF2B5EF4-FFF2-40B4-BE49-F238E27FC236}">
                <ns2:creationId id="{A5627B82-FA86-4135-A281-4C186998D0CE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21" name="text-402">
            <a:extLst>
              <a:ext uri="{FF2B5EF4-FFF2-40B4-BE49-F238E27FC236}">
                <ns2:creationId id="{D0F33FDF-BE8C-436B-9F72-7AAB8C21D0FB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01</a:t>
            </a:r>
            <a:endParaRPr/>
          </a:p>
        </p:txBody>
      </p:sp>
    </p:spTree>
    <p:extLst>
      <p:ext uri="{BB962C8B-B14F-4D97-AF65-F5344CB8AC3E}">
        <ns4:creationId val="997978090"/>
      </p:ext>
    </p:extLst>
  </p:cSld>
</p:sld>
</file>

<file path=ppt/slides/slide2.xml><?xml version="1.0" encoding="utf-8"?>
<p:sld xmlns:a="http://schemas.openxmlformats.org/drawingml/2006/main" xmlns:c="http://schemas.openxmlformats.org/drawingml/2006/chart" xmlns:ns2="http://schemas.microsoft.com/office/drawing/2014/main" xmlns:ns5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84" name="text-232">
            <a:extLst>
              <a:ext uri="{FF2B5EF4-FFF2-40B4-BE49-F238E27FC236}">
                <ns2:creationId id="{D5179689-217C-4212-9A1A-7017908D99EF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课程作业｜两种群落结构的对照分析</a:t>
            </a:r>
            <a:endParaRPr/>
          </a:p>
        </p:txBody>
      </p:sp>
      <p:sp>
        <p:nvSpPr>
          <p:cNvPr id="2" name="line-233">
            <a:extLst>
              <a:ext uri="{FF2B5EF4-FFF2-40B4-BE49-F238E27FC236}">
                <ns2:creationId id="{66207686-8F60-4B1D-9C23-67C017A11643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shape-234">
            <a:extLst>
              <a:ext uri="{FF2B5EF4-FFF2-40B4-BE49-F238E27FC236}">
                <ns2:creationId id="{C1599386-79DC-46C8-AAC9-C611C26E23FE}"/>
              </a:ext>
            </a:extLst>
          </p:cNvPr>
          <p:cNvSpPr>
            <a:spLocks noGrp="1"/>
          </p:cNvSpPr>
          <p:nvPr/>
        </p:nvSpPr>
        <p:spPr>
          <a:xfrm>
            <a:off x="228600" y="1057275"/>
            <a:ext cx="5143500" cy="361950"/>
          </a:xfrm>
          <a:prstGeom prst="rect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4" name="text-235">
            <a:extLst>
              <a:ext uri="{FF2B5EF4-FFF2-40B4-BE49-F238E27FC236}">
                <ns2:creationId id="{665FE50D-88E2-4CFD-AD34-C7C4ECA784E0}"/>
              </a:ext>
            </a:extLst>
          </p:cNvPr>
          <p:cNvSpPr>
            <a:spLocks noGrp="1"/>
          </p:cNvSpPr>
          <p:nvPr/>
        </p:nvSpPr>
        <p:spPr>
          <a:xfrm>
            <a:off x="3810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群落甲：分布均匀</a:t>
            </a:r>
            <a:endParaRPr/>
          </a:p>
        </p:txBody>
      </p:sp>
      <p:sp>
        <p:nvSpPr>
          <p:cNvPr id="5" name="vector-236">
            <a:extLst>
              <a:ext uri="{FF2B5EF4-FFF2-40B4-BE49-F238E27FC236}">
                <ns2:creationId id="{92E52B5E-2452-4F0C-B578-4AA5587BE454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" name="icon-leaf-237">
            <a:extLst>
              <a:ext uri="{FF2B5EF4-FFF2-40B4-BE49-F238E27FC236}">
                <ns2:creationId id="{55579A21-DF2E-479B-AF61-AB8EFE147DB0}"/>
              </a:ext>
            </a:extLst>
          </p:cNvPr>
          <p:cNvSpPr>
            <a:spLocks noGrp="1"/>
          </p:cNvSpPr>
          <p:nvPr/>
        </p:nvSpPr>
        <p:spPr>
          <a:xfrm>
            <a:off x="7044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7" name="icon-leaf-238">
            <a:extLst>
              <a:ext uri="{FF2B5EF4-FFF2-40B4-BE49-F238E27FC236}">
                <ns2:creationId id="{C9224FE2-D3B0-4B71-9464-1A539A8078F0}"/>
              </a:ext>
            </a:extLst>
          </p:cNvPr>
          <p:cNvSpPr>
            <a:spLocks noGrp="1"/>
          </p:cNvSpPr>
          <p:nvPr/>
        </p:nvSpPr>
        <p:spPr>
          <a:xfrm>
            <a:off x="8431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8" name="vector-239">
            <a:extLst>
              <a:ext uri="{FF2B5EF4-FFF2-40B4-BE49-F238E27FC236}">
                <ns2:creationId id="{8C23AD95-DF98-4C26-B6D6-E3486BC9EBE7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9" name="vector-240">
            <a:extLst>
              <a:ext uri="{FF2B5EF4-FFF2-40B4-BE49-F238E27FC236}">
                <ns2:creationId id="{D65C9264-087E-49A9-861C-15F4AB1F9C6A}"/>
              </a:ext>
            </a:extLst>
          </p:cNvPr>
          <p:cNvSpPr>
            <a:spLocks noGrp="1"/>
          </p:cNvSpPr>
          <p:nvPr/>
        </p:nvSpPr>
        <p:spPr>
          <a:xfrm>
            <a:off x="5905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0" name="text-241">
            <a:extLst>
              <a:ext uri="{FF2B5EF4-FFF2-40B4-BE49-F238E27FC236}">
                <ns2:creationId id="{9A666BE7-7468-40B8-BA27-243E6E541C5F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11" name="vector-242">
            <a:extLst>
              <a:ext uri="{FF2B5EF4-FFF2-40B4-BE49-F238E27FC236}">
                <ns2:creationId id="{015F0543-7B45-4BF1-94B7-1A1E058983C3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2" name="icon-leaf-243">
            <a:extLst>
              <a:ext uri="{FF2B5EF4-FFF2-40B4-BE49-F238E27FC236}">
                <ns2:creationId id="{20788740-3B23-4A38-BAA1-D2B62E9057B2}"/>
              </a:ext>
            </a:extLst>
          </p:cNvPr>
          <p:cNvSpPr>
            <a:spLocks noGrp="1"/>
          </p:cNvSpPr>
          <p:nvPr/>
        </p:nvSpPr>
        <p:spPr>
          <a:xfrm>
            <a:off x="19427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13" name="icon-leaf-244">
            <a:extLst>
              <a:ext uri="{FF2B5EF4-FFF2-40B4-BE49-F238E27FC236}">
                <ns2:creationId id="{9C348B4E-9021-4E45-B435-A0E2F334A724}"/>
              </a:ext>
            </a:extLst>
          </p:cNvPr>
          <p:cNvSpPr>
            <a:spLocks noGrp="1"/>
          </p:cNvSpPr>
          <p:nvPr/>
        </p:nvSpPr>
        <p:spPr>
          <a:xfrm>
            <a:off x="20814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14" name="vector-245">
            <a:extLst>
              <a:ext uri="{FF2B5EF4-FFF2-40B4-BE49-F238E27FC236}">
                <ns2:creationId id="{E27DA151-3CD5-4BC4-9A68-EA15D2B87309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5" name="vector-246">
            <a:extLst>
              <a:ext uri="{FF2B5EF4-FFF2-40B4-BE49-F238E27FC236}">
                <ns2:creationId id="{9AD9E9C6-9F66-4EBB-BA5C-9922A9E469E4}"/>
              </a:ext>
            </a:extLst>
          </p:cNvPr>
          <p:cNvSpPr>
            <a:spLocks noGrp="1"/>
          </p:cNvSpPr>
          <p:nvPr/>
        </p:nvSpPr>
        <p:spPr>
          <a:xfrm>
            <a:off x="18288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6" name="text-247">
            <a:extLst>
              <a:ext uri="{FF2B5EF4-FFF2-40B4-BE49-F238E27FC236}">
                <ns2:creationId id="{93568EED-6B3A-410F-8E65-CE6EF0688068}"/>
              </a:ext>
            </a:extLst>
          </p:cNvPr>
          <p:cNvSpPr>
            <a:spLocks noGrp="1"/>
          </p:cNvSpPr>
          <p:nvPr/>
        </p:nvSpPr>
        <p:spPr>
          <a:xfrm>
            <a:off x="16383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17" name="vector-248">
            <a:extLst>
              <a:ext uri="{FF2B5EF4-FFF2-40B4-BE49-F238E27FC236}">
                <ns2:creationId id="{C8ADB4AC-138E-4F86-9913-2AEC7DA429C7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18" name="icon-leaf-249">
            <a:extLst>
              <a:ext uri="{FF2B5EF4-FFF2-40B4-BE49-F238E27FC236}">
                <ns2:creationId id="{ACE5F6A5-0D77-4C72-9DC7-960F7418EFAB}"/>
              </a:ext>
            </a:extLst>
          </p:cNvPr>
          <p:cNvSpPr>
            <a:spLocks noGrp="1"/>
          </p:cNvSpPr>
          <p:nvPr/>
        </p:nvSpPr>
        <p:spPr>
          <a:xfrm>
            <a:off x="318096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19" name="icon-leaf-250">
            <a:extLst>
              <a:ext uri="{FF2B5EF4-FFF2-40B4-BE49-F238E27FC236}">
                <ns2:creationId id="{89058A91-7359-41B7-B77F-1D67EA798F21}"/>
              </a:ext>
            </a:extLst>
          </p:cNvPr>
          <p:cNvSpPr>
            <a:spLocks noGrp="1"/>
          </p:cNvSpPr>
          <p:nvPr/>
        </p:nvSpPr>
        <p:spPr>
          <a:xfrm>
            <a:off x="331965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20" name="vector-251">
            <a:extLst>
              <a:ext uri="{FF2B5EF4-FFF2-40B4-BE49-F238E27FC236}">
                <ns2:creationId id="{D7725F44-A286-48BE-B4B4-B9F682E79419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1" name="vector-252">
            <a:extLst>
              <a:ext uri="{FF2B5EF4-FFF2-40B4-BE49-F238E27FC236}">
                <ns2:creationId id="{F5D8A2BF-5ABE-41F7-B1A2-5981D549E512}"/>
              </a:ext>
            </a:extLst>
          </p:cNvPr>
          <p:cNvSpPr>
            <a:spLocks noGrp="1"/>
          </p:cNvSpPr>
          <p:nvPr/>
        </p:nvSpPr>
        <p:spPr>
          <a:xfrm>
            <a:off x="30670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2" name="text-253">
            <a:extLst>
              <a:ext uri="{FF2B5EF4-FFF2-40B4-BE49-F238E27FC236}">
                <ns2:creationId id="{1E87EEB7-F139-434E-BB4C-50B878681D0D}"/>
              </a:ext>
            </a:extLst>
          </p:cNvPr>
          <p:cNvSpPr>
            <a:spLocks noGrp="1"/>
          </p:cNvSpPr>
          <p:nvPr/>
        </p:nvSpPr>
        <p:spPr>
          <a:xfrm>
            <a:off x="28765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23" name="vector-254">
            <a:extLst>
              <a:ext uri="{FF2B5EF4-FFF2-40B4-BE49-F238E27FC236}">
                <ns2:creationId id="{5F46F337-D5B7-430E-863D-3BB688F8FD07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4" name="icon-leaf-255">
            <a:extLst>
              <a:ext uri="{FF2B5EF4-FFF2-40B4-BE49-F238E27FC236}">
                <ns2:creationId id="{CC06FDAE-EAAD-4E86-95B0-6C5133B0AFDB}"/>
              </a:ext>
            </a:extLst>
          </p:cNvPr>
          <p:cNvSpPr>
            <a:spLocks noGrp="1"/>
          </p:cNvSpPr>
          <p:nvPr/>
        </p:nvSpPr>
        <p:spPr>
          <a:xfrm>
            <a:off x="4419219" y="1649349"/>
            <a:ext cx="133731" cy="222885"/>
          </a:xfrm>
          <a:prstGeom prst="ellipse">
            <a:avLst/>
          </a:prstGeom>
          <a:solidFill>
            <a:srgbClr val="68819C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25" name="icon-leaf-256">
            <a:extLst>
              <a:ext uri="{FF2B5EF4-FFF2-40B4-BE49-F238E27FC236}">
                <ns2:creationId id="{24E2500F-48D5-413B-81CE-C1CFA6338433}"/>
              </a:ext>
            </a:extLst>
          </p:cNvPr>
          <p:cNvSpPr>
            <a:spLocks noGrp="1"/>
          </p:cNvSpPr>
          <p:nvPr/>
        </p:nvSpPr>
        <p:spPr>
          <a:xfrm>
            <a:off x="4557903" y="1758315"/>
            <a:ext cx="148590" cy="222885"/>
          </a:xfrm>
          <a:prstGeom prst="ellipse">
            <a:avLst/>
          </a:prstGeom>
          <a:solidFill>
            <a:srgbClr val="9EAEB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26" name="vector-257">
            <a:extLst>
              <a:ext uri="{FF2B5EF4-FFF2-40B4-BE49-F238E27FC236}">
                <ns2:creationId id="{447F4A37-4B45-4A6D-8387-683A1378DCD2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7" name="vector-258">
            <a:extLst>
              <a:ext uri="{FF2B5EF4-FFF2-40B4-BE49-F238E27FC236}">
                <ns2:creationId id="{23A46339-BEAE-4E75-A789-09B044E699A1}"/>
              </a:ext>
            </a:extLst>
          </p:cNvPr>
          <p:cNvSpPr>
            <a:spLocks noGrp="1"/>
          </p:cNvSpPr>
          <p:nvPr/>
        </p:nvSpPr>
        <p:spPr>
          <a:xfrm>
            <a:off x="43053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28" name="text-259">
            <a:extLst>
              <a:ext uri="{FF2B5EF4-FFF2-40B4-BE49-F238E27FC236}">
                <ns2:creationId id="{AC8B7D55-64F9-491D-B623-7D01D3547201}"/>
              </a:ext>
            </a:extLst>
          </p:cNvPr>
          <p:cNvSpPr>
            <a:spLocks noGrp="1"/>
          </p:cNvSpPr>
          <p:nvPr/>
        </p:nvSpPr>
        <p:spPr>
          <a:xfrm>
            <a:off x="41148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29" name="Chart">
            <a:extLst>
              <a:ext uri="{FF2B5EF4-FFF2-40B4-BE49-F238E27FC236}">
                <ns2:creationId id="{8412622D-13A6-4B72-892C-8B55AF70CBDC}"/>
              </a:ext>
            </a:extLst>
          </p:cNvPr>
          <p:cNvGraphicFramePr/>
          <p:nvPr/>
        </p:nvGraphicFramePr>
        <p:xfrm>
          <a:off x="228600" y="2562225"/>
          <a:ext cx="5143500" cy="2057400"/>
        </p:xfrm>
        <a:graphic>
          <a:graphicData uri="http://schemas.openxmlformats.org/drawingml/2006/chart">
            <c:chart r:id="R9e4b51eb44254abd"/>
          </a:graphicData>
        </a:graphic>
      </p:graphicFrame>
      <p:sp>
        <p:nvSpPr>
          <p:cNvPr id="30" name="shape-260">
            <a:extLst>
              <a:ext uri="{FF2B5EF4-FFF2-40B4-BE49-F238E27FC236}">
                <ns2:creationId id="{0D4093EE-FF37-41DF-9493-C791FCB0866C}"/>
              </a:ext>
            </a:extLst>
          </p:cNvPr>
          <p:cNvSpPr>
            <a:spLocks noGrp="1"/>
          </p:cNvSpPr>
          <p:nvPr/>
        </p:nvSpPr>
        <p:spPr>
          <a:xfrm>
            <a:off x="6819900" y="1057275"/>
            <a:ext cx="5143500" cy="361950"/>
          </a:xfrm>
          <a:prstGeom prst="rect">
            <a:avLst/>
          </a:prstGeom>
          <a:solidFill>
            <a:srgbClr val="8C84AE"/>
          </a:solidFill>
          <a:ln w="0">
            <a:noFill/>
            <a:prstDash val="solid"/>
          </a:ln>
        </p:spPr>
      </p:sp>
      <p:sp>
        <p:nvSpPr>
          <p:cNvPr id="31" name="text-261">
            <a:extLst>
              <a:ext uri="{FF2B5EF4-FFF2-40B4-BE49-F238E27FC236}">
                <ns2:creationId id="{513E1336-EED5-46EA-AA6E-A488A2973463}"/>
              </a:ext>
            </a:extLst>
          </p:cNvPr>
          <p:cNvSpPr>
            <a:spLocks noGrp="1"/>
          </p:cNvSpPr>
          <p:nvPr/>
        </p:nvSpPr>
        <p:spPr>
          <a:xfrm>
            <a:off x="6972300" y="1085850"/>
            <a:ext cx="4838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群落乙：优势集中</a:t>
            </a:r>
            <a:endParaRPr/>
          </a:p>
        </p:txBody>
      </p:sp>
      <p:sp>
        <p:nvSpPr>
          <p:cNvPr id="32" name="vector-262">
            <a:extLst>
              <a:ext uri="{FF2B5EF4-FFF2-40B4-BE49-F238E27FC236}">
                <ns2:creationId id="{48B06596-909C-4E98-9154-6DD40BF1049B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3" name="icon-leaf-263">
            <a:extLst>
              <a:ext uri="{FF2B5EF4-FFF2-40B4-BE49-F238E27FC236}">
                <ns2:creationId id="{9885D9A8-E789-49FD-8B6F-27AE0B8C8867}"/>
              </a:ext>
            </a:extLst>
          </p:cNvPr>
          <p:cNvSpPr>
            <a:spLocks noGrp="1"/>
          </p:cNvSpPr>
          <p:nvPr/>
        </p:nvSpPr>
        <p:spPr>
          <a:xfrm>
            <a:off x="72957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34" name="icon-leaf-264">
            <a:extLst>
              <a:ext uri="{FF2B5EF4-FFF2-40B4-BE49-F238E27FC236}">
                <ns2:creationId id="{90DF56A0-2CA8-4C35-805C-944A49DFB98C}"/>
              </a:ext>
            </a:extLst>
          </p:cNvPr>
          <p:cNvSpPr>
            <a:spLocks noGrp="1"/>
          </p:cNvSpPr>
          <p:nvPr/>
        </p:nvSpPr>
        <p:spPr>
          <a:xfrm>
            <a:off x="74344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35" name="vector-265">
            <a:extLst>
              <a:ext uri="{FF2B5EF4-FFF2-40B4-BE49-F238E27FC236}">
                <ns2:creationId id="{91CE3637-EBAF-474F-8449-974B78E11C68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6" name="vector-266">
            <a:extLst>
              <a:ext uri="{FF2B5EF4-FFF2-40B4-BE49-F238E27FC236}">
                <ns2:creationId id="{4EC99130-524E-4E73-A224-872FA7AC65FA}"/>
              </a:ext>
            </a:extLst>
          </p:cNvPr>
          <p:cNvSpPr>
            <a:spLocks noGrp="1"/>
          </p:cNvSpPr>
          <p:nvPr/>
        </p:nvSpPr>
        <p:spPr>
          <a:xfrm>
            <a:off x="71818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7" name="text-267">
            <a:extLst>
              <a:ext uri="{FF2B5EF4-FFF2-40B4-BE49-F238E27FC236}">
                <ns2:creationId id="{6143FB1E-23D4-41E2-A0D2-563837B5D664}"/>
              </a:ext>
            </a:extLst>
          </p:cNvPr>
          <p:cNvSpPr>
            <a:spLocks noGrp="1"/>
          </p:cNvSpPr>
          <p:nvPr/>
        </p:nvSpPr>
        <p:spPr>
          <a:xfrm>
            <a:off x="69913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物种1</a:t>
            </a:r>
            <a:endParaRPr/>
          </a:p>
        </p:txBody>
      </p:sp>
      <p:sp>
        <p:nvSpPr>
          <p:cNvPr id="38" name="vector-268">
            <a:extLst>
              <a:ext uri="{FF2B5EF4-FFF2-40B4-BE49-F238E27FC236}">
                <ns2:creationId id="{175F2ADF-4C2A-463D-B934-65E5273C0C96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39" name="icon-leaf-269">
            <a:extLst>
              <a:ext uri="{FF2B5EF4-FFF2-40B4-BE49-F238E27FC236}">
                <ns2:creationId id="{C5270281-35BB-4D59-8608-EE183B4B4E52}"/>
              </a:ext>
            </a:extLst>
          </p:cNvPr>
          <p:cNvSpPr>
            <a:spLocks noGrp="1"/>
          </p:cNvSpPr>
          <p:nvPr/>
        </p:nvSpPr>
        <p:spPr>
          <a:xfrm>
            <a:off x="85340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0" name="icon-leaf-270">
            <a:extLst>
              <a:ext uri="{FF2B5EF4-FFF2-40B4-BE49-F238E27FC236}">
                <ns2:creationId id="{24638BD8-E2A1-41AD-8A91-605B039555C6}"/>
              </a:ext>
            </a:extLst>
          </p:cNvPr>
          <p:cNvSpPr>
            <a:spLocks noGrp="1"/>
          </p:cNvSpPr>
          <p:nvPr/>
        </p:nvSpPr>
        <p:spPr>
          <a:xfrm>
            <a:off x="86727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1" name="vector-271">
            <a:extLst>
              <a:ext uri="{FF2B5EF4-FFF2-40B4-BE49-F238E27FC236}">
                <ns2:creationId id="{04490D10-45F0-487D-ACC4-CC89E6E92569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2" name="vector-272">
            <a:extLst>
              <a:ext uri="{FF2B5EF4-FFF2-40B4-BE49-F238E27FC236}">
                <ns2:creationId id="{882DE27E-4571-4414-A2DB-37B02262872B}"/>
              </a:ext>
            </a:extLst>
          </p:cNvPr>
          <p:cNvSpPr>
            <a:spLocks noGrp="1"/>
          </p:cNvSpPr>
          <p:nvPr/>
        </p:nvSpPr>
        <p:spPr>
          <a:xfrm>
            <a:off x="84201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3" name="text-273">
            <a:extLst>
              <a:ext uri="{FF2B5EF4-FFF2-40B4-BE49-F238E27FC236}">
                <ns2:creationId id="{34A69772-C71A-4A1C-8DB8-95FC3A88991D}"/>
              </a:ext>
            </a:extLst>
          </p:cNvPr>
          <p:cNvSpPr>
            <a:spLocks noGrp="1"/>
          </p:cNvSpPr>
          <p:nvPr/>
        </p:nvSpPr>
        <p:spPr>
          <a:xfrm>
            <a:off x="82296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物种2</a:t>
            </a:r>
            <a:endParaRPr/>
          </a:p>
        </p:txBody>
      </p:sp>
      <p:sp>
        <p:nvSpPr>
          <p:cNvPr id="44" name="vector-274">
            <a:extLst>
              <a:ext uri="{FF2B5EF4-FFF2-40B4-BE49-F238E27FC236}">
                <ns2:creationId id="{F34AA204-D8AA-47F7-BA54-494459AC2B2A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5" name="icon-leaf-275">
            <a:extLst>
              <a:ext uri="{FF2B5EF4-FFF2-40B4-BE49-F238E27FC236}">
                <ns2:creationId id="{424CDD83-6B3A-4801-9358-FF6C741577B4}"/>
              </a:ext>
            </a:extLst>
          </p:cNvPr>
          <p:cNvSpPr>
            <a:spLocks noGrp="1"/>
          </p:cNvSpPr>
          <p:nvPr/>
        </p:nvSpPr>
        <p:spPr>
          <a:xfrm>
            <a:off x="977226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6" name="icon-leaf-276">
            <a:extLst>
              <a:ext uri="{FF2B5EF4-FFF2-40B4-BE49-F238E27FC236}">
                <ns2:creationId id="{3770F25D-819F-46B9-806F-EF23BCEE9BDA}"/>
              </a:ext>
            </a:extLst>
          </p:cNvPr>
          <p:cNvSpPr>
            <a:spLocks noGrp="1"/>
          </p:cNvSpPr>
          <p:nvPr/>
        </p:nvSpPr>
        <p:spPr>
          <a:xfrm>
            <a:off x="991095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47" name="vector-277">
            <a:extLst>
              <a:ext uri="{FF2B5EF4-FFF2-40B4-BE49-F238E27FC236}">
                <ns2:creationId id="{8BD546CE-2C43-4D44-9515-7B6C197F636C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8" name="vector-278">
            <a:extLst>
              <a:ext uri="{FF2B5EF4-FFF2-40B4-BE49-F238E27FC236}">
                <ns2:creationId id="{27F250BB-89C8-4F51-85CF-1E4848BF6270}"/>
              </a:ext>
            </a:extLst>
          </p:cNvPr>
          <p:cNvSpPr>
            <a:spLocks noGrp="1"/>
          </p:cNvSpPr>
          <p:nvPr/>
        </p:nvSpPr>
        <p:spPr>
          <a:xfrm>
            <a:off x="965835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49" name="text-279">
            <a:extLst>
              <a:ext uri="{FF2B5EF4-FFF2-40B4-BE49-F238E27FC236}">
                <ns2:creationId id="{62CD2AF9-4029-4813-855C-33AED2DDA59C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物种3</a:t>
            </a:r>
            <a:endParaRPr/>
          </a:p>
        </p:txBody>
      </p:sp>
      <p:sp>
        <p:nvSpPr>
          <p:cNvPr id="50" name="vector-280">
            <a:extLst>
              <a:ext uri="{FF2B5EF4-FFF2-40B4-BE49-F238E27FC236}">
                <ns2:creationId id="{74D884F0-F266-4DC4-B130-4696D3437706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51" name="icon-leaf-281">
            <a:extLst>
              <a:ext uri="{FF2B5EF4-FFF2-40B4-BE49-F238E27FC236}">
                <ns2:creationId id="{B33A5734-DB7D-4781-B398-93181F8DEA3B}"/>
              </a:ext>
            </a:extLst>
          </p:cNvPr>
          <p:cNvSpPr>
            <a:spLocks noGrp="1"/>
          </p:cNvSpPr>
          <p:nvPr/>
        </p:nvSpPr>
        <p:spPr>
          <a:xfrm>
            <a:off x="11010519" y="1649349"/>
            <a:ext cx="133731" cy="222885"/>
          </a:xfrm>
          <a:prstGeom prst="ellipse">
            <a:avLst/>
          </a:prstGeom>
          <a:solidFill>
            <a:srgbClr val="A3B6C8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52" name="icon-leaf-282">
            <a:extLst>
              <a:ext uri="{FF2B5EF4-FFF2-40B4-BE49-F238E27FC236}">
                <ns2:creationId id="{A14EF601-4D99-4FC9-BBFE-C3672C801611}"/>
              </a:ext>
            </a:extLst>
          </p:cNvPr>
          <p:cNvSpPr>
            <a:spLocks noGrp="1"/>
          </p:cNvSpPr>
          <p:nvPr/>
        </p:nvSpPr>
        <p:spPr>
          <a:xfrm>
            <a:off x="11149203" y="1758315"/>
            <a:ext cx="148590" cy="222885"/>
          </a:xfrm>
          <a:prstGeom prst="ellipse">
            <a:avLst/>
          </a:prstGeom>
          <a:solidFill>
            <a:srgbClr val="C3D0DB"/>
          </a:solidFill>
          <a:ln w="15478">
            <a:solidFill>
              <a:srgbClr val="8C84AE"/>
            </a:solidFill>
            <a:prstDash val="solid"/>
          </a:ln>
        </p:spPr>
      </p:sp>
      <p:sp>
        <p:nvSpPr>
          <p:cNvPr id="53" name="vector-283">
            <a:extLst>
              <a:ext uri="{FF2B5EF4-FFF2-40B4-BE49-F238E27FC236}">
                <ns2:creationId id="{B07E5762-1F7F-4515-AD0D-49F2CFC97B30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54" name="vector-284">
            <a:extLst>
              <a:ext uri="{FF2B5EF4-FFF2-40B4-BE49-F238E27FC236}">
                <ns2:creationId id="{3B2487C8-D0B8-49C1-8394-AECB299A97BC}"/>
              </a:ext>
            </a:extLst>
          </p:cNvPr>
          <p:cNvSpPr>
            <a:spLocks noGrp="1"/>
          </p:cNvSpPr>
          <p:nvPr/>
        </p:nvSpPr>
        <p:spPr>
          <a:xfrm>
            <a:off x="10896600" y="1609725"/>
            <a:ext cx="495300" cy="495300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6510">
            <a:solidFill>
              <a:srgbClr val="8C84AE"/>
            </a:solidFill>
            <a:prstDash val="solid"/>
          </a:ln>
        </p:spPr>
      </p:sp>
      <p:sp>
        <p:nvSpPr>
          <p:cNvPr id="55" name="text-285">
            <a:extLst>
              <a:ext uri="{FF2B5EF4-FFF2-40B4-BE49-F238E27FC236}">
                <ns2:creationId id="{31687D60-66B4-407B-82B7-90C3101077C0}"/>
              </a:ext>
            </a:extLst>
          </p:cNvPr>
          <p:cNvSpPr>
            <a:spLocks noGrp="1"/>
          </p:cNvSpPr>
          <p:nvPr/>
        </p:nvSpPr>
        <p:spPr>
          <a:xfrm>
            <a:off x="10706100" y="2152650"/>
            <a:ext cx="876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物种4</a:t>
            </a:r>
            <a:endParaRPr/>
          </a:p>
        </p:txBody>
      </p:sp>
      <p:graphicFrame>
        <p:nvGraphicFramePr>
          <p:cNvPr id="56" name="Chart">
            <a:extLst>
              <a:ext uri="{FF2B5EF4-FFF2-40B4-BE49-F238E27FC236}">
                <ns2:creationId id="{B7453D96-8A4F-49F6-B89B-00B4AD239145}"/>
              </a:ext>
            </a:extLst>
          </p:cNvPr>
          <p:cNvGraphicFramePr/>
          <p:nvPr/>
        </p:nvGraphicFramePr>
        <p:xfrm>
          <a:off x="6819900" y="2562225"/>
          <a:ext cx="5143500" cy="2057400"/>
        </p:xfrm>
        <a:graphic>
          <a:graphicData uri="http://schemas.openxmlformats.org/drawingml/2006/chart">
            <c:chart r:id="Rc49d4862ef9e4b9a"/>
          </a:graphicData>
        </a:graphic>
      </p:graphicFrame>
      <p:sp>
        <p:nvSpPr>
          <p:cNvPr id="57" name="icon-camera-286">
            <a:extLst>
              <a:ext uri="{FF2B5EF4-FFF2-40B4-BE49-F238E27FC236}">
                <ns2:creationId id="{4104C54E-A22D-429F-8341-10E9FAFE7184}"/>
              </a:ext>
            </a:extLst>
          </p:cNvPr>
          <p:cNvSpPr>
            <a:spLocks noGrp="1"/>
          </p:cNvSpPr>
          <p:nvPr/>
        </p:nvSpPr>
        <p:spPr>
          <a:xfrm>
            <a:off x="5759196" y="1685544"/>
            <a:ext cx="425958" cy="302133"/>
          </a:xfrm>
          <a:prstGeom prst="roundRect">
            <a:avLst>
              <a:gd name="adj" fmla="val 25221"/>
            </a:avLst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58" name="icon-camera-287">
            <a:extLst>
              <a:ext uri="{FF2B5EF4-FFF2-40B4-BE49-F238E27FC236}">
                <ns2:creationId id="{7D1DFCC3-B728-4DFB-B4F6-8FA2A680759E}"/>
              </a:ext>
            </a:extLst>
          </p:cNvPr>
          <p:cNvSpPr>
            <a:spLocks noGrp="1"/>
          </p:cNvSpPr>
          <p:nvPr/>
        </p:nvSpPr>
        <p:spPr>
          <a:xfrm>
            <a:off x="5887974" y="1621155"/>
            <a:ext cx="163449" cy="84201"/>
          </a:xfrm>
          <a:prstGeom prst="roundRect">
            <a:avLst>
              <a:gd name="adj" fmla="val 50000"/>
            </a:avLst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59" name="icon-camera-288">
            <a:extLst>
              <a:ext uri="{FF2B5EF4-FFF2-40B4-BE49-F238E27FC236}">
                <ns2:creationId id="{5241C9F8-CBD5-4CE4-97CE-F4167AE37104}"/>
              </a:ext>
            </a:extLst>
          </p:cNvPr>
          <p:cNvSpPr>
            <a:spLocks noGrp="1"/>
          </p:cNvSpPr>
          <p:nvPr/>
        </p:nvSpPr>
        <p:spPr>
          <a:xfrm>
            <a:off x="5883021" y="1749933"/>
            <a:ext cx="178308" cy="178308"/>
          </a:xfrm>
          <a:prstGeom prst="ellipse">
            <a:avLst/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60" name="icon-camera-289">
            <a:extLst>
              <a:ext uri="{FF2B5EF4-FFF2-40B4-BE49-F238E27FC236}">
                <ns2:creationId id="{CB537AA3-3379-426E-AC79-0B8C0A3B10FF}"/>
              </a:ext>
            </a:extLst>
          </p:cNvPr>
          <p:cNvSpPr>
            <a:spLocks noGrp="1"/>
          </p:cNvSpPr>
          <p:nvPr/>
        </p:nvSpPr>
        <p:spPr>
          <a:xfrm>
            <a:off x="6091047" y="1725168"/>
            <a:ext cx="39624" cy="39624"/>
          </a:xfrm>
          <a:prstGeom prst="ellipse">
            <a:avLst/>
          </a:prstGeom>
          <a:solidFill>
            <a:srgbClr val="3F2F7A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61" name="text-290">
            <a:extLst>
              <a:ext uri="{FF2B5EF4-FFF2-40B4-BE49-F238E27FC236}">
                <ns2:creationId id="{8D1101A6-A177-432F-BED5-27E1C932EEB1}"/>
              </a:ext>
            </a:extLst>
          </p:cNvPr>
          <p:cNvSpPr>
            <a:spLocks noGrp="1"/>
          </p:cNvSpPr>
          <p:nvPr/>
        </p:nvSpPr>
        <p:spPr>
          <a:xfrm>
            <a:off x="5400675" y="211455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物种组成</a:t>
            </a:r>
          </a:p>
        </p:txBody>
      </p:sp>
      <p:sp>
        <p:nvSpPr>
          <p:cNvPr id="62" name="icon-database-291">
            <a:extLst>
              <a:ext uri="{FF2B5EF4-FFF2-40B4-BE49-F238E27FC236}">
                <ns2:creationId id="{F6591B48-EC29-4C56-B2C4-3990A1387842}"/>
              </a:ext>
            </a:extLst>
          </p:cNvPr>
          <p:cNvSpPr>
            <a:spLocks noGrp="1"/>
          </p:cNvSpPr>
          <p:nvPr/>
        </p:nvSpPr>
        <p:spPr>
          <a:xfrm>
            <a:off x="5803773" y="2684907"/>
            <a:ext cx="336804" cy="312039"/>
          </a:xfrm>
          <a:prstGeom prst="can">
            <a:avLst/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63" name="vector-292">
            <a:extLst>
              <a:ext uri="{FF2B5EF4-FFF2-40B4-BE49-F238E27FC236}">
                <ns2:creationId id="{26ADC2B6-A1FE-44F2-8C1B-F626368BF5CD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428625"/>
                </a:moveTo>
                <a:lnTo>
                  <a:pt x="790575" y="4286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4" name="vector-293">
            <a:extLst>
              <a:ext uri="{FF2B5EF4-FFF2-40B4-BE49-F238E27FC236}">
                <ns2:creationId id="{AB75D830-F880-4BC3-A99C-03A73575E0EB}"/>
              </a:ext>
            </a:extLst>
          </p:cNvPr>
          <p:cNvSpPr>
            <a:spLocks noGrp="1"/>
          </p:cNvSpPr>
          <p:nvPr/>
        </p:nvSpPr>
        <p:spPr>
          <a:xfrm>
            <a:off x="5724525" y="2590800"/>
            <a:ext cx="495300" cy="495300"/>
          </a:xfrm>
          <a:custGeom>
            <a:pathLst>
              <a:path w="952500" h="952500">
                <a:moveTo>
                  <a:pt x="161925" y="600075"/>
                </a:moveTo>
                <a:lnTo>
                  <a:pt x="790575" y="60007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5" name="text-294">
            <a:extLst>
              <a:ext uri="{FF2B5EF4-FFF2-40B4-BE49-F238E27FC236}">
                <ns2:creationId id="{28F27275-773C-47E5-80F2-E4F27E714A2B}"/>
              </a:ext>
            </a:extLst>
          </p:cNvPr>
          <p:cNvSpPr>
            <a:spLocks noGrp="1"/>
          </p:cNvSpPr>
          <p:nvPr/>
        </p:nvSpPr>
        <p:spPr>
          <a:xfrm>
            <a:off x="5400675" y="3133725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计数分布</a:t>
            </a:r>
          </a:p>
        </p:txBody>
      </p:sp>
      <p:sp>
        <p:nvSpPr>
          <p:cNvPr id="66" name="icon-clipboard-295">
            <a:extLst>
              <a:ext uri="{FF2B5EF4-FFF2-40B4-BE49-F238E27FC236}">
                <ns2:creationId id="{FADEDF5C-212E-4479-8A33-1DF043CA09B2}"/>
              </a:ext>
            </a:extLst>
          </p:cNvPr>
          <p:cNvSpPr>
            <a:spLocks noGrp="1"/>
          </p:cNvSpPr>
          <p:nvPr/>
        </p:nvSpPr>
        <p:spPr>
          <a:xfrm>
            <a:off x="5813679" y="3669411"/>
            <a:ext cx="321945" cy="386334"/>
          </a:xfrm>
          <a:prstGeom prst="roundRect">
            <a:avLst>
              <a:gd name="adj" fmla="val 23669"/>
            </a:avLst>
          </a:prstGeom>
          <a:noFill/>
          <a:ln w="15478">
            <a:solidFill>
              <a:srgbClr val="3F2F7A"/>
            </a:solidFill>
            <a:prstDash val="solid"/>
          </a:ln>
        </p:spPr>
      </p:sp>
      <p:sp>
        <p:nvSpPr>
          <p:cNvPr id="67" name="icon-clipboard-296">
            <a:extLst>
              <a:ext uri="{FF2B5EF4-FFF2-40B4-BE49-F238E27FC236}">
                <ns2:creationId id="{8B59318B-C1DB-47D3-B12C-4C702B9CEB60}"/>
              </a:ext>
            </a:extLst>
          </p:cNvPr>
          <p:cNvSpPr>
            <a:spLocks noGrp="1"/>
          </p:cNvSpPr>
          <p:nvPr/>
        </p:nvSpPr>
        <p:spPr>
          <a:xfrm>
            <a:off x="5897880" y="3634740"/>
            <a:ext cx="148590" cy="74295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478">
            <a:solidFill>
              <a:srgbClr val="3F2F7A"/>
            </a:solidFill>
            <a:prstDash val="solid"/>
          </a:ln>
        </p:spPr>
      </p:sp>
      <p:sp>
        <p:nvSpPr>
          <p:cNvPr id="68" name="vector-297">
            <a:extLst>
              <a:ext uri="{FF2B5EF4-FFF2-40B4-BE49-F238E27FC236}">
                <ns2:creationId id="{DF9B2472-0A02-4F2F-B21C-6FA634D84C50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69" name="vector-298">
            <a:extLst>
              <a:ext uri="{FF2B5EF4-FFF2-40B4-BE49-F238E27FC236}">
                <ns2:creationId id="{E4E4355B-82FA-4108-A62A-F9DD1EEFDC1B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0" name="vector-299">
            <a:extLst>
              <a:ext uri="{FF2B5EF4-FFF2-40B4-BE49-F238E27FC236}">
                <ns2:creationId id="{CB4F7F53-0CD9-4034-B4FE-CF953E9BE3DD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1" name="vector-300">
            <a:extLst>
              <a:ext uri="{FF2B5EF4-FFF2-40B4-BE49-F238E27FC236}">
                <ns2:creationId id="{43E2265B-31A8-40E3-86C1-E7862EC61A4A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2" name="vector-301">
            <a:extLst>
              <a:ext uri="{FF2B5EF4-FFF2-40B4-BE49-F238E27FC236}">
                <ns2:creationId id="{D0B509F2-AC1B-4863-894E-3965F6915068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3" name="vector-302">
            <a:extLst>
              <a:ext uri="{FF2B5EF4-FFF2-40B4-BE49-F238E27FC236}">
                <ns2:creationId id="{0E52FDED-910D-4360-867E-D3C2A1404566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4" name="vector-303">
            <a:extLst>
              <a:ext uri="{FF2B5EF4-FFF2-40B4-BE49-F238E27FC236}">
                <ns2:creationId id="{0788A2DC-4C16-4AB0-B887-3C15AD1525D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5" name="vector-304">
            <a:extLst>
              <a:ext uri="{FF2B5EF4-FFF2-40B4-BE49-F238E27FC236}">
                <ns2:creationId id="{1FEE812D-0EE0-49DC-B5B9-B5913577AC93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6" name="vector-305">
            <a:extLst>
              <a:ext uri="{FF2B5EF4-FFF2-40B4-BE49-F238E27FC236}">
                <ns2:creationId id="{41F40E46-F22E-4CCC-B1D3-F733111CF831}"/>
              </a:ext>
            </a:extLst>
          </p:cNvPr>
          <p:cNvSpPr>
            <a:spLocks noGrp="1"/>
          </p:cNvSpPr>
          <p:nvPr/>
        </p:nvSpPr>
        <p:spPr>
          <a:xfrm>
            <a:off x="5724525" y="3609975"/>
            <a:ext cx="495300" cy="49530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6510">
            <a:solidFill>
              <a:srgbClr val="3F2F7A"/>
            </a:solidFill>
            <a:prstDash val="solid"/>
          </a:ln>
        </p:spPr>
      </p:sp>
      <p:sp>
        <p:nvSpPr>
          <p:cNvPr id="77" name="text-306">
            <a:extLst>
              <a:ext uri="{FF2B5EF4-FFF2-40B4-BE49-F238E27FC236}">
                <ns2:creationId id="{9E998112-ACA0-408A-8A5B-0F2E9784C689}"/>
              </a:ext>
            </a:extLst>
          </p:cNvPr>
          <p:cNvSpPr>
            <a:spLocks noGrp="1"/>
          </p:cNvSpPr>
          <p:nvPr/>
        </p:nvSpPr>
        <p:spPr>
          <a:xfrm>
            <a:off x="5400675" y="4152900"/>
            <a:ext cx="140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指标比较</a:t>
            </a:r>
          </a:p>
        </p:txBody>
      </p:sp>
      <p:graphicFrame>
        <p:nvGraphicFramePr>
          <p:cNvPr id="78" name="">
            <a:extLst>
              <a:ext uri="{FF2B5EF4-FFF2-40B4-BE49-F238E27FC236}">
                <ns2:creationId id="{2AB4F898-3313-4DA3-9A0B-A56B767ABDA5}"/>
              </a:ext>
            </a:extLst>
          </p:cNvPr>
          <p:cNvGraphicFramePr/>
          <p:nvPr/>
        </p:nvGraphicFramePr>
        <p:xfrm>
          <a:off x="228600" y="4667250"/>
          <a:ext cx="11734800" cy="11811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群落甲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指标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群落乙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物种数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4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个体总数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100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</a:tr>
              <a:tr h="295275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1.386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Shannon H′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350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0.940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9" name="text-307">
            <a:extLst>
              <a:ext uri="{FF2B5EF4-FFF2-40B4-BE49-F238E27FC236}">
                <ns2:creationId id="{FAE6F595-D49C-42BA-8E51-A21D553750E0}"/>
              </a:ext>
            </a:extLst>
          </p:cNvPr>
          <p:cNvSpPr>
            <a:spLocks noGrp="1"/>
          </p:cNvSpPr>
          <p:nvPr/>
        </p:nvSpPr>
        <p:spPr>
          <a:xfrm>
            <a:off x="228600" y="5915025"/>
            <a:ext cx="117348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defPPr>
            <a:lvl1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1pPr>
            <a:lvl2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2pPr>
            <a:lvl3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3pPr>
            <a:lvl4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4pPr>
            <a:lvl5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5pPr>
            <a:lvl6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6pPr>
            <a:lvl7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7pPr>
            <a:lvl8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8pPr>
            <a:lvl9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lvl9pPr>
          </a:lstStyle>
          <a:p>
            <a:pPr algn="ctr">
              <a:def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defRPr>
            </a:pPr>
            <a:r>
              <a:rPr sz="1725" b="0">
                <a:solidFill>
                  <a:srgbClr val="3F2F7A"/>
                </a:solidFill>
                <a:latin typeface="Noto Serif CJK SC"/>
                <a:ea typeface="Noto Serif CJK SC"/>
                <a:cs typeface="Noto Serif CJK SC"/>
              </a:rPr>
              <a:t>H′ = −Σ pᵢ ln(pᵢ)      pᵢ = nᵢ / N</a:t>
            </a:r>
            <a:endParaRPr/>
          </a:p>
        </p:txBody>
      </p:sp>
      <p:sp>
        <p:nvSpPr>
          <p:cNvPr id="80" name="shape-308">
            <a:extLst>
              <a:ext uri="{FF2B5EF4-FFF2-40B4-BE49-F238E27FC236}">
                <ns2:creationId id="{354A7AD2-6EAC-4BAF-BB90-A6F15F97D17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81" name="text-309">
            <a:extLst>
              <a:ext uri="{FF2B5EF4-FFF2-40B4-BE49-F238E27FC236}">
                <ns2:creationId id="{6F8780CB-75B7-4689-89A7-964F2FD3A82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解释重点：物种数相同，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均匀度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不同</a:t>
            </a:r>
            <a:endParaRPr/>
          </a:p>
        </p:txBody>
      </p:sp>
      <p:sp>
        <p:nvSpPr>
          <p:cNvPr id="82" name="text-310">
            <a:extLst>
              <a:ext uri="{FF2B5EF4-FFF2-40B4-BE49-F238E27FC236}">
                <ns2:creationId id="{AAC46294-E685-4A45-8BCA-440C3D2FDA2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83" name="text-311">
            <a:extLst>
              <a:ext uri="{FF2B5EF4-FFF2-40B4-BE49-F238E27FC236}">
                <ns2:creationId id="{CE7B4DED-8567-4B89-BCCD-717FB673D9B1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02</a:t>
            </a:r>
            <a:endParaRPr/>
          </a:p>
        </p:txBody>
      </p:sp>
    </p:spTree>
    <p:extLst>
      <p:ext uri="{BB962C8B-B14F-4D97-AF65-F5344CB8AC3E}">
        <ns5:creationId val="1596809342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31" name="text-668">
            <a:extLst>
              <a:ext uri="{FF2B5EF4-FFF2-40B4-BE49-F238E27FC236}">
                <ns2:creationId id="{6F93912D-739A-462A-ACF8-066C2D8DBB5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竞争解释｜生境面积还是空间隔离？</a:t>
            </a:r>
            <a:endParaRPr/>
          </a:p>
        </p:txBody>
      </p:sp>
      <p:sp>
        <p:nvSpPr>
          <p:cNvPr id="2" name="line-669">
            <a:extLst>
              <a:ext uri="{FF2B5EF4-FFF2-40B4-BE49-F238E27FC236}">
                <ns2:creationId id="{3BB5AD08-8DAA-4000-AA3E-43C8AE5FAF2F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panel-670">
            <a:extLst>
              <a:ext uri="{FF2B5EF4-FFF2-40B4-BE49-F238E27FC236}">
                <ns2:creationId id="{AA886134-F6EC-4850-ACB9-39ABFF6BBC90}"/>
              </a:ext>
            </a:extLst>
          </p:cNvPr>
          <p:cNvSpPr>
            <a:spLocks noGrp="1"/>
          </p:cNvSpPr>
          <p:nvPr/>
        </p:nvSpPr>
        <p:spPr>
          <a:xfrm>
            <a:off x="2286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" name="shape-671">
            <a:extLst>
              <a:ext uri="{FF2B5EF4-FFF2-40B4-BE49-F238E27FC236}">
                <ns2:creationId id="{BD8F2A86-4D03-48C8-97BA-6B3451E3337C}"/>
              </a:ext>
            </a:extLst>
          </p:cNvPr>
          <p:cNvSpPr>
            <a:spLocks noGrp="1"/>
          </p:cNvSpPr>
          <p:nvPr/>
        </p:nvSpPr>
        <p:spPr>
          <a:xfrm>
            <a:off x="2381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" name="text-672">
            <a:extLst>
              <a:ext uri="{FF2B5EF4-FFF2-40B4-BE49-F238E27FC236}">
                <ns2:creationId id="{B91519D1-8011-49D4-BCB5-1FC764D05B23}"/>
              </a:ext>
            </a:extLst>
          </p:cNvPr>
          <p:cNvSpPr>
            <a:spLocks noGrp="1"/>
          </p:cNvSpPr>
          <p:nvPr/>
        </p:nvSpPr>
        <p:spPr>
          <a:xfrm>
            <a:off x="3619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假说 A：生境面积效应</a:t>
            </a:r>
            <a:endParaRPr/>
          </a:p>
        </p:txBody>
      </p:sp>
      <p:sp>
        <p:nvSpPr>
          <p:cNvPr id="6" name="text-673">
            <a:extLst>
              <a:ext uri="{FF2B5EF4-FFF2-40B4-BE49-F238E27FC236}">
                <ns2:creationId id="{E4F44F3A-CB21-4047-BA04-614D5AF81C8A}"/>
              </a:ext>
            </a:extLst>
          </p:cNvPr>
          <p:cNvSpPr>
            <a:spLocks noGrp="1"/>
          </p:cNvSpPr>
          <p:nvPr/>
        </p:nvSpPr>
        <p:spPr>
          <a:xfrm>
            <a:off x="4000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固定隔离程度，比较生境面积变化对应的群落响应。</a:t>
            </a:r>
            <a:endParaRPr/>
          </a:p>
        </p:txBody>
      </p:sp>
      <p:pic>
        <p:nvPicPr>
          <p:cNvPr id="7" name="">
            <a:extLst>
              <a:ext uri="{FF2B5EF4-FFF2-40B4-BE49-F238E27FC236}">
                <ns2:creationId id="{9E465799-1BEA-48A1-B805-F24829FB5C3C}"/>
              </a:ext>
            </a:extLst>
          </p:cNvPr>
          <p:cNvPicPr>
            <a:picLocks noChangeAspect="1"/>
          </p:cNvPicPr>
          <p:nvPr/>
        </p:nvPicPr>
        <p:blipFill>
          <a:blip r:embed="R5f155ced3c494a39">
            <a:duotone>
              <a:srgbClr val="3F2F7A"/>
              <a:srgbClr val="FFFFFF"/>
            </a:duotone>
          </a:blip>
          <a:stretch/>
        </p:blipFill>
        <p:spPr>
          <a:xfrm>
            <a:off x="561975" y="2070100"/>
            <a:ext cx="1905000" cy="1270000"/>
          </a:xfrm>
          <a:prstGeom prst="rect">
            <a:avLst/>
          </a:prstGeom>
        </p:spPr>
      </p:pic>
      <p:sp>
        <p:nvSpPr>
          <p:cNvPr id="8" name="arrow-674">
            <a:extLst>
              <a:ext uri="{FF2B5EF4-FFF2-40B4-BE49-F238E27FC236}">
                <ns2:creationId id="{77859C15-A61E-470D-A5A1-1427150DA7DC}"/>
              </a:ext>
            </a:extLst>
          </p:cNvPr>
          <p:cNvSpPr>
            <a:spLocks noGrp="1"/>
          </p:cNvSpPr>
          <p:nvPr/>
        </p:nvSpPr>
        <p:spPr>
          <a:xfrm>
            <a:off x="2600325" y="2524125"/>
            <a:ext cx="742950" cy="209550"/>
          </a:xfrm>
          <a:prstGeom prst="rightArrow">
            <a:avLst/>
          </a:prstGeom>
          <a:solidFill>
            <a:srgbClr val="8C84AE"/>
          </a:solidFill>
          <a:ln w="0">
            <a:noFill/>
            <a:prstDash val="solid"/>
          </a:ln>
        </p:spPr>
      </p:sp>
      <p:pic>
        <p:nvPicPr>
          <p:cNvPr id="9" name="">
            <a:extLst>
              <a:ext uri="{FF2B5EF4-FFF2-40B4-BE49-F238E27FC236}">
                <ns2:creationId id="{C030EABC-75FF-4A53-B000-E0F053DE1897}"/>
              </a:ext>
            </a:extLst>
          </p:cNvPr>
          <p:cNvPicPr>
            <a:picLocks noChangeAspect="1"/>
          </p:cNvPicPr>
          <p:nvPr/>
        </p:nvPicPr>
        <p:blipFill>
          <a:blip r:embed="Ra3e27fc1ebcc433e">
            <a:duotone>
              <a:srgbClr val="3F2F7A"/>
              <a:srgbClr val="FFFFFF"/>
            </a:duotone>
          </a:blip>
          <a:stretch/>
        </p:blipFill>
        <p:spPr>
          <a:xfrm>
            <a:off x="3981450" y="2425700"/>
            <a:ext cx="1238250" cy="825500"/>
          </a:xfrm>
          <a:prstGeom prst="rect">
            <a:avLst/>
          </a:prstGeom>
        </p:spPr>
      </p:pic>
      <p:sp>
        <p:nvSpPr>
          <p:cNvPr id="10" name="text-675">
            <a:extLst>
              <a:ext uri="{FF2B5EF4-FFF2-40B4-BE49-F238E27FC236}">
                <ns2:creationId id="{7EFEFEB6-15BB-4123-912B-9BB765A1B1D7}"/>
              </a:ext>
            </a:extLst>
          </p:cNvPr>
          <p:cNvSpPr>
            <a:spLocks noGrp="1"/>
          </p:cNvSpPr>
          <p:nvPr/>
        </p:nvSpPr>
        <p:spPr>
          <a:xfrm>
            <a:off x="4191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大面积生境</a:t>
            </a:r>
            <a:endParaRPr/>
          </a:p>
        </p:txBody>
      </p:sp>
      <p:sp>
        <p:nvSpPr>
          <p:cNvPr id="11" name="text-676">
            <a:extLst>
              <a:ext uri="{FF2B5EF4-FFF2-40B4-BE49-F238E27FC236}">
                <ns2:creationId id="{5859349E-6FE1-4E8C-9CE8-1F34F50C4D25}"/>
              </a:ext>
            </a:extLst>
          </p:cNvPr>
          <p:cNvSpPr>
            <a:spLocks noGrp="1"/>
          </p:cNvSpPr>
          <p:nvPr/>
        </p:nvSpPr>
        <p:spPr>
          <a:xfrm>
            <a:off x="34575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小面积生境</a:t>
            </a:r>
            <a:endParaRPr/>
          </a:p>
        </p:txBody>
      </p:sp>
      <p:sp>
        <p:nvSpPr>
          <p:cNvPr id="12" name="text-677">
            <a:extLst>
              <a:ext uri="{FF2B5EF4-FFF2-40B4-BE49-F238E27FC236}">
                <ns2:creationId id="{C84A4020-E5EC-4CAC-BDA1-B76E7E0DE001}"/>
              </a:ext>
            </a:extLst>
          </p:cNvPr>
          <p:cNvSpPr>
            <a:spLocks noGrp="1"/>
          </p:cNvSpPr>
          <p:nvPr/>
        </p:nvSpPr>
        <p:spPr>
          <a:xfrm>
            <a:off x="4762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预测：丰富度随面积改变</a:t>
            </a:r>
            <a:endParaRPr/>
          </a:p>
        </p:txBody>
      </p:sp>
      <p:sp>
        <p:nvSpPr>
          <p:cNvPr id="13" name="panel-678">
            <a:extLst>
              <a:ext uri="{FF2B5EF4-FFF2-40B4-BE49-F238E27FC236}">
                <ns2:creationId id="{56510612-5B04-434A-8369-D58C3F6E0C36}"/>
              </a:ext>
            </a:extLst>
          </p:cNvPr>
          <p:cNvSpPr>
            <a:spLocks noGrp="1"/>
          </p:cNvSpPr>
          <p:nvPr/>
        </p:nvSpPr>
        <p:spPr>
          <a:xfrm>
            <a:off x="6172200" y="885825"/>
            <a:ext cx="5791200" cy="3800475"/>
          </a:xfrm>
          <a:prstGeom prst="roundRect">
            <a:avLst>
              <a:gd name="adj" fmla="val 2005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4" name="shape-679">
            <a:extLst>
              <a:ext uri="{FF2B5EF4-FFF2-40B4-BE49-F238E27FC236}">
                <ns2:creationId id="{6624AB24-92A6-4EAF-8312-68B81E0B7A03}"/>
              </a:ext>
            </a:extLst>
          </p:cNvPr>
          <p:cNvSpPr>
            <a:spLocks noGrp="1"/>
          </p:cNvSpPr>
          <p:nvPr/>
        </p:nvSpPr>
        <p:spPr>
          <a:xfrm>
            <a:off x="6181725" y="895350"/>
            <a:ext cx="5772150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5" name="text-680">
            <a:extLst>
              <a:ext uri="{FF2B5EF4-FFF2-40B4-BE49-F238E27FC236}">
                <ns2:creationId id="{7F5B0496-78B1-45A3-A4B8-C514E6B196D3}"/>
              </a:ext>
            </a:extLst>
          </p:cNvPr>
          <p:cNvSpPr>
            <a:spLocks noGrp="1"/>
          </p:cNvSpPr>
          <p:nvPr/>
        </p:nvSpPr>
        <p:spPr>
          <a:xfrm>
            <a:off x="6305550" y="952500"/>
            <a:ext cx="5524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假说 B：空间隔离效应</a:t>
            </a:r>
            <a:endParaRPr/>
          </a:p>
        </p:txBody>
      </p:sp>
      <p:sp>
        <p:nvSpPr>
          <p:cNvPr id="16" name="text-681">
            <a:extLst>
              <a:ext uri="{FF2B5EF4-FFF2-40B4-BE49-F238E27FC236}">
                <ns2:creationId id="{E7C987B3-ED09-4CE4-9C8C-98BEAACAA899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44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固定生境总面积，比较斑块分离后的扩散与组成变化。</a:t>
            </a:r>
            <a:endParaRPr/>
          </a:p>
        </p:txBody>
      </p:sp>
      <p:pic>
        <p:nvPicPr>
          <p:cNvPr id="17" name="">
            <a:extLst>
              <a:ext uri="{FF2B5EF4-FFF2-40B4-BE49-F238E27FC236}">
                <ns2:creationId id="{7F2352F4-1939-476F-8F67-6753F8DC4396}"/>
              </a:ext>
            </a:extLst>
          </p:cNvPr>
          <p:cNvPicPr>
            <a:picLocks noChangeAspect="1"/>
          </p:cNvPicPr>
          <p:nvPr/>
        </p:nvPicPr>
        <p:blipFill>
          <a:blip r:embed="Rdf017364ef2348d1">
            <a:duotone>
              <a:srgbClr val="3F2F7A"/>
              <a:srgbClr val="FFFFFF"/>
            </a:duotone>
          </a:blip>
          <a:stretch/>
        </p:blipFill>
        <p:spPr>
          <a:xfrm>
            <a:off x="6505575" y="2070100"/>
            <a:ext cx="1905000" cy="1270000"/>
          </a:xfrm>
          <a:prstGeom prst="rect">
            <a:avLst/>
          </a:prstGeom>
        </p:spPr>
      </p:pic>
      <p:sp>
        <p:nvSpPr>
          <p:cNvPr id="18" name="arrow-682">
            <a:extLst>
              <a:ext uri="{FF2B5EF4-FFF2-40B4-BE49-F238E27FC236}">
                <ns2:creationId id="{1059A1F6-6B48-480C-957D-B2D4FE4E85F8}"/>
              </a:ext>
            </a:extLst>
          </p:cNvPr>
          <p:cNvSpPr>
            <a:spLocks noGrp="1"/>
          </p:cNvSpPr>
          <p:nvPr/>
        </p:nvSpPr>
        <p:spPr>
          <a:xfrm>
            <a:off x="8543925" y="2524125"/>
            <a:ext cx="742950" cy="209550"/>
          </a:xfrm>
          <a:prstGeom prst="rightArrow">
            <a:avLst/>
          </a:prstGeom>
          <a:solidFill>
            <a:srgbClr val="8C84AE"/>
          </a:solidFill>
          <a:ln w="0">
            <a:noFill/>
            <a:prstDash val="solid"/>
          </a:ln>
        </p:spPr>
      </p:sp>
      <p:pic>
        <p:nvPicPr>
          <p:cNvPr id="19" name="">
            <a:extLst>
              <a:ext uri="{FF2B5EF4-FFF2-40B4-BE49-F238E27FC236}">
                <ns2:creationId id="{611FDD54-0A3F-4ECF-8566-9CBAB37863B4}"/>
              </a:ext>
            </a:extLst>
          </p:cNvPr>
          <p:cNvPicPr>
            <a:picLocks noChangeAspect="1"/>
          </p:cNvPicPr>
          <p:nvPr/>
        </p:nvPicPr>
        <p:blipFill>
          <a:blip r:embed="R32ff49c7cc97420d">
            <a:duotone>
              <a:srgbClr val="3F2F7A"/>
              <a:srgbClr val="FFFFFF"/>
            </a:duotone>
          </a:blip>
          <a:stretch/>
        </p:blipFill>
        <p:spPr>
          <a:xfrm>
            <a:off x="9639300" y="2047970"/>
            <a:ext cx="798671" cy="532448"/>
          </a:xfrm>
          <a:prstGeom prst="rect">
            <a:avLst/>
          </a:prstGeom>
        </p:spPr>
      </p:pic>
      <p:pic>
        <p:nvPicPr>
          <p:cNvPr id="20" name="">
            <a:extLst>
              <a:ext uri="{FF2B5EF4-FFF2-40B4-BE49-F238E27FC236}">
                <ns2:creationId id="{72943F9F-16A0-470B-8EEA-785C7238FB0F}"/>
              </a:ext>
            </a:extLst>
          </p:cNvPr>
          <p:cNvPicPr>
            <a:picLocks noChangeAspect="1"/>
          </p:cNvPicPr>
          <p:nvPr/>
        </p:nvPicPr>
        <p:blipFill>
          <a:blip r:embed="R172781c0c6724258">
            <a:duotone>
              <a:srgbClr val="3F2F7A"/>
              <a:srgbClr val="FFFFFF"/>
            </a:duotone>
          </a:blip>
          <a:stretch/>
        </p:blipFill>
        <p:spPr>
          <a:xfrm>
            <a:off x="10660856" y="2082260"/>
            <a:ext cx="798671" cy="532448"/>
          </a:xfrm>
          <a:prstGeom prst="rect">
            <a:avLst/>
          </a:prstGeom>
        </p:spPr>
      </p:pic>
      <p:pic>
        <p:nvPicPr>
          <p:cNvPr id="21" name="">
            <a:extLst>
              <a:ext uri="{FF2B5EF4-FFF2-40B4-BE49-F238E27FC236}">
                <ns2:creationId id="{5FE3745A-E3DD-43EB-A6AB-996C95233375}"/>
              </a:ext>
            </a:extLst>
          </p:cNvPr>
          <p:cNvPicPr>
            <a:picLocks noChangeAspect="1"/>
          </p:cNvPicPr>
          <p:nvPr/>
        </p:nvPicPr>
        <p:blipFill>
          <a:blip r:embed="R7458a5ac3d3448c8">
            <a:duotone>
              <a:srgbClr val="3F2F7A"/>
              <a:srgbClr val="FFFFFF"/>
            </a:duotone>
          </a:blip>
          <a:stretch/>
        </p:blipFill>
        <p:spPr>
          <a:xfrm>
            <a:off x="9676448" y="2827782"/>
            <a:ext cx="742950" cy="495300"/>
          </a:xfrm>
          <a:prstGeom prst="rect">
            <a:avLst/>
          </a:prstGeom>
        </p:spPr>
      </p:pic>
      <p:pic>
        <p:nvPicPr>
          <p:cNvPr id="22" name="">
            <a:extLst>
              <a:ext uri="{FF2B5EF4-FFF2-40B4-BE49-F238E27FC236}">
                <ns2:creationId id="{273AB73D-0981-41F6-BA00-3745B8CB1C21}"/>
              </a:ext>
            </a:extLst>
          </p:cNvPr>
          <p:cNvPicPr>
            <a:picLocks noChangeAspect="1"/>
          </p:cNvPicPr>
          <p:nvPr/>
        </p:nvPicPr>
        <p:blipFill>
          <a:blip r:embed="R6b80380e3d78440e">
            <a:duotone>
              <a:srgbClr val="3F2F7A"/>
              <a:srgbClr val="FFFFFF"/>
            </a:duotone>
          </a:blip>
          <a:stretch/>
        </p:blipFill>
        <p:spPr>
          <a:xfrm>
            <a:off x="10698004" y="2815400"/>
            <a:ext cx="780097" cy="520065"/>
          </a:xfrm>
          <a:prstGeom prst="rect">
            <a:avLst/>
          </a:prstGeom>
        </p:spPr>
      </p:pic>
      <p:sp>
        <p:nvSpPr>
          <p:cNvPr id="23" name="text-683">
            <a:extLst>
              <a:ext uri="{FF2B5EF4-FFF2-40B4-BE49-F238E27FC236}">
                <ns2:creationId id="{94811222-9D7B-4EC3-8179-209B7B2B8C15}"/>
              </a:ext>
            </a:extLst>
          </p:cNvPr>
          <p:cNvSpPr>
            <a:spLocks noGrp="1"/>
          </p:cNvSpPr>
          <p:nvPr/>
        </p:nvSpPr>
        <p:spPr>
          <a:xfrm>
            <a:off x="6362700" y="3476625"/>
            <a:ext cx="2343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连续生境</a:t>
            </a:r>
            <a:endParaRPr/>
          </a:p>
        </p:txBody>
      </p:sp>
      <p:sp>
        <p:nvSpPr>
          <p:cNvPr id="24" name="text-684">
            <a:extLst>
              <a:ext uri="{FF2B5EF4-FFF2-40B4-BE49-F238E27FC236}">
                <ns2:creationId id="{265C44F1-3D80-4722-B07C-036D3FBDEB23}"/>
              </a:ext>
            </a:extLst>
          </p:cNvPr>
          <p:cNvSpPr>
            <a:spLocks noGrp="1"/>
          </p:cNvSpPr>
          <p:nvPr/>
        </p:nvSpPr>
        <p:spPr>
          <a:xfrm>
            <a:off x="9401175" y="3476625"/>
            <a:ext cx="2362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隔离的生境斑块</a:t>
            </a:r>
            <a:endParaRPr/>
          </a:p>
        </p:txBody>
      </p:sp>
      <p:sp>
        <p:nvSpPr>
          <p:cNvPr id="25" name="text-685">
            <a:extLst>
              <a:ext uri="{FF2B5EF4-FFF2-40B4-BE49-F238E27FC236}">
                <ns2:creationId id="{225BCAD0-173D-4604-9379-25C18AE47927}"/>
              </a:ext>
            </a:extLst>
          </p:cNvPr>
          <p:cNvSpPr>
            <a:spLocks noGrp="1"/>
          </p:cNvSpPr>
          <p:nvPr/>
        </p:nvSpPr>
        <p:spPr>
          <a:xfrm>
            <a:off x="6419850" y="4124325"/>
            <a:ext cx="5295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预测：组成随隔离改变</a:t>
            </a:r>
            <a:endParaRPr/>
          </a:p>
        </p:txBody>
      </p:sp>
      <p:graphicFrame>
        <p:nvGraphicFramePr>
          <p:cNvPr id="26" name="">
            <a:extLst>
              <a:ext uri="{FF2B5EF4-FFF2-40B4-BE49-F238E27FC236}">
                <ns2:creationId id="{BCEDAE83-2AE0-4735-991E-9FE9881224A0}"/>
              </a:ext>
            </a:extLst>
          </p:cNvPr>
          <p:cNvGraphicFramePr/>
          <p:nvPr/>
        </p:nvGraphicFramePr>
        <p:xfrm>
          <a:off x="228600" y="4857750"/>
          <a:ext cx="11734800" cy="1219200"/>
        </p:xfrm>
        <a:graphic>
          <a:graphicData uri="http://schemas.openxmlformats.org/drawingml/2006/table">
            <a:tbl>
              <a:tblPr/>
              <a:tblGrid>
                <a:gridCol w="3911600"/>
                <a:gridCol w="3911600"/>
                <a:gridCol w="3911600"/>
              </a:tblGrid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检验维度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隔离效应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T w="5715">
                      <a:solidFill>
                        <a:srgbClr val="DEDCE8"/>
                      </a:solidFill>
                      <a:prstDash val="solid"/>
                    </a:lnT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3F2F7A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控制条件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固定隔离程度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固定总面积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关键预测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丰富度随面积变化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组成随隔离变化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0EEF7"/>
                    </a:solidFill>
                  </a:tcPr>
                </a:tc>
              </a:tr>
              <a:tr h="304800"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需要证据</a:t>
                      </a:r>
                      <a:endParaRPr/>
                    </a:p>
                  </a:txBody>
                  <a:tcPr marL="91440" marR="91440" marT="45720" marB="45720" anchor="ctr">
                    <a:lnL w="5715">
                      <a:solidFill>
                        <a:srgbClr val="DEDCE8"/>
                      </a:solidFill>
                      <a:prstDash val="solid"/>
                    </a:lnL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面积梯度比较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38100" tIns="19050" rIns="38100" bIns="19050"/>
                    <a:lstStyle/>
                    <a:p>
                      <a:pPr algn="ctr"/>
                      <a:r>
                        <a:rPr sz="1425" b="0">
                          <a:solidFill>
                            <a:srgbClr val="17232D"/>
                          </a:solidFill>
                          <a:latin typeface="Noto Sans CJK SC"/>
                          <a:ea typeface="Noto Sans CJK SC"/>
                          <a:cs typeface="Noto Sans CJK SC"/>
                        </a:rPr>
                        <a:t>连通性梯度比较</a:t>
                      </a:r>
                      <a:endParaRPr/>
                    </a:p>
                  </a:txBody>
                  <a:tcPr marL="91440" marR="91440" marT="45720" marB="45720" anchor="ctr">
                    <a:lnR w="5715">
                      <a:solidFill>
                        <a:srgbClr val="DEDCE8"/>
                      </a:solidFill>
                      <a:prstDash val="solid"/>
                    </a:lnR>
                    <a:lnB w="5715">
                      <a:solidFill>
                        <a:srgbClr val="DEDCE8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shape-686">
            <a:extLst>
              <a:ext uri="{FF2B5EF4-FFF2-40B4-BE49-F238E27FC236}">
                <ns2:creationId id="{75878179-AAB9-4BEF-8E3A-3D09CDED29E5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8" name="text-687">
            <a:extLst>
              <a:ext uri="{FF2B5EF4-FFF2-40B4-BE49-F238E27FC236}">
                <ns2:creationId id="{6935C6BE-D530-4ACD-BA13-5F4F88E35FB0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两种机制可能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共同作用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；需通过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对照设计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区分</a:t>
            </a:r>
            <a:endParaRPr/>
          </a:p>
        </p:txBody>
      </p:sp>
      <p:sp>
        <p:nvSpPr>
          <p:cNvPr id="29" name="text-688">
            <a:extLst>
              <a:ext uri="{FF2B5EF4-FFF2-40B4-BE49-F238E27FC236}">
                <ns2:creationId id="{49AE60B5-9E5B-41BB-8A43-B977E62D79F4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30" name="text-689">
            <a:extLst>
              <a:ext uri="{FF2B5EF4-FFF2-40B4-BE49-F238E27FC236}">
                <ns2:creationId id="{7D830F3E-B6BE-4B97-914E-D424F1258932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03</a:t>
            </a:r>
            <a:endParaRPr/>
          </a:p>
        </p:txBody>
      </p:sp>
    </p:spTree>
    <p:extLst>
      <p:ext uri="{BB962C8B-B14F-4D97-AF65-F5344CB8AC3E}">
        <ns4:creationId val="161307495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25" name="text-811">
            <a:extLst>
              <a:ext uri="{FF2B5EF4-FFF2-40B4-BE49-F238E27FC236}">
                <ns2:creationId id="{26E2E258-35E6-4061-AED8-6EC2A1FFD01C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研究局限｜</a:t>
            </a:r>
            <a:r>
              <a:rPr sz="2700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证据缺口</a:t>
            </a: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与改进路径</a:t>
            </a:r>
            <a:endParaRPr/>
          </a:p>
        </p:txBody>
      </p:sp>
      <p:sp>
        <p:nvSpPr>
          <p:cNvPr id="2" name="line-812">
            <a:extLst>
              <a:ext uri="{FF2B5EF4-FFF2-40B4-BE49-F238E27FC236}">
                <ns2:creationId id="{88D38F1B-D40B-4253-9BA7-BEEDA700C556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panel-813">
            <a:extLst>
              <a:ext uri="{FF2B5EF4-FFF2-40B4-BE49-F238E27FC236}">
                <ns2:creationId id="{43B8C440-77DC-4C0A-8EA0-8301D8CF8088}"/>
              </a:ext>
            </a:extLst>
          </p:cNvPr>
          <p:cNvSpPr>
            <a:spLocks noGrp="1"/>
          </p:cNvSpPr>
          <p:nvPr/>
        </p:nvSpPr>
        <p:spPr>
          <a:xfrm>
            <a:off x="22860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" name="shape-814">
            <a:extLst>
              <a:ext uri="{FF2B5EF4-FFF2-40B4-BE49-F238E27FC236}">
                <ns2:creationId id="{3D540C5B-FCF5-480E-AEE2-330627CE4D96}"/>
              </a:ext>
            </a:extLst>
          </p:cNvPr>
          <p:cNvSpPr>
            <a:spLocks noGrp="1"/>
          </p:cNvSpPr>
          <p:nvPr/>
        </p:nvSpPr>
        <p:spPr>
          <a:xfrm>
            <a:off x="23812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" name="vector-815">
            <a:extLst>
              <a:ext uri="{FF2B5EF4-FFF2-40B4-BE49-F238E27FC236}">
                <ns2:creationId id="{6225D1E6-AA80-4C60-B88B-61C843E8936F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6" name="vector-816">
            <a:extLst>
              <a:ext uri="{FF2B5EF4-FFF2-40B4-BE49-F238E27FC236}">
                <ns2:creationId id="{DC1FEA32-FDFA-481D-91EE-892EAC8AE4AD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7" name="vector-817">
            <a:extLst>
              <a:ext uri="{FF2B5EF4-FFF2-40B4-BE49-F238E27FC236}">
                <ns2:creationId id="{F914DED3-A5B8-4F37-B3E4-87755B0DB0B3}"/>
              </a:ext>
            </a:extLst>
          </p:cNvPr>
          <p:cNvSpPr>
            <a:spLocks noGrp="1"/>
          </p:cNvSpPr>
          <p:nvPr/>
        </p:nvSpPr>
        <p:spPr>
          <a:xfrm>
            <a:off x="342900" y="971550"/>
            <a:ext cx="257175" cy="257175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8" name="icon-map-818">
            <a:extLst>
              <a:ext uri="{FF2B5EF4-FFF2-40B4-BE49-F238E27FC236}">
                <ns2:creationId id="{3D7B2F38-63DA-4666-90E9-3624410B6A28}"/>
              </a:ext>
            </a:extLst>
          </p:cNvPr>
          <p:cNvSpPr>
            <a:spLocks noGrp="1"/>
          </p:cNvSpPr>
          <p:nvPr/>
        </p:nvSpPr>
        <p:spPr>
          <a:xfrm>
            <a:off x="445770" y="1033272"/>
            <a:ext cx="56579" cy="56579"/>
          </a:xfrm>
          <a:prstGeom prst="ellipse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" name="text-819">
            <a:extLst>
              <a:ext uri="{FF2B5EF4-FFF2-40B4-BE49-F238E27FC236}">
                <ns2:creationId id="{859A2694-A3FC-4DFF-86E5-8783E7C6B036}"/>
              </a:ext>
            </a:extLst>
          </p:cNvPr>
          <p:cNvSpPr>
            <a:spLocks noGrp="1"/>
          </p:cNvSpPr>
          <p:nvPr/>
        </p:nvSpPr>
        <p:spPr>
          <a:xfrm>
            <a:off x="68580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样本覆盖</a:t>
            </a:r>
            <a:endParaRPr/>
          </a:p>
        </p:txBody>
      </p:sp>
      <p:sp>
        <p:nvSpPr>
          <p:cNvPr id="10" name="vector-820">
            <a:extLst>
              <a:ext uri="{FF2B5EF4-FFF2-40B4-BE49-F238E27FC236}">
                <ns2:creationId id="{C090C5D8-6E3D-44E5-8BEC-230CA0C498D8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11" name="vector-821">
            <a:extLst>
              <a:ext uri="{FF2B5EF4-FFF2-40B4-BE49-F238E27FC236}">
                <ns2:creationId id="{D83C9C1D-955B-4BDC-8BAB-B6E0331ED36A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12" name="vector-822">
            <a:extLst>
              <a:ext uri="{FF2B5EF4-FFF2-40B4-BE49-F238E27FC236}">
                <ns2:creationId id="{80B16474-202C-4F16-A89F-8D661E68B50D}"/>
              </a:ext>
            </a:extLst>
          </p:cNvPr>
          <p:cNvSpPr>
            <a:spLocks noGrp="1"/>
          </p:cNvSpPr>
          <p:nvPr/>
        </p:nvSpPr>
        <p:spPr>
          <a:xfrm>
            <a:off x="400050" y="1733550"/>
            <a:ext cx="952500" cy="9525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13" name="icon-map-823">
            <a:extLst>
              <a:ext uri="{FF2B5EF4-FFF2-40B4-BE49-F238E27FC236}">
                <ns2:creationId id="{07073644-9319-48E7-A815-51D3FCF83753}"/>
              </a:ext>
            </a:extLst>
          </p:cNvPr>
          <p:cNvSpPr>
            <a:spLocks noGrp="1"/>
          </p:cNvSpPr>
          <p:nvPr/>
        </p:nvSpPr>
        <p:spPr>
          <a:xfrm>
            <a:off x="781050" y="1962150"/>
            <a:ext cx="209550" cy="209550"/>
          </a:xfrm>
          <a:prstGeom prst="ellipse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4" name="text-824">
            <a:extLst>
              <a:ext uri="{FF2B5EF4-FFF2-40B4-BE49-F238E27FC236}">
                <ns2:creationId id="{59373472-96F1-425A-9014-E97AD7F6226C}"/>
              </a:ext>
            </a:extLst>
          </p:cNvPr>
          <p:cNvSpPr>
            <a:spLocks noGrp="1"/>
          </p:cNvSpPr>
          <p:nvPr/>
        </p:nvSpPr>
        <p:spPr>
          <a:xfrm>
            <a:off x="152400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5" name="text-825">
            <a:extLst>
              <a:ext uri="{FF2B5EF4-FFF2-40B4-BE49-F238E27FC236}">
                <ns2:creationId id="{F2E4ED94-DED4-4E85-A3FC-6EE02B269E1C}"/>
              </a:ext>
            </a:extLst>
          </p:cNvPr>
          <p:cNvSpPr>
            <a:spLocks noGrp="1"/>
          </p:cNvSpPr>
          <p:nvPr/>
        </p:nvSpPr>
        <p:spPr>
          <a:xfrm>
            <a:off x="152400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样点空间分布不均</a:t>
            </a:r>
            <a:endParaRPr/>
          </a:p>
        </p:txBody>
      </p:sp>
      <p:sp>
        <p:nvSpPr>
          <p:cNvPr id="16" name="line-826">
            <a:extLst>
              <a:ext uri="{FF2B5EF4-FFF2-40B4-BE49-F238E27FC236}">
                <ns2:creationId id="{64A78E1B-40E1-4BCB-ADC6-45A2FAA7352D}"/>
              </a:ext>
            </a:extLst>
          </p:cNvPr>
          <p:cNvSpPr>
            <a:spLocks noGrp="1"/>
          </p:cNvSpPr>
          <p:nvPr/>
        </p:nvSpPr>
        <p:spPr>
          <a:xfrm>
            <a:off x="1524000" y="239077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17" name="text-827">
            <a:extLst>
              <a:ext uri="{FF2B5EF4-FFF2-40B4-BE49-F238E27FC236}">
                <ns2:creationId id="{054957C0-B00E-4FA1-91F3-80408519E02F}"/>
              </a:ext>
            </a:extLst>
          </p:cNvPr>
          <p:cNvSpPr>
            <a:spLocks noGrp="1"/>
          </p:cNvSpPr>
          <p:nvPr/>
        </p:nvSpPr>
        <p:spPr>
          <a:xfrm>
            <a:off x="152400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8" name="text-828">
            <a:extLst>
              <a:ext uri="{FF2B5EF4-FFF2-40B4-BE49-F238E27FC236}">
                <ns2:creationId id="{C3E16F33-6CCE-4B2D-BA8D-08E4ECBC933E}"/>
              </a:ext>
            </a:extLst>
          </p:cNvPr>
          <p:cNvSpPr>
            <a:spLocks noGrp="1"/>
          </p:cNvSpPr>
          <p:nvPr/>
        </p:nvSpPr>
        <p:spPr>
          <a:xfrm>
            <a:off x="152400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分层补充样点</a:t>
            </a:r>
            <a:endParaRPr/>
          </a:p>
        </p:txBody>
      </p:sp>
      <p:sp>
        <p:nvSpPr>
          <p:cNvPr id="19" name="panel-829">
            <a:extLst>
              <a:ext uri="{FF2B5EF4-FFF2-40B4-BE49-F238E27FC236}">
                <ns2:creationId id="{B9050D2B-E969-40E7-8814-E06463138D82}"/>
              </a:ext>
            </a:extLst>
          </p:cNvPr>
          <p:cNvSpPr>
            <a:spLocks noGrp="1"/>
          </p:cNvSpPr>
          <p:nvPr/>
        </p:nvSpPr>
        <p:spPr>
          <a:xfrm>
            <a:off x="4200525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20" name="shape-830">
            <a:extLst>
              <a:ext uri="{FF2B5EF4-FFF2-40B4-BE49-F238E27FC236}">
                <ns2:creationId id="{B686954F-8B04-4451-8040-483F68F55D29}"/>
              </a:ext>
            </a:extLst>
          </p:cNvPr>
          <p:cNvSpPr>
            <a:spLocks noGrp="1"/>
          </p:cNvSpPr>
          <p:nvPr/>
        </p:nvSpPr>
        <p:spPr>
          <a:xfrm>
            <a:off x="4210050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1" name="icon-grid-831">
            <a:extLst>
              <a:ext uri="{FF2B5EF4-FFF2-40B4-BE49-F238E27FC236}">
                <ns2:creationId id="{01C61DE0-F573-43E4-A247-FF934C239349}"/>
              </a:ext>
            </a:extLst>
          </p:cNvPr>
          <p:cNvSpPr>
            <a:spLocks noGrp="1"/>
          </p:cNvSpPr>
          <p:nvPr/>
        </p:nvSpPr>
        <p:spPr>
          <a:xfrm>
            <a:off x="4335399" y="992124"/>
            <a:ext cx="216027" cy="216027"/>
          </a:xfrm>
          <a:prstGeom prst="rect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22" name="vector-832">
            <a:extLst>
              <a:ext uri="{FF2B5EF4-FFF2-40B4-BE49-F238E27FC236}">
                <ns2:creationId id="{198E055E-8FA3-4A1B-83E2-882C90E0A21E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3" name="vector-833">
            <a:extLst>
              <a:ext uri="{FF2B5EF4-FFF2-40B4-BE49-F238E27FC236}">
                <ns2:creationId id="{68B381BC-D897-4A6A-803A-FF9DA4F191F8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4" name="vector-834">
            <a:extLst>
              <a:ext uri="{FF2B5EF4-FFF2-40B4-BE49-F238E27FC236}">
                <ns2:creationId id="{474E1845-F872-4448-A4BA-7BE19847FE1F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5" name="vector-835">
            <a:extLst>
              <a:ext uri="{FF2B5EF4-FFF2-40B4-BE49-F238E27FC236}">
                <ns2:creationId id="{3F2C5E25-1C38-46B2-BAAC-6697A2108930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6" name="vector-836">
            <a:extLst>
              <a:ext uri="{FF2B5EF4-FFF2-40B4-BE49-F238E27FC236}">
                <ns2:creationId id="{FFDF2836-0FCF-414D-BCD6-34F66E3468BA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7" name="vector-837">
            <a:extLst>
              <a:ext uri="{FF2B5EF4-FFF2-40B4-BE49-F238E27FC236}">
                <ns2:creationId id="{C009E4BB-E684-457F-891E-DD5426FBC964}"/>
              </a:ext>
            </a:extLst>
          </p:cNvPr>
          <p:cNvSpPr>
            <a:spLocks noGrp="1"/>
          </p:cNvSpPr>
          <p:nvPr/>
        </p:nvSpPr>
        <p:spPr>
          <a:xfrm>
            <a:off x="4314825" y="971550"/>
            <a:ext cx="257175" cy="257175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28" name="text-838">
            <a:extLst>
              <a:ext uri="{FF2B5EF4-FFF2-40B4-BE49-F238E27FC236}">
                <ns2:creationId id="{2B6A8FA3-E758-41DC-8303-0F8CF5D8106C}"/>
              </a:ext>
            </a:extLst>
          </p:cNvPr>
          <p:cNvSpPr>
            <a:spLocks noGrp="1"/>
          </p:cNvSpPr>
          <p:nvPr/>
        </p:nvSpPr>
        <p:spPr>
          <a:xfrm>
            <a:off x="4657725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尺度匹配</a:t>
            </a:r>
            <a:endParaRPr/>
          </a:p>
        </p:txBody>
      </p:sp>
      <p:sp>
        <p:nvSpPr>
          <p:cNvPr id="29" name="icon-grid-839">
            <a:extLst>
              <a:ext uri="{FF2B5EF4-FFF2-40B4-BE49-F238E27FC236}">
                <ns2:creationId id="{7D57C7AB-7347-432B-9CB4-B091418BFA49}"/>
              </a:ext>
            </a:extLst>
          </p:cNvPr>
          <p:cNvSpPr>
            <a:spLocks noGrp="1"/>
          </p:cNvSpPr>
          <p:nvPr/>
        </p:nvSpPr>
        <p:spPr>
          <a:xfrm>
            <a:off x="4448175" y="1809750"/>
            <a:ext cx="800100" cy="800100"/>
          </a:xfrm>
          <a:prstGeom prst="rect">
            <a:avLst/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30" name="vector-840">
            <a:extLst>
              <a:ext uri="{FF2B5EF4-FFF2-40B4-BE49-F238E27FC236}">
                <ns2:creationId id="{AE8CEF05-078C-454C-B943-EAE9BC3059DA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276225" y="76200"/>
                </a:moveTo>
                <a:lnTo>
                  <a:pt x="276225" y="876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1" name="vector-841">
            <a:extLst>
              <a:ext uri="{FF2B5EF4-FFF2-40B4-BE49-F238E27FC236}">
                <ns2:creationId id="{F7CCDB68-D60A-4DD4-8051-1E4F13DF8966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276225"/>
                </a:moveTo>
                <a:lnTo>
                  <a:pt x="876300" y="27622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2" name="vector-842">
            <a:extLst>
              <a:ext uri="{FF2B5EF4-FFF2-40B4-BE49-F238E27FC236}">
                <ns2:creationId id="{6A03EC00-46C5-46DA-A50B-B32055398F69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476250" y="76200"/>
                </a:moveTo>
                <a:lnTo>
                  <a:pt x="476250" y="876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3" name="vector-843">
            <a:extLst>
              <a:ext uri="{FF2B5EF4-FFF2-40B4-BE49-F238E27FC236}">
                <ns2:creationId id="{0EB5089A-F8A7-4CAF-B690-E5CD343DFE5D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476250"/>
                </a:moveTo>
                <a:lnTo>
                  <a:pt x="876300" y="4762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4" name="vector-844">
            <a:extLst>
              <a:ext uri="{FF2B5EF4-FFF2-40B4-BE49-F238E27FC236}">
                <ns2:creationId id="{A1D78E79-4D95-45D0-99C2-8356C17058B2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676275" y="76200"/>
                </a:moveTo>
                <a:lnTo>
                  <a:pt x="676275" y="876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5" name="vector-845">
            <a:extLst>
              <a:ext uri="{FF2B5EF4-FFF2-40B4-BE49-F238E27FC236}">
                <ns2:creationId id="{AADB899B-C4E0-44EB-BCEA-A93B1AF91B38}"/>
              </a:ext>
            </a:extLst>
          </p:cNvPr>
          <p:cNvSpPr>
            <a:spLocks noGrp="1"/>
          </p:cNvSpPr>
          <p:nvPr/>
        </p:nvSpPr>
        <p:spPr>
          <a:xfrm>
            <a:off x="4371975" y="1733550"/>
            <a:ext cx="952500" cy="952500"/>
          </a:xfrm>
          <a:custGeom>
            <a:pathLst>
              <a:path w="952500" h="952500">
                <a:moveTo>
                  <a:pt x="76200" y="676275"/>
                </a:moveTo>
                <a:lnTo>
                  <a:pt x="876300" y="6762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36" name="text-846">
            <a:extLst>
              <a:ext uri="{FF2B5EF4-FFF2-40B4-BE49-F238E27FC236}">
                <ns2:creationId id="{EF2AE18D-AB9D-4E56-9AD8-B00B5EAB563B}"/>
              </a:ext>
            </a:extLst>
          </p:cNvPr>
          <p:cNvSpPr>
            <a:spLocks noGrp="1"/>
          </p:cNvSpPr>
          <p:nvPr/>
        </p:nvSpPr>
        <p:spPr>
          <a:xfrm>
            <a:off x="5495925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37" name="text-847">
            <a:extLst>
              <a:ext uri="{FF2B5EF4-FFF2-40B4-BE49-F238E27FC236}">
                <ns2:creationId id="{51CAA1BC-A7FD-4563-B13D-96506B595D21}"/>
              </a:ext>
            </a:extLst>
          </p:cNvPr>
          <p:cNvSpPr>
            <a:spLocks noGrp="1"/>
          </p:cNvSpPr>
          <p:nvPr/>
        </p:nvSpPr>
        <p:spPr>
          <a:xfrm>
            <a:off x="5495925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数据空间粒度存在差异</a:t>
            </a:r>
            <a:endParaRPr/>
          </a:p>
        </p:txBody>
      </p:sp>
      <p:sp>
        <p:nvSpPr>
          <p:cNvPr id="38" name="line-848">
            <a:extLst>
              <a:ext uri="{FF2B5EF4-FFF2-40B4-BE49-F238E27FC236}">
                <ns2:creationId id="{49F66471-59B7-40B8-BB1C-8B5A8ECF65FA}"/>
              </a:ext>
            </a:extLst>
          </p:cNvPr>
          <p:cNvSpPr>
            <a:spLocks noGrp="1"/>
          </p:cNvSpPr>
          <p:nvPr/>
        </p:nvSpPr>
        <p:spPr>
          <a:xfrm>
            <a:off x="5495925" y="239077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39" name="text-849">
            <a:extLst>
              <a:ext uri="{FF2B5EF4-FFF2-40B4-BE49-F238E27FC236}">
                <ns2:creationId id="{09315D1A-D69A-4D94-B1BF-EEF4729924ED}"/>
              </a:ext>
            </a:extLst>
          </p:cNvPr>
          <p:cNvSpPr>
            <a:spLocks noGrp="1"/>
          </p:cNvSpPr>
          <p:nvPr/>
        </p:nvSpPr>
        <p:spPr>
          <a:xfrm>
            <a:off x="5495925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40" name="text-850">
            <a:extLst>
              <a:ext uri="{FF2B5EF4-FFF2-40B4-BE49-F238E27FC236}">
                <ns2:creationId id="{444AFA24-39B6-472A-BE3A-B47412947017}"/>
              </a:ext>
            </a:extLst>
          </p:cNvPr>
          <p:cNvSpPr>
            <a:spLocks noGrp="1"/>
          </p:cNvSpPr>
          <p:nvPr/>
        </p:nvSpPr>
        <p:spPr>
          <a:xfrm>
            <a:off x="5495925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开展多尺度比较</a:t>
            </a:r>
            <a:endParaRPr/>
          </a:p>
        </p:txBody>
      </p:sp>
      <p:sp>
        <p:nvSpPr>
          <p:cNvPr id="41" name="panel-851">
            <a:extLst>
              <a:ext uri="{FF2B5EF4-FFF2-40B4-BE49-F238E27FC236}">
                <ns2:creationId id="{E7215D9E-87CF-4B52-A8F9-CD80EBAD908B}"/>
              </a:ext>
            </a:extLst>
          </p:cNvPr>
          <p:cNvSpPr>
            <a:spLocks noGrp="1"/>
          </p:cNvSpPr>
          <p:nvPr/>
        </p:nvSpPr>
        <p:spPr>
          <a:xfrm>
            <a:off x="8172450" y="89535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42" name="shape-852">
            <a:extLst>
              <a:ext uri="{FF2B5EF4-FFF2-40B4-BE49-F238E27FC236}">
                <ns2:creationId id="{D27890B0-2BF1-4CC1-98D3-AB8C8438F811}"/>
              </a:ext>
            </a:extLst>
          </p:cNvPr>
          <p:cNvSpPr>
            <a:spLocks noGrp="1"/>
          </p:cNvSpPr>
          <p:nvPr/>
        </p:nvSpPr>
        <p:spPr>
          <a:xfrm>
            <a:off x="8181975" y="90487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43" name="icon-camera-853">
            <a:extLst>
              <a:ext uri="{FF2B5EF4-FFF2-40B4-BE49-F238E27FC236}">
                <ns2:creationId id="{C3C8EB94-958D-4666-B2C7-5FEE7C0BD701}"/>
              </a:ext>
            </a:extLst>
          </p:cNvPr>
          <p:cNvSpPr>
            <a:spLocks noGrp="1"/>
          </p:cNvSpPr>
          <p:nvPr/>
        </p:nvSpPr>
        <p:spPr>
          <a:xfrm>
            <a:off x="8304752" y="1030700"/>
            <a:ext cx="221171" cy="156877"/>
          </a:xfrm>
          <a:prstGeom prst="roundRect">
            <a:avLst>
              <a:gd name="adj" fmla="val 48573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44" name="icon-camera-854">
            <a:extLst>
              <a:ext uri="{FF2B5EF4-FFF2-40B4-BE49-F238E27FC236}">
                <ns2:creationId id="{AD9E08EC-5A18-406E-A104-1CE7D28C23CD}"/>
              </a:ext>
            </a:extLst>
          </p:cNvPr>
          <p:cNvSpPr>
            <a:spLocks noGrp="1"/>
          </p:cNvSpPr>
          <p:nvPr/>
        </p:nvSpPr>
        <p:spPr>
          <a:xfrm>
            <a:off x="8371618" y="997268"/>
            <a:ext cx="84868" cy="43720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45" name="icon-camera-855">
            <a:extLst>
              <a:ext uri="{FF2B5EF4-FFF2-40B4-BE49-F238E27FC236}">
                <ns2:creationId id="{7DC68AEA-E484-49C1-A0B8-21FC6107D3C5}"/>
              </a:ext>
            </a:extLst>
          </p:cNvPr>
          <p:cNvSpPr>
            <a:spLocks noGrp="1"/>
          </p:cNvSpPr>
          <p:nvPr/>
        </p:nvSpPr>
        <p:spPr>
          <a:xfrm>
            <a:off x="8369046" y="1064133"/>
            <a:ext cx="92583" cy="92583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46" name="icon-camera-856">
            <a:extLst>
              <a:ext uri="{FF2B5EF4-FFF2-40B4-BE49-F238E27FC236}">
                <ns2:creationId id="{3412559E-9F65-4A94-BAC9-84538C329824}"/>
              </a:ext>
            </a:extLst>
          </p:cNvPr>
          <p:cNvSpPr>
            <a:spLocks noGrp="1"/>
          </p:cNvSpPr>
          <p:nvPr/>
        </p:nvSpPr>
        <p:spPr>
          <a:xfrm>
            <a:off x="8477060" y="1051274"/>
            <a:ext cx="20574" cy="20574"/>
          </a:xfrm>
          <a:prstGeom prst="ellipse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47" name="text-857">
            <a:extLst>
              <a:ext uri="{FF2B5EF4-FFF2-40B4-BE49-F238E27FC236}">
                <ns2:creationId id="{F56D1759-064E-43B4-B474-7A3A474B9C5B}"/>
              </a:ext>
            </a:extLst>
          </p:cNvPr>
          <p:cNvSpPr>
            <a:spLocks noGrp="1"/>
          </p:cNvSpPr>
          <p:nvPr/>
        </p:nvSpPr>
        <p:spPr>
          <a:xfrm>
            <a:off x="8629650" y="96202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检测偏差</a:t>
            </a:r>
            <a:endParaRPr/>
          </a:p>
        </p:txBody>
      </p:sp>
      <p:sp>
        <p:nvSpPr>
          <p:cNvPr id="48" name="icon-camera-858">
            <a:extLst>
              <a:ext uri="{FF2B5EF4-FFF2-40B4-BE49-F238E27FC236}">
                <ns2:creationId id="{1DBB85F9-5EA4-4878-BFDB-4AACC03C3687}"/>
              </a:ext>
            </a:extLst>
          </p:cNvPr>
          <p:cNvSpPr>
            <a:spLocks noGrp="1"/>
          </p:cNvSpPr>
          <p:nvPr/>
        </p:nvSpPr>
        <p:spPr>
          <a:xfrm>
            <a:off x="8410575" y="1952625"/>
            <a:ext cx="819150" cy="581025"/>
          </a:xfrm>
          <a:prstGeom prst="roundRect">
            <a:avLst>
              <a:gd name="adj" fmla="val 13115"/>
            </a:avLst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49" name="icon-camera-859">
            <a:extLst>
              <a:ext uri="{FF2B5EF4-FFF2-40B4-BE49-F238E27FC236}">
                <ns2:creationId id="{FA10A094-135C-4601-A08C-7F406435B4F1}"/>
              </a:ext>
            </a:extLst>
          </p:cNvPr>
          <p:cNvSpPr>
            <a:spLocks noGrp="1"/>
          </p:cNvSpPr>
          <p:nvPr/>
        </p:nvSpPr>
        <p:spPr>
          <a:xfrm>
            <a:off x="8658225" y="1828800"/>
            <a:ext cx="314325" cy="161925"/>
          </a:xfrm>
          <a:prstGeom prst="roundRect">
            <a:avLst>
              <a:gd name="adj" fmla="val 47059"/>
            </a:avLst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50" name="icon-camera-860">
            <a:extLst>
              <a:ext uri="{FF2B5EF4-FFF2-40B4-BE49-F238E27FC236}">
                <ns2:creationId id="{F975F45B-1B5C-40AD-952F-FC97C09073FA}"/>
              </a:ext>
            </a:extLst>
          </p:cNvPr>
          <p:cNvSpPr>
            <a:spLocks noGrp="1"/>
          </p:cNvSpPr>
          <p:nvPr/>
        </p:nvSpPr>
        <p:spPr>
          <a:xfrm>
            <a:off x="8648700" y="2076450"/>
            <a:ext cx="342900" cy="342900"/>
          </a:xfrm>
          <a:prstGeom prst="ellipse">
            <a:avLst/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51" name="icon-camera-861">
            <a:extLst>
              <a:ext uri="{FF2B5EF4-FFF2-40B4-BE49-F238E27FC236}">
                <ns2:creationId id="{23F118D0-DA5D-41CE-A6BD-F98A786FB439}"/>
              </a:ext>
            </a:extLst>
          </p:cNvPr>
          <p:cNvSpPr>
            <a:spLocks noGrp="1"/>
          </p:cNvSpPr>
          <p:nvPr/>
        </p:nvSpPr>
        <p:spPr>
          <a:xfrm>
            <a:off x="9048750" y="2028825"/>
            <a:ext cx="76200" cy="76200"/>
          </a:xfrm>
          <a:prstGeom prst="ellipse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52" name="text-862">
            <a:extLst>
              <a:ext uri="{FF2B5EF4-FFF2-40B4-BE49-F238E27FC236}">
                <ns2:creationId id="{15BD2C19-93C4-47CD-8273-AA2FA6F3A779}"/>
              </a:ext>
            </a:extLst>
          </p:cNvPr>
          <p:cNvSpPr>
            <a:spLocks noGrp="1"/>
          </p:cNvSpPr>
          <p:nvPr/>
        </p:nvSpPr>
        <p:spPr>
          <a:xfrm>
            <a:off x="9467850" y="14859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53" name="text-863">
            <a:extLst>
              <a:ext uri="{FF2B5EF4-FFF2-40B4-BE49-F238E27FC236}">
                <ns2:creationId id="{22A23CDA-E8A5-47F4-BED3-1CEB320735B1}"/>
              </a:ext>
            </a:extLst>
          </p:cNvPr>
          <p:cNvSpPr>
            <a:spLocks noGrp="1"/>
          </p:cNvSpPr>
          <p:nvPr/>
        </p:nvSpPr>
        <p:spPr>
          <a:xfrm>
            <a:off x="9467850" y="178117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未检出不等于不存在</a:t>
            </a:r>
            <a:endParaRPr/>
          </a:p>
        </p:txBody>
      </p:sp>
      <p:sp>
        <p:nvSpPr>
          <p:cNvPr id="54" name="line-864">
            <a:extLst>
              <a:ext uri="{FF2B5EF4-FFF2-40B4-BE49-F238E27FC236}">
                <ns2:creationId id="{47089BEF-D5D3-49D6-9857-DB62A6F8ECAF}"/>
              </a:ext>
            </a:extLst>
          </p:cNvPr>
          <p:cNvSpPr>
            <a:spLocks noGrp="1"/>
          </p:cNvSpPr>
          <p:nvPr/>
        </p:nvSpPr>
        <p:spPr>
          <a:xfrm>
            <a:off x="9467850" y="239077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55" name="text-865">
            <a:extLst>
              <a:ext uri="{FF2B5EF4-FFF2-40B4-BE49-F238E27FC236}">
                <ns2:creationId id="{223EE566-BB80-4EF6-B4A1-51E769850657}"/>
              </a:ext>
            </a:extLst>
          </p:cNvPr>
          <p:cNvSpPr>
            <a:spLocks noGrp="1"/>
          </p:cNvSpPr>
          <p:nvPr/>
        </p:nvSpPr>
        <p:spPr>
          <a:xfrm>
            <a:off x="9467850" y="24955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56" name="text-866">
            <a:extLst>
              <a:ext uri="{FF2B5EF4-FFF2-40B4-BE49-F238E27FC236}">
                <ns2:creationId id="{1D3B7DB3-E9E4-4BB1-B1C9-6BB85B28E795}"/>
              </a:ext>
            </a:extLst>
          </p:cNvPr>
          <p:cNvSpPr>
            <a:spLocks noGrp="1"/>
          </p:cNvSpPr>
          <p:nvPr/>
        </p:nvSpPr>
        <p:spPr>
          <a:xfrm>
            <a:off x="9467850" y="279082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重复调查与检测模型</a:t>
            </a:r>
            <a:endParaRPr/>
          </a:p>
        </p:txBody>
      </p:sp>
      <p:sp>
        <p:nvSpPr>
          <p:cNvPr id="57" name="panel-867">
            <a:extLst>
              <a:ext uri="{FF2B5EF4-FFF2-40B4-BE49-F238E27FC236}">
                <ns2:creationId id="{84DC462F-BE86-4589-9621-F06F971454E4}"/>
              </a:ext>
            </a:extLst>
          </p:cNvPr>
          <p:cNvSpPr>
            <a:spLocks noGrp="1"/>
          </p:cNvSpPr>
          <p:nvPr/>
        </p:nvSpPr>
        <p:spPr>
          <a:xfrm>
            <a:off x="22860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58" name="shape-868">
            <a:extLst>
              <a:ext uri="{FF2B5EF4-FFF2-40B4-BE49-F238E27FC236}">
                <ns2:creationId id="{9BC45A80-BBA5-48FF-86DB-FBB5DC3D92CC}"/>
              </a:ext>
            </a:extLst>
          </p:cNvPr>
          <p:cNvSpPr>
            <a:spLocks noGrp="1"/>
          </p:cNvSpPr>
          <p:nvPr/>
        </p:nvSpPr>
        <p:spPr>
          <a:xfrm>
            <a:off x="23812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59" name="vector-869">
            <a:extLst>
              <a:ext uri="{FF2B5EF4-FFF2-40B4-BE49-F238E27FC236}">
                <ns2:creationId id="{288C6935-20AE-4206-97D9-0EAC4B15686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0" name="vector-870">
            <a:extLst>
              <a:ext uri="{FF2B5EF4-FFF2-40B4-BE49-F238E27FC236}">
                <ns2:creationId id="{BA2C426A-4620-4997-A71D-5FA9A6BFA7E6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1" name="vector-871">
            <a:extLst>
              <a:ext uri="{FF2B5EF4-FFF2-40B4-BE49-F238E27FC236}">
                <ns2:creationId id="{D073A4A2-909D-4F96-B987-565183FB7D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2" name="vector-872">
            <a:extLst>
              <a:ext uri="{FF2B5EF4-FFF2-40B4-BE49-F238E27FC236}">
                <ns2:creationId id="{A958E7CB-0B6D-4CA1-AAFF-7B2387ACABA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3" name="vector-873">
            <a:extLst>
              <a:ext uri="{FF2B5EF4-FFF2-40B4-BE49-F238E27FC236}">
                <ns2:creationId id="{906BDB2D-C409-49CE-A7FE-A762972C1969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4" name="vector-874">
            <a:extLst>
              <a:ext uri="{FF2B5EF4-FFF2-40B4-BE49-F238E27FC236}">
                <ns2:creationId id="{A447156A-077A-4646-A6EB-DF7A04001F4D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5" name="vector-875">
            <a:extLst>
              <a:ext uri="{FF2B5EF4-FFF2-40B4-BE49-F238E27FC236}">
                <ns2:creationId id="{3A069FB0-8C85-455A-BE43-9F5DB6C0405B}"/>
              </a:ext>
            </a:extLst>
          </p:cNvPr>
          <p:cNvSpPr>
            <a:spLocks noGrp="1"/>
          </p:cNvSpPr>
          <p:nvPr/>
        </p:nvSpPr>
        <p:spPr>
          <a:xfrm>
            <a:off x="342900" y="3581400"/>
            <a:ext cx="257175" cy="257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66" name="icon-network-876">
            <a:extLst>
              <a:ext uri="{FF2B5EF4-FFF2-40B4-BE49-F238E27FC236}">
                <ns2:creationId id="{DDE8B522-F563-4C56-880F-57C09D916E48}"/>
              </a:ext>
            </a:extLst>
          </p:cNvPr>
          <p:cNvSpPr>
            <a:spLocks noGrp="1"/>
          </p:cNvSpPr>
          <p:nvPr/>
        </p:nvSpPr>
        <p:spPr>
          <a:xfrm>
            <a:off x="358331" y="36585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67" name="icon-network-877">
            <a:extLst>
              <a:ext uri="{FF2B5EF4-FFF2-40B4-BE49-F238E27FC236}">
                <ns2:creationId id="{3175FDCB-067D-4E36-8611-1533D9BBB932}"/>
              </a:ext>
            </a:extLst>
          </p:cNvPr>
          <p:cNvSpPr>
            <a:spLocks noGrp="1"/>
          </p:cNvSpPr>
          <p:nvPr/>
        </p:nvSpPr>
        <p:spPr>
          <a:xfrm>
            <a:off x="440627" y="3594259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68" name="icon-network-878">
            <a:extLst>
              <a:ext uri="{FF2B5EF4-FFF2-40B4-BE49-F238E27FC236}">
                <ns2:creationId id="{024605D2-C321-4CB6-8BD4-3022230CE059}"/>
              </a:ext>
            </a:extLst>
          </p:cNvPr>
          <p:cNvSpPr>
            <a:spLocks noGrp="1"/>
          </p:cNvSpPr>
          <p:nvPr/>
        </p:nvSpPr>
        <p:spPr>
          <a:xfrm>
            <a:off x="540925" y="3640550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69" name="icon-network-879">
            <a:extLst>
              <a:ext uri="{FF2B5EF4-FFF2-40B4-BE49-F238E27FC236}">
                <ns2:creationId id="{AA0F662D-1375-40EC-9FFE-A774F5E43BC7}"/>
              </a:ext>
            </a:extLst>
          </p:cNvPr>
          <p:cNvSpPr>
            <a:spLocks noGrp="1"/>
          </p:cNvSpPr>
          <p:nvPr/>
        </p:nvSpPr>
        <p:spPr>
          <a:xfrm>
            <a:off x="502348" y="3776853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70" name="icon-network-880">
            <a:extLst>
              <a:ext uri="{FF2B5EF4-FFF2-40B4-BE49-F238E27FC236}">
                <ns2:creationId id="{78F43E62-5F4A-4F34-8798-5E696CC158FC}"/>
              </a:ext>
            </a:extLst>
          </p:cNvPr>
          <p:cNvSpPr>
            <a:spLocks noGrp="1"/>
          </p:cNvSpPr>
          <p:nvPr/>
        </p:nvSpPr>
        <p:spPr>
          <a:xfrm>
            <a:off x="386620" y="3774281"/>
            <a:ext cx="36005" cy="36005"/>
          </a:xfrm>
          <a:prstGeom prst="ellipse">
            <a:avLst/>
          </a:prstGeom>
          <a:solidFill>
            <a:srgbClr val="FFFFFF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71" name="text-881">
            <a:extLst>
              <a:ext uri="{FF2B5EF4-FFF2-40B4-BE49-F238E27FC236}">
                <ns2:creationId id="{402F6C0D-00B8-4CFF-8024-525895A0DDE3}"/>
              </a:ext>
            </a:extLst>
          </p:cNvPr>
          <p:cNvSpPr>
            <a:spLocks noGrp="1"/>
          </p:cNvSpPr>
          <p:nvPr/>
        </p:nvSpPr>
        <p:spPr>
          <a:xfrm>
            <a:off x="68580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机制识别</a:t>
            </a:r>
            <a:endParaRPr/>
          </a:p>
        </p:txBody>
      </p:sp>
      <p:sp>
        <p:nvSpPr>
          <p:cNvPr id="72" name="vector-882">
            <a:extLst>
              <a:ext uri="{FF2B5EF4-FFF2-40B4-BE49-F238E27FC236}">
                <ns2:creationId id="{75B04C26-D9DF-4034-B372-A664631F6AC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3" name="vector-883">
            <a:extLst>
              <a:ext uri="{FF2B5EF4-FFF2-40B4-BE49-F238E27FC236}">
                <ns2:creationId id="{D0D465E4-509D-4B66-A9AE-6EFA16A42141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4" name="vector-884">
            <a:extLst>
              <a:ext uri="{FF2B5EF4-FFF2-40B4-BE49-F238E27FC236}">
                <ns2:creationId id="{D5A4C432-B506-4B20-906C-20DE9CE5D99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5" name="vector-885">
            <a:extLst>
              <a:ext uri="{FF2B5EF4-FFF2-40B4-BE49-F238E27FC236}">
                <ns2:creationId id="{8F7E792E-1859-4C42-9F5D-65E90FBD0969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6" name="vector-886">
            <a:extLst>
              <a:ext uri="{FF2B5EF4-FFF2-40B4-BE49-F238E27FC236}">
                <ns2:creationId id="{96436859-3B92-48DB-B2EF-652F65F6A558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7" name="vector-887">
            <a:extLst>
              <a:ext uri="{FF2B5EF4-FFF2-40B4-BE49-F238E27FC236}">
                <ns2:creationId id="{E0EA5027-9E04-4AEF-9968-864DABA2BF7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8" name="vector-888">
            <a:extLst>
              <a:ext uri="{FF2B5EF4-FFF2-40B4-BE49-F238E27FC236}">
                <ns2:creationId id="{2900469B-F8EE-4DF8-9370-F371774C91B3}"/>
              </a:ext>
            </a:extLst>
          </p:cNvPr>
          <p:cNvSpPr>
            <a:spLocks noGrp="1"/>
          </p:cNvSpPr>
          <p:nvPr/>
        </p:nvSpPr>
        <p:spPr>
          <a:xfrm>
            <a:off x="400050" y="4343400"/>
            <a:ext cx="952500" cy="95250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79" name="icon-network-889">
            <a:extLst>
              <a:ext uri="{FF2B5EF4-FFF2-40B4-BE49-F238E27FC236}">
                <ns2:creationId id="{1FCD7DFC-C60B-42E2-B9F4-A267B8C61A4F}"/>
              </a:ext>
            </a:extLst>
          </p:cNvPr>
          <p:cNvSpPr>
            <a:spLocks noGrp="1"/>
          </p:cNvSpPr>
          <p:nvPr/>
        </p:nvSpPr>
        <p:spPr>
          <a:xfrm>
            <a:off x="457200" y="462915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0" name="icon-network-890">
            <a:extLst>
              <a:ext uri="{FF2B5EF4-FFF2-40B4-BE49-F238E27FC236}">
                <ns2:creationId id="{ADA1329D-7973-4775-BD3B-93E0D0441332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1" name="icon-network-891">
            <a:extLst>
              <a:ext uri="{FF2B5EF4-FFF2-40B4-BE49-F238E27FC236}">
                <ns2:creationId id="{BDE5D1DF-6F90-4ADE-880D-7027D8A81B5B}"/>
              </a:ext>
            </a:extLst>
          </p:cNvPr>
          <p:cNvSpPr>
            <a:spLocks noGrp="1"/>
          </p:cNvSpPr>
          <p:nvPr/>
        </p:nvSpPr>
        <p:spPr>
          <a:xfrm>
            <a:off x="1133475" y="45624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2" name="icon-network-892">
            <a:extLst>
              <a:ext uri="{FF2B5EF4-FFF2-40B4-BE49-F238E27FC236}">
                <ns2:creationId id="{AAD1AB06-16C7-4336-B9F9-EF4CA93EFEE0}"/>
              </a:ext>
            </a:extLst>
          </p:cNvPr>
          <p:cNvSpPr>
            <a:spLocks noGrp="1"/>
          </p:cNvSpPr>
          <p:nvPr/>
        </p:nvSpPr>
        <p:spPr>
          <a:xfrm>
            <a:off x="990600" y="5067300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3" name="icon-network-893">
            <a:extLst>
              <a:ext uri="{FF2B5EF4-FFF2-40B4-BE49-F238E27FC236}">
                <ns2:creationId id="{BA4D73E9-9C4D-47C9-BD73-9A833CFBDE6C}"/>
              </a:ext>
            </a:extLst>
          </p:cNvPr>
          <p:cNvSpPr>
            <a:spLocks noGrp="1"/>
          </p:cNvSpPr>
          <p:nvPr/>
        </p:nvSpPr>
        <p:spPr>
          <a:xfrm>
            <a:off x="561975" y="5057775"/>
            <a:ext cx="133350" cy="133350"/>
          </a:xfrm>
          <a:prstGeom prst="ellipse">
            <a:avLst/>
          </a:prstGeom>
          <a:solidFill>
            <a:srgbClr val="FFFFFF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84" name="text-894">
            <a:extLst>
              <a:ext uri="{FF2B5EF4-FFF2-40B4-BE49-F238E27FC236}">
                <ns2:creationId id="{761E1876-2B1A-46D6-8715-E07E33F71D54}"/>
              </a:ext>
            </a:extLst>
          </p:cNvPr>
          <p:cNvSpPr>
            <a:spLocks noGrp="1"/>
          </p:cNvSpPr>
          <p:nvPr/>
        </p:nvSpPr>
        <p:spPr>
          <a:xfrm>
            <a:off x="152400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85" name="text-895">
            <a:extLst>
              <a:ext uri="{FF2B5EF4-FFF2-40B4-BE49-F238E27FC236}">
                <ns2:creationId id="{DA1F54A6-A4DE-4F05-BBC4-81A2A257AF04}"/>
              </a:ext>
            </a:extLst>
          </p:cNvPr>
          <p:cNvSpPr>
            <a:spLocks noGrp="1"/>
          </p:cNvSpPr>
          <p:nvPr/>
        </p:nvSpPr>
        <p:spPr>
          <a:xfrm>
            <a:off x="152400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相关关系难以区分解释</a:t>
            </a:r>
            <a:endParaRPr/>
          </a:p>
        </p:txBody>
      </p:sp>
      <p:sp>
        <p:nvSpPr>
          <p:cNvPr id="86" name="line-896">
            <a:extLst>
              <a:ext uri="{FF2B5EF4-FFF2-40B4-BE49-F238E27FC236}">
                <ns2:creationId id="{B2C8AABA-F857-4DDE-B2F7-D4231F023BA3}"/>
              </a:ext>
            </a:extLst>
          </p:cNvPr>
          <p:cNvSpPr>
            <a:spLocks noGrp="1"/>
          </p:cNvSpPr>
          <p:nvPr/>
        </p:nvSpPr>
        <p:spPr>
          <a:xfrm>
            <a:off x="1524000" y="500062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87" name="text-897">
            <a:extLst>
              <a:ext uri="{FF2B5EF4-FFF2-40B4-BE49-F238E27FC236}">
                <ns2:creationId id="{823D2A94-1B77-4030-AA19-F20B2476126C}"/>
              </a:ext>
            </a:extLst>
          </p:cNvPr>
          <p:cNvSpPr>
            <a:spLocks noGrp="1"/>
          </p:cNvSpPr>
          <p:nvPr/>
        </p:nvSpPr>
        <p:spPr>
          <a:xfrm>
            <a:off x="152400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88" name="text-898">
            <a:extLst>
              <a:ext uri="{FF2B5EF4-FFF2-40B4-BE49-F238E27FC236}">
                <ns2:creationId id="{31A67130-76BB-419F-8DCB-63E14AD5228E}"/>
              </a:ext>
            </a:extLst>
          </p:cNvPr>
          <p:cNvSpPr>
            <a:spLocks noGrp="1"/>
          </p:cNvSpPr>
          <p:nvPr/>
        </p:nvSpPr>
        <p:spPr>
          <a:xfrm>
            <a:off x="152400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完善对照与干预</a:t>
            </a:r>
            <a:endParaRPr/>
          </a:p>
        </p:txBody>
      </p:sp>
      <p:sp>
        <p:nvSpPr>
          <p:cNvPr id="89" name="panel-899">
            <a:extLst>
              <a:ext uri="{FF2B5EF4-FFF2-40B4-BE49-F238E27FC236}">
                <ns2:creationId id="{51527BE0-625E-4AFA-BECE-9E87A194CB91}"/>
              </a:ext>
            </a:extLst>
          </p:cNvPr>
          <p:cNvSpPr>
            <a:spLocks noGrp="1"/>
          </p:cNvSpPr>
          <p:nvPr/>
        </p:nvSpPr>
        <p:spPr>
          <a:xfrm>
            <a:off x="4200525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90" name="shape-900">
            <a:extLst>
              <a:ext uri="{FF2B5EF4-FFF2-40B4-BE49-F238E27FC236}">
                <ns2:creationId id="{1D410AF0-0F7C-461C-B523-F4B7E3CB11E6}"/>
              </a:ext>
            </a:extLst>
          </p:cNvPr>
          <p:cNvSpPr>
            <a:spLocks noGrp="1"/>
          </p:cNvSpPr>
          <p:nvPr/>
        </p:nvSpPr>
        <p:spPr>
          <a:xfrm>
            <a:off x="4210050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91" name="vector-901">
            <a:extLst>
              <a:ext uri="{FF2B5EF4-FFF2-40B4-BE49-F238E27FC236}">
                <ns2:creationId id="{FEB66B01-D24D-4209-8FAA-590621179702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92" name="vector-902">
            <a:extLst>
              <a:ext uri="{FF2B5EF4-FFF2-40B4-BE49-F238E27FC236}">
                <ns2:creationId id="{F34AE9BA-A2F4-4541-8994-F373EF37F4DD}"/>
              </a:ext>
            </a:extLst>
          </p:cNvPr>
          <p:cNvSpPr>
            <a:spLocks noGrp="1"/>
          </p:cNvSpPr>
          <p:nvPr/>
        </p:nvSpPr>
        <p:spPr>
          <a:xfrm>
            <a:off x="4314825" y="3581400"/>
            <a:ext cx="257175" cy="257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93" name="icon-chart-903">
            <a:extLst>
              <a:ext uri="{FF2B5EF4-FFF2-40B4-BE49-F238E27FC236}">
                <ns2:creationId id="{3EDB9760-079B-46C4-9025-DB7AC2576258}"/>
              </a:ext>
            </a:extLst>
          </p:cNvPr>
          <p:cNvSpPr>
            <a:spLocks noGrp="1"/>
          </p:cNvSpPr>
          <p:nvPr/>
        </p:nvSpPr>
        <p:spPr>
          <a:xfrm>
            <a:off x="4379119" y="3720275"/>
            <a:ext cx="33433" cy="84868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4" name="icon-chart-904">
            <a:extLst>
              <a:ext uri="{FF2B5EF4-FFF2-40B4-BE49-F238E27FC236}">
                <ns2:creationId id="{27A7FBDA-48DC-4642-8911-D551B778D590}"/>
              </a:ext>
            </a:extLst>
          </p:cNvPr>
          <p:cNvSpPr>
            <a:spLocks noGrp="1"/>
          </p:cNvSpPr>
          <p:nvPr/>
        </p:nvSpPr>
        <p:spPr>
          <a:xfrm>
            <a:off x="4435697" y="3673983"/>
            <a:ext cx="33433" cy="131159"/>
          </a:xfrm>
          <a:prstGeom prst="rect">
            <a:avLst/>
          </a:prstGeom>
          <a:solidFill>
            <a:srgbClr val="5D7795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5" name="icon-chart-905">
            <a:extLst>
              <a:ext uri="{FF2B5EF4-FFF2-40B4-BE49-F238E27FC236}">
                <ns2:creationId id="{1E8C57C7-CE08-4D7B-837F-C8CA7E7CA8E0}"/>
              </a:ext>
            </a:extLst>
          </p:cNvPr>
          <p:cNvSpPr>
            <a:spLocks noGrp="1"/>
          </p:cNvSpPr>
          <p:nvPr/>
        </p:nvSpPr>
        <p:spPr>
          <a:xfrm>
            <a:off x="4492276" y="3622548"/>
            <a:ext cx="33433" cy="182594"/>
          </a:xfrm>
          <a:prstGeom prst="rect">
            <a:avLst/>
          </a:prstGeom>
          <a:solidFill>
            <a:srgbClr val="3F2F7A"/>
          </a:solidFill>
          <a:ln w="12383">
            <a:solidFill>
              <a:srgbClr val="3F2F7A"/>
            </a:solidFill>
            <a:prstDash val="solid"/>
          </a:ln>
        </p:spPr>
      </p:sp>
      <p:sp>
        <p:nvSpPr>
          <p:cNvPr id="96" name="text-906">
            <a:extLst>
              <a:ext uri="{FF2B5EF4-FFF2-40B4-BE49-F238E27FC236}">
                <ns2:creationId id="{317D44D0-906B-4470-8924-780B483ECB79}"/>
              </a:ext>
            </a:extLst>
          </p:cNvPr>
          <p:cNvSpPr>
            <a:spLocks noGrp="1"/>
          </p:cNvSpPr>
          <p:nvPr/>
        </p:nvSpPr>
        <p:spPr>
          <a:xfrm>
            <a:off x="4657725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模型稳健性</a:t>
            </a:r>
            <a:endParaRPr/>
          </a:p>
        </p:txBody>
      </p:sp>
      <p:sp>
        <p:nvSpPr>
          <p:cNvPr id="97" name="vector-907">
            <a:extLst>
              <a:ext uri="{FF2B5EF4-FFF2-40B4-BE49-F238E27FC236}">
                <ns2:creationId id="{05F8BC68-A27C-4438-81B4-5572A64BDBFA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98" name="vector-908">
            <a:extLst>
              <a:ext uri="{FF2B5EF4-FFF2-40B4-BE49-F238E27FC236}">
                <ns2:creationId id="{30017A32-C19E-42D3-8E96-AF6713FDC448}"/>
              </a:ext>
            </a:extLst>
          </p:cNvPr>
          <p:cNvSpPr>
            <a:spLocks noGrp="1"/>
          </p:cNvSpPr>
          <p:nvPr/>
        </p:nvSpPr>
        <p:spPr>
          <a:xfrm>
            <a:off x="4371975" y="4343400"/>
            <a:ext cx="952500" cy="9525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31750">
            <a:solidFill>
              <a:srgbClr val="3F2F7A"/>
            </a:solidFill>
            <a:prstDash val="solid"/>
          </a:ln>
        </p:spPr>
      </p:sp>
      <p:sp>
        <p:nvSpPr>
          <p:cNvPr id="99" name="icon-chart-909">
            <a:extLst>
              <a:ext uri="{FF2B5EF4-FFF2-40B4-BE49-F238E27FC236}">
                <ns2:creationId id="{572AC1AA-11D5-43E9-A787-A0E99582B677}"/>
              </a:ext>
            </a:extLst>
          </p:cNvPr>
          <p:cNvSpPr>
            <a:spLocks noGrp="1"/>
          </p:cNvSpPr>
          <p:nvPr/>
        </p:nvSpPr>
        <p:spPr>
          <a:xfrm>
            <a:off x="4610100" y="4857750"/>
            <a:ext cx="123825" cy="314325"/>
          </a:xfrm>
          <a:prstGeom prst="rect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00" name="icon-chart-910">
            <a:extLst>
              <a:ext uri="{FF2B5EF4-FFF2-40B4-BE49-F238E27FC236}">
                <ns2:creationId id="{D01C0150-4320-416F-BB69-C54B2A72C365}"/>
              </a:ext>
            </a:extLst>
          </p:cNvPr>
          <p:cNvSpPr>
            <a:spLocks noGrp="1"/>
          </p:cNvSpPr>
          <p:nvPr/>
        </p:nvSpPr>
        <p:spPr>
          <a:xfrm>
            <a:off x="4819650" y="4686300"/>
            <a:ext cx="123825" cy="485775"/>
          </a:xfrm>
          <a:prstGeom prst="rect">
            <a:avLst/>
          </a:prstGeom>
          <a:solidFill>
            <a:srgbClr val="5D7795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01" name="icon-chart-911">
            <a:extLst>
              <a:ext uri="{FF2B5EF4-FFF2-40B4-BE49-F238E27FC236}">
                <ns2:creationId id="{AC8A9254-6A24-411E-B014-38D90133FB6E}"/>
              </a:ext>
            </a:extLst>
          </p:cNvPr>
          <p:cNvSpPr>
            <a:spLocks noGrp="1"/>
          </p:cNvSpPr>
          <p:nvPr/>
        </p:nvSpPr>
        <p:spPr>
          <a:xfrm>
            <a:off x="5029200" y="4495800"/>
            <a:ext cx="123825" cy="676275"/>
          </a:xfrm>
          <a:prstGeom prst="rect">
            <a:avLst/>
          </a:prstGeom>
          <a:solidFill>
            <a:srgbClr val="3F2F7A"/>
          </a:solidFill>
          <a:ln w="29766">
            <a:solidFill>
              <a:srgbClr val="3F2F7A"/>
            </a:solidFill>
            <a:prstDash val="solid"/>
          </a:ln>
        </p:spPr>
      </p:sp>
      <p:sp>
        <p:nvSpPr>
          <p:cNvPr id="102" name="text-912">
            <a:extLst>
              <a:ext uri="{FF2B5EF4-FFF2-40B4-BE49-F238E27FC236}">
                <ns2:creationId id="{4500D67F-C238-40B1-8CF2-20C667854D19}"/>
              </a:ext>
            </a:extLst>
          </p:cNvPr>
          <p:cNvSpPr>
            <a:spLocks noGrp="1"/>
          </p:cNvSpPr>
          <p:nvPr/>
        </p:nvSpPr>
        <p:spPr>
          <a:xfrm>
            <a:off x="5495925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03" name="text-913">
            <a:extLst>
              <a:ext uri="{FF2B5EF4-FFF2-40B4-BE49-F238E27FC236}">
                <ns2:creationId id="{7CCF5B2E-7E44-4310-8C4C-CDB4B0242C8E}"/>
              </a:ext>
            </a:extLst>
          </p:cNvPr>
          <p:cNvSpPr>
            <a:spLocks noGrp="1"/>
          </p:cNvSpPr>
          <p:nvPr/>
        </p:nvSpPr>
        <p:spPr>
          <a:xfrm>
            <a:off x="5495925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结果可能依赖模型设定</a:t>
            </a:r>
            <a:endParaRPr/>
          </a:p>
        </p:txBody>
      </p:sp>
      <p:sp>
        <p:nvSpPr>
          <p:cNvPr id="104" name="line-914">
            <a:extLst>
              <a:ext uri="{FF2B5EF4-FFF2-40B4-BE49-F238E27FC236}">
                <ns2:creationId id="{4AA07BC6-1775-4B3F-AA5C-9781887185C5}"/>
              </a:ext>
            </a:extLst>
          </p:cNvPr>
          <p:cNvSpPr>
            <a:spLocks noGrp="1"/>
          </p:cNvSpPr>
          <p:nvPr/>
        </p:nvSpPr>
        <p:spPr>
          <a:xfrm>
            <a:off x="5495925" y="500062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105" name="text-915">
            <a:extLst>
              <a:ext uri="{FF2B5EF4-FFF2-40B4-BE49-F238E27FC236}">
                <ns2:creationId id="{37BC30D9-705D-4346-ABF3-41E90C0CD76D}"/>
              </a:ext>
            </a:extLst>
          </p:cNvPr>
          <p:cNvSpPr>
            <a:spLocks noGrp="1"/>
          </p:cNvSpPr>
          <p:nvPr/>
        </p:nvSpPr>
        <p:spPr>
          <a:xfrm>
            <a:off x="5495925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06" name="text-916">
            <a:extLst>
              <a:ext uri="{FF2B5EF4-FFF2-40B4-BE49-F238E27FC236}">
                <ns2:creationId id="{4B00BAA6-DD14-4931-B605-CA2BE0E2ECF3}"/>
              </a:ext>
            </a:extLst>
          </p:cNvPr>
          <p:cNvSpPr>
            <a:spLocks noGrp="1"/>
          </p:cNvSpPr>
          <p:nvPr/>
        </p:nvSpPr>
        <p:spPr>
          <a:xfrm>
            <a:off x="5495925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比较替代模型</a:t>
            </a:r>
            <a:endParaRPr/>
          </a:p>
        </p:txBody>
      </p:sp>
      <p:sp>
        <p:nvSpPr>
          <p:cNvPr id="107" name="panel-917">
            <a:extLst>
              <a:ext uri="{FF2B5EF4-FFF2-40B4-BE49-F238E27FC236}">
                <ns2:creationId id="{F686F0AD-D5AF-4533-9A0C-FAD5BD1DAD1C}"/>
              </a:ext>
            </a:extLst>
          </p:cNvPr>
          <p:cNvSpPr>
            <a:spLocks noGrp="1"/>
          </p:cNvSpPr>
          <p:nvPr/>
        </p:nvSpPr>
        <p:spPr>
          <a:xfrm>
            <a:off x="8172450" y="3505200"/>
            <a:ext cx="3800475" cy="2447925"/>
          </a:xfrm>
          <a:prstGeom prst="roundRect">
            <a:avLst>
              <a:gd name="adj" fmla="val 3113"/>
            </a:avLst>
          </a:prstGeom>
          <a:solidFill>
            <a:srgbClr val="FFFFFF"/>
          </a:solidFill>
          <a:ln w="9525">
            <a:solidFill>
              <a:srgbClr val="DEDCE8"/>
            </a:solidFill>
            <a:prstDash val="solid"/>
          </a:ln>
        </p:spPr>
      </p:sp>
      <p:sp>
        <p:nvSpPr>
          <p:cNvPr id="108" name="shape-918">
            <a:extLst>
              <a:ext uri="{FF2B5EF4-FFF2-40B4-BE49-F238E27FC236}">
                <ns2:creationId id="{72702B08-C2E8-4DE8-8648-EF5FDC5E58B4}"/>
              </a:ext>
            </a:extLst>
          </p:cNvPr>
          <p:cNvSpPr>
            <a:spLocks noGrp="1"/>
          </p:cNvSpPr>
          <p:nvPr/>
        </p:nvSpPr>
        <p:spPr>
          <a:xfrm>
            <a:off x="8181975" y="3514725"/>
            <a:ext cx="3781425" cy="400050"/>
          </a:xfrm>
          <a:prstGeom prst="roundRect">
            <a:avLst>
              <a:gd name="adj" fmla="val 19048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09" name="icon-compass-919">
            <a:extLst>
              <a:ext uri="{FF2B5EF4-FFF2-40B4-BE49-F238E27FC236}">
                <ns2:creationId id="{7229B405-FFE4-405B-9CE6-7843E61AFDCF}"/>
              </a:ext>
            </a:extLst>
          </p:cNvPr>
          <p:cNvSpPr>
            <a:spLocks noGrp="1"/>
          </p:cNvSpPr>
          <p:nvPr/>
        </p:nvSpPr>
        <p:spPr>
          <a:xfrm>
            <a:off x="8302181" y="3596831"/>
            <a:ext cx="226314" cy="226314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110" name="vector-920">
            <a:extLst>
              <a:ext uri="{FF2B5EF4-FFF2-40B4-BE49-F238E27FC236}">
                <ns2:creationId id="{82C24DB9-CA4A-4CF4-AC61-81A3F544C90A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3F2F7A"/>
          </a:solidFill>
          <a:ln w="14288">
            <a:noFill/>
            <a:prstDash val="solid"/>
          </a:ln>
        </p:spPr>
      </p:sp>
      <p:sp>
        <p:nvSpPr>
          <p:cNvPr id="111" name="vector-921">
            <a:extLst>
              <a:ext uri="{FF2B5EF4-FFF2-40B4-BE49-F238E27FC236}">
                <ns2:creationId id="{BD1954BF-E09C-49E7-991A-21C1CAB6B5D8}"/>
              </a:ext>
            </a:extLst>
          </p:cNvPr>
          <p:cNvSpPr>
            <a:spLocks noGrp="1"/>
          </p:cNvSpPr>
          <p:nvPr/>
        </p:nvSpPr>
        <p:spPr>
          <a:xfrm>
            <a:off x="8286750" y="3581400"/>
            <a:ext cx="257175" cy="257175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58116"/>
          </a:solidFill>
          <a:ln w="14288">
            <a:noFill/>
            <a:prstDash val="solid"/>
          </a:ln>
        </p:spPr>
      </p:sp>
      <p:sp>
        <p:nvSpPr>
          <p:cNvPr id="112" name="text-922">
            <a:extLst>
              <a:ext uri="{FF2B5EF4-FFF2-40B4-BE49-F238E27FC236}">
                <ns2:creationId id="{C0D0D8BC-7CC3-405A-BD64-FB30A4EA2468}"/>
              </a:ext>
            </a:extLst>
          </p:cNvPr>
          <p:cNvSpPr>
            <a:spLocks noGrp="1"/>
          </p:cNvSpPr>
          <p:nvPr/>
        </p:nvSpPr>
        <p:spPr>
          <a:xfrm>
            <a:off x="8629650" y="3571875"/>
            <a:ext cx="32289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外推边界</a:t>
            </a:r>
            <a:endParaRPr/>
          </a:p>
        </p:txBody>
      </p:sp>
      <p:sp>
        <p:nvSpPr>
          <p:cNvPr id="113" name="icon-compass-923">
            <a:extLst>
              <a:ext uri="{FF2B5EF4-FFF2-40B4-BE49-F238E27FC236}">
                <ns2:creationId id="{AAC18344-19FA-43FA-88C4-420BB0366736}"/>
              </a:ext>
            </a:extLst>
          </p:cNvPr>
          <p:cNvSpPr>
            <a:spLocks noGrp="1"/>
          </p:cNvSpPr>
          <p:nvPr/>
        </p:nvSpPr>
        <p:spPr>
          <a:xfrm>
            <a:off x="8401050" y="4400550"/>
            <a:ext cx="838200" cy="838200"/>
          </a:xfrm>
          <a:prstGeom prst="ellipse">
            <a:avLst/>
          </a:prstGeom>
          <a:noFill/>
          <a:ln w="29766">
            <a:solidFill>
              <a:srgbClr val="3F2F7A"/>
            </a:solidFill>
            <a:prstDash val="solid"/>
          </a:ln>
        </p:spPr>
      </p:sp>
      <p:sp>
        <p:nvSpPr>
          <p:cNvPr id="114" name="vector-924">
            <a:extLst>
              <a:ext uri="{FF2B5EF4-FFF2-40B4-BE49-F238E27FC236}">
                <ns2:creationId id="{22DEAC6A-22C7-4806-8EFB-67FE770D9F9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3F2F7A"/>
          </a:solidFill>
          <a:ln w="14288">
            <a:noFill/>
            <a:prstDash val="solid"/>
          </a:ln>
        </p:spPr>
      </p:sp>
      <p:sp>
        <p:nvSpPr>
          <p:cNvPr id="115" name="vector-925">
            <a:extLst>
              <a:ext uri="{FF2B5EF4-FFF2-40B4-BE49-F238E27FC236}">
                <ns2:creationId id="{5439BED5-EEB8-407D-A256-CDBFFEFA2951}"/>
              </a:ext>
            </a:extLst>
          </p:cNvPr>
          <p:cNvSpPr>
            <a:spLocks noGrp="1"/>
          </p:cNvSpPr>
          <p:nvPr/>
        </p:nvSpPr>
        <p:spPr>
          <a:xfrm>
            <a:off x="8343900" y="4343400"/>
            <a:ext cx="952500" cy="95250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58116"/>
          </a:solidFill>
          <a:ln w="14288">
            <a:noFill/>
            <a:prstDash val="solid"/>
          </a:ln>
        </p:spPr>
      </p:sp>
      <p:sp>
        <p:nvSpPr>
          <p:cNvPr id="116" name="text-926">
            <a:extLst>
              <a:ext uri="{FF2B5EF4-FFF2-40B4-BE49-F238E27FC236}">
                <ns2:creationId id="{00316DE5-6D9E-401A-9F72-5085BC8A8633}"/>
              </a:ext>
            </a:extLst>
          </p:cNvPr>
          <p:cNvSpPr>
            <a:spLocks noGrp="1"/>
          </p:cNvSpPr>
          <p:nvPr/>
        </p:nvSpPr>
        <p:spPr>
          <a:xfrm>
            <a:off x="9467850" y="409575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117" name="text-927">
            <a:extLst>
              <a:ext uri="{FF2B5EF4-FFF2-40B4-BE49-F238E27FC236}">
                <ns2:creationId id="{19BDF6EC-D81A-47A1-B268-AF019CCC8FB9}"/>
              </a:ext>
            </a:extLst>
          </p:cNvPr>
          <p:cNvSpPr>
            <a:spLocks noGrp="1"/>
          </p:cNvSpPr>
          <p:nvPr/>
        </p:nvSpPr>
        <p:spPr>
          <a:xfrm>
            <a:off x="9467850" y="4391025"/>
            <a:ext cx="23241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情景条件可能改变</a:t>
            </a:r>
            <a:endParaRPr/>
          </a:p>
        </p:txBody>
      </p:sp>
      <p:sp>
        <p:nvSpPr>
          <p:cNvPr id="118" name="line-928">
            <a:extLst>
              <a:ext uri="{FF2B5EF4-FFF2-40B4-BE49-F238E27FC236}">
                <ns2:creationId id="{F7F65DE1-557F-4365-BAE7-A4971B1D844A}"/>
              </a:ext>
            </a:extLst>
          </p:cNvPr>
          <p:cNvSpPr>
            <a:spLocks noGrp="1"/>
          </p:cNvSpPr>
          <p:nvPr/>
        </p:nvSpPr>
        <p:spPr>
          <a:xfrm>
            <a:off x="9467850" y="5000625"/>
            <a:ext cx="2276475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119" name="text-929">
            <a:extLst>
              <a:ext uri="{FF2B5EF4-FFF2-40B4-BE49-F238E27FC236}">
                <ns2:creationId id="{6368B308-95EA-47E7-959F-9637854D3244}"/>
              </a:ext>
            </a:extLst>
          </p:cNvPr>
          <p:cNvSpPr>
            <a:spLocks noGrp="1"/>
          </p:cNvSpPr>
          <p:nvPr/>
        </p:nvSpPr>
        <p:spPr>
          <a:xfrm>
            <a:off x="9467850" y="5105400"/>
            <a:ext cx="2286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应对</a:t>
            </a:r>
          </a:p>
        </p:txBody>
      </p:sp>
      <p:sp>
        <p:nvSpPr>
          <p:cNvPr id="120" name="text-930">
            <a:extLst>
              <a:ext uri="{FF2B5EF4-FFF2-40B4-BE49-F238E27FC236}">
                <ns2:creationId id="{644D21A1-AEA6-4944-879A-00D34C139367}"/>
              </a:ext>
            </a:extLst>
          </p:cNvPr>
          <p:cNvSpPr>
            <a:spLocks noGrp="1"/>
          </p:cNvSpPr>
          <p:nvPr/>
        </p:nvSpPr>
        <p:spPr>
          <a:xfrm>
            <a:off x="9467850" y="5400675"/>
            <a:ext cx="2324100" cy="428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明确适用范围</a:t>
            </a:r>
            <a:endParaRPr/>
          </a:p>
        </p:txBody>
      </p:sp>
      <p:sp>
        <p:nvSpPr>
          <p:cNvPr id="121" name="shape-931">
            <a:extLst>
              <a:ext uri="{FF2B5EF4-FFF2-40B4-BE49-F238E27FC236}">
                <ns2:creationId id="{C8213CC0-1B34-4D54-A182-5EAB81ABF212}"/>
              </a:ext>
            </a:extLst>
          </p:cNvPr>
          <p:cNvSpPr>
            <a:spLocks noGrp="1"/>
          </p:cNvSpPr>
          <p:nvPr/>
        </p:nvSpPr>
        <p:spPr>
          <a:xfrm>
            <a:off x="228600" y="6219825"/>
            <a:ext cx="11734800" cy="323850"/>
          </a:xfrm>
          <a:prstGeom prst="roundRect">
            <a:avLst>
              <a:gd name="adj" fmla="val 23529"/>
            </a:avLst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22" name="text-932">
            <a:extLst>
              <a:ext uri="{FF2B5EF4-FFF2-40B4-BE49-F238E27FC236}">
                <ns2:creationId id="{C9BF64A0-E60E-4543-AA4C-773F5ED47063}"/>
              </a:ext>
            </a:extLst>
          </p:cNvPr>
          <p:cNvSpPr>
            <a:spLocks noGrp="1"/>
          </p:cNvSpPr>
          <p:nvPr/>
        </p:nvSpPr>
        <p:spPr>
          <a:xfrm>
            <a:off x="361950" y="6257925"/>
            <a:ext cx="11468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下一步工作围绕可识别的</a:t>
            </a:r>
            <a:r>
              <a:rPr sz="1575" b="1">
                <a:latin typeface="Noto Sans CJK SC"/>
                <a:ea typeface="Noto Sans CJK SC"/>
                <a:cs typeface="Noto Sans CJK SC"/>
                <a:solidFill>
                  <a:srgbClr val="A58116"/>
                </a:solidFill>
              </a:rPr>
              <a:t>证据缺口</a:t>
            </a:r>
            <a:r>
              <a:rPr sz="15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展开</a:t>
            </a:r>
            <a:endParaRPr/>
          </a:p>
        </p:txBody>
      </p:sp>
      <p:sp>
        <p:nvSpPr>
          <p:cNvPr id="123" name="text-933">
            <a:extLst>
              <a:ext uri="{FF2B5EF4-FFF2-40B4-BE49-F238E27FC236}">
                <ns2:creationId id="{D3D20350-7165-44E3-9DFD-FB9E0CDD0972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124" name="text-934">
            <a:extLst>
              <a:ext uri="{FF2B5EF4-FFF2-40B4-BE49-F238E27FC236}">
                <ns2:creationId id="{1B518F5D-5E79-413C-AE7C-CFB44DE15D2E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04</a:t>
            </a:r>
            <a:endParaRPr/>
          </a:p>
        </p:txBody>
      </p:sp>
    </p:spTree>
    <p:extLst>
      <p:ext uri="{BB962C8B-B14F-4D97-AF65-F5344CB8AC3E}">
        <ns3:creationId val="1684708780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91" name="text-935">
            <a:extLst>
              <a:ext uri="{FF2B5EF4-FFF2-40B4-BE49-F238E27FC236}">
                <ns2:creationId id="{3AF47E1C-A3E5-4F58-84B3-C54D42EF45B8}"/>
              </a:ext>
            </a:extLst>
          </p:cNvPr>
          <p:cNvSpPr>
            <a:spLocks noGrp="1"/>
          </p:cNvSpPr>
          <p:nvPr/>
        </p:nvSpPr>
        <p:spPr>
          <a:xfrm>
            <a:off x="228600" y="152400"/>
            <a:ext cx="11734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研究展望｜格局描述与机制检验</a:t>
            </a:r>
            <a:endParaRPr/>
          </a:p>
        </p:txBody>
      </p:sp>
      <p:sp>
        <p:nvSpPr>
          <p:cNvPr id="2" name="line-936">
            <a:extLst>
              <a:ext uri="{FF2B5EF4-FFF2-40B4-BE49-F238E27FC236}">
                <ns2:creationId id="{EA2E9FD2-DAE1-4096-AF3C-A9469BDDCECE}"/>
              </a:ext>
            </a:extLst>
          </p:cNvPr>
          <p:cNvSpPr>
            <a:spLocks noGrp="1"/>
          </p:cNvSpPr>
          <p:nvPr/>
        </p:nvSpPr>
        <p:spPr>
          <a:xfrm>
            <a:off x="228600" y="695325"/>
            <a:ext cx="11734800" cy="95"/>
          </a:xfrm>
          <a:prstGeom prst="line">
            <a:avLst/>
          </a:prstGeom>
          <a:noFill/>
          <a:ln w="16193">
            <a:solidFill>
              <a:srgbClr val="3F2F7A"/>
            </a:solidFill>
            <a:prstDash val="solid"/>
          </a:ln>
        </p:spPr>
      </p:sp>
      <p:sp>
        <p:nvSpPr>
          <p:cNvPr id="3" name="shape-937">
            <a:extLst>
              <a:ext uri="{FF2B5EF4-FFF2-40B4-BE49-F238E27FC236}">
                <ns2:creationId id="{07E1F067-AE02-49AA-AF62-77EA20BEE230}"/>
              </a:ext>
            </a:extLst>
          </p:cNvPr>
          <p:cNvSpPr>
            <a:spLocks noGrp="1"/>
          </p:cNvSpPr>
          <p:nvPr/>
        </p:nvSpPr>
        <p:spPr>
          <a:xfrm>
            <a:off x="228600" y="952500"/>
            <a:ext cx="1457325" cy="1476375"/>
          </a:xfrm>
          <a:prstGeom prst="rect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4" name="icon-search-938">
            <a:extLst>
              <a:ext uri="{FF2B5EF4-FFF2-40B4-BE49-F238E27FC236}">
                <ns2:creationId id="{CC4D31F5-4DCE-4A5B-B0F3-135EAFC9AAC9}"/>
              </a:ext>
            </a:extLst>
          </p:cNvPr>
          <p:cNvSpPr>
            <a:spLocks noGrp="1"/>
          </p:cNvSpPr>
          <p:nvPr/>
        </p:nvSpPr>
        <p:spPr>
          <a:xfrm>
            <a:off x="713423" y="1122998"/>
            <a:ext cx="270701" cy="270701"/>
          </a:xfrm>
          <a:prstGeom prst="ellipse">
            <a:avLst/>
          </a:prstGeom>
          <a:noFill/>
          <a:ln w="14585">
            <a:solidFill>
              <a:srgbClr val="3F2F7A"/>
            </a:solidFill>
            <a:prstDash val="solid"/>
          </a:ln>
        </p:spPr>
      </p:sp>
      <p:sp>
        <p:nvSpPr>
          <p:cNvPr id="5" name="vector-939">
            <a:extLst>
              <a:ext uri="{FF2B5EF4-FFF2-40B4-BE49-F238E27FC236}">
                <ns2:creationId id="{0803A262-CF0E-40B2-A236-A04579E3FA48}"/>
              </a:ext>
            </a:extLst>
          </p:cNvPr>
          <p:cNvSpPr>
            <a:spLocks noGrp="1"/>
          </p:cNvSpPr>
          <p:nvPr/>
        </p:nvSpPr>
        <p:spPr>
          <a:xfrm>
            <a:off x="666750" y="1076325"/>
            <a:ext cx="466725" cy="466725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" name="text-940">
            <a:extLst>
              <a:ext uri="{FF2B5EF4-FFF2-40B4-BE49-F238E27FC236}">
                <ns2:creationId id="{64250BAB-4BD9-4AFC-8C11-63DC11D8BCDD}"/>
              </a:ext>
            </a:extLst>
          </p:cNvPr>
          <p:cNvSpPr>
            <a:spLocks noGrp="1"/>
          </p:cNvSpPr>
          <p:nvPr/>
        </p:nvSpPr>
        <p:spPr>
          <a:xfrm>
            <a:off x="352425" y="166687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观察层面</a:t>
            </a:r>
            <a:endParaRPr/>
          </a:p>
        </p:txBody>
      </p:sp>
      <p:sp>
        <p:nvSpPr>
          <p:cNvPr id="7" name="text-941">
            <a:extLst>
              <a:ext uri="{FF2B5EF4-FFF2-40B4-BE49-F238E27FC236}">
                <ns2:creationId id="{B67C43D4-3F01-4AA4-8B5A-875B608582BD}"/>
              </a:ext>
            </a:extLst>
          </p:cNvPr>
          <p:cNvSpPr>
            <a:spLocks noGrp="1"/>
          </p:cNvSpPr>
          <p:nvPr/>
        </p:nvSpPr>
        <p:spPr>
          <a:xfrm>
            <a:off x="333375" y="207645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回答“是什么”</a:t>
            </a:r>
            <a:endParaRPr/>
          </a:p>
        </p:txBody>
      </p:sp>
      <p:sp>
        <p:nvSpPr>
          <p:cNvPr id="8" name="vector-942">
            <a:extLst>
              <a:ext uri="{FF2B5EF4-FFF2-40B4-BE49-F238E27FC236}">
                <ns2:creationId id="{6CE26792-D546-4758-80ED-5ABBCCB151C3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6675" y="190500"/>
                </a:moveTo>
                <a:lnTo>
                  <a:pt x="314325" y="95250"/>
                </a:lnTo>
                <a:lnTo>
                  <a:pt x="628650" y="190500"/>
                </a:lnTo>
                <a:lnTo>
                  <a:pt x="885825" y="95250"/>
                </a:lnTo>
                <a:lnTo>
                  <a:pt x="885825" y="762000"/>
                </a:lnTo>
                <a:lnTo>
                  <a:pt x="628650" y="857250"/>
                </a:lnTo>
                <a:lnTo>
                  <a:pt x="314325" y="762000"/>
                </a:lnTo>
                <a:lnTo>
                  <a:pt x="66675" y="8572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9" name="vector-943">
            <a:extLst>
              <a:ext uri="{FF2B5EF4-FFF2-40B4-BE49-F238E27FC236}">
                <ns2:creationId id="{2E2A0E8E-33E4-4AFA-8F52-EC3B09DC1397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314325" y="95250"/>
                </a:moveTo>
                <a:lnTo>
                  <a:pt x="314325" y="762000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10" name="vector-944">
            <a:extLst>
              <a:ext uri="{FF2B5EF4-FFF2-40B4-BE49-F238E27FC236}">
                <ns2:creationId id="{E05650E2-0797-43E9-B0CD-C86796D637FB}"/>
              </a:ext>
            </a:extLst>
          </p:cNvPr>
          <p:cNvSpPr>
            <a:spLocks noGrp="1"/>
          </p:cNvSpPr>
          <p:nvPr/>
        </p:nvSpPr>
        <p:spPr>
          <a:xfrm>
            <a:off x="1924050" y="1190625"/>
            <a:ext cx="685800" cy="685800"/>
          </a:xfrm>
          <a:custGeom>
            <a:pathLst>
              <a:path w="952500" h="952500">
                <a:moveTo>
                  <a:pt x="628650" y="190500"/>
                </a:moveTo>
                <a:lnTo>
                  <a:pt x="628650" y="857250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11" name="icon-map-945">
            <a:extLst>
              <a:ext uri="{FF2B5EF4-FFF2-40B4-BE49-F238E27FC236}">
                <ns2:creationId id="{7B967702-2E53-4940-8781-6922ACE241CC}"/>
              </a:ext>
            </a:extLst>
          </p:cNvPr>
          <p:cNvSpPr>
            <a:spLocks noGrp="1"/>
          </p:cNvSpPr>
          <p:nvPr/>
        </p:nvSpPr>
        <p:spPr>
          <a:xfrm>
            <a:off x="2198370" y="1355217"/>
            <a:ext cx="150876" cy="150876"/>
          </a:xfrm>
          <a:prstGeom prst="ellipse">
            <a:avLst/>
          </a:prstGeom>
          <a:solidFill>
            <a:srgbClr val="3F2F7A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12" name="text-946">
            <a:extLst>
              <a:ext uri="{FF2B5EF4-FFF2-40B4-BE49-F238E27FC236}">
                <ns2:creationId id="{7537188A-1D96-43B8-A83F-10C2CBFFD9AC}"/>
              </a:ext>
            </a:extLst>
          </p:cNvPr>
          <p:cNvSpPr>
            <a:spLocks noGrp="1"/>
          </p:cNvSpPr>
          <p:nvPr/>
        </p:nvSpPr>
        <p:spPr>
          <a:xfrm>
            <a:off x="1838325" y="198120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格局描述</a:t>
            </a:r>
            <a:endParaRPr/>
          </a:p>
        </p:txBody>
      </p:sp>
      <p:sp>
        <p:nvSpPr>
          <p:cNvPr id="13" name="arrow-947">
            <a:extLst>
              <a:ext uri="{FF2B5EF4-FFF2-40B4-BE49-F238E27FC236}">
                <ns2:creationId id="{C671E254-1C49-43EF-9FF3-82BF35BDACAE}"/>
              </a:ext>
            </a:extLst>
          </p:cNvPr>
          <p:cNvSpPr>
            <a:spLocks noGrp="1"/>
          </p:cNvSpPr>
          <p:nvPr/>
        </p:nvSpPr>
        <p:spPr>
          <a:xfrm>
            <a:off x="4124325" y="1181100"/>
            <a:ext cx="4057650" cy="962025"/>
          </a:xfrm>
          <a:prstGeom prst="rightArrow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14" name="text-948">
            <a:extLst>
              <a:ext uri="{FF2B5EF4-FFF2-40B4-BE49-F238E27FC236}">
                <ns2:creationId id="{09C5818E-F59B-4D5F-893C-69E65F388FB4}"/>
              </a:ext>
            </a:extLst>
          </p:cNvPr>
          <p:cNvSpPr>
            <a:spLocks noGrp="1"/>
          </p:cNvSpPr>
          <p:nvPr/>
        </p:nvSpPr>
        <p:spPr>
          <a:xfrm>
            <a:off x="4371975" y="132397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增加梯度与重复观测</a:t>
            </a:r>
            <a:endParaRPr/>
          </a:p>
        </p:txBody>
      </p:sp>
      <p:sp>
        <p:nvSpPr>
          <p:cNvPr id="15" name="text-949">
            <a:extLst>
              <a:ext uri="{FF2B5EF4-FFF2-40B4-BE49-F238E27FC236}">
                <ns2:creationId id="{D4E65885-4BF8-4C9E-92DA-A4E7C68631A4}"/>
              </a:ext>
            </a:extLst>
          </p:cNvPr>
          <p:cNvSpPr>
            <a:spLocks noGrp="1"/>
          </p:cNvSpPr>
          <p:nvPr/>
        </p:nvSpPr>
        <p:spPr>
          <a:xfrm>
            <a:off x="4371975" y="174307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扩展空间范围与观测时间</a:t>
            </a:r>
            <a:endParaRPr/>
          </a:p>
        </p:txBody>
      </p:sp>
      <p:sp>
        <p:nvSpPr>
          <p:cNvPr id="16" name="vector-950">
            <a:extLst>
              <a:ext uri="{FF2B5EF4-FFF2-40B4-BE49-F238E27FC236}">
                <ns2:creationId id="{254DBD64-B723-4E27-8933-275FB70D6A3C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17" name="vector-951">
            <a:extLst>
              <a:ext uri="{FF2B5EF4-FFF2-40B4-BE49-F238E27FC236}">
                <ns2:creationId id="{D2DCBE5A-9448-4E59-977A-6F49C9FC4637}"/>
              </a:ext>
            </a:extLst>
          </p:cNvPr>
          <p:cNvSpPr>
            <a:spLocks noGrp="1"/>
          </p:cNvSpPr>
          <p:nvPr/>
        </p:nvSpPr>
        <p:spPr>
          <a:xfrm>
            <a:off x="9020175" y="1104900"/>
            <a:ext cx="742950" cy="74295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18" name="icon-chart-952">
            <a:extLst>
              <a:ext uri="{FF2B5EF4-FFF2-40B4-BE49-F238E27FC236}">
                <ns2:creationId id="{A0724D74-407E-4148-A643-6CE8E44223CF}"/>
              </a:ext>
            </a:extLst>
          </p:cNvPr>
          <p:cNvSpPr>
            <a:spLocks noGrp="1"/>
          </p:cNvSpPr>
          <p:nvPr/>
        </p:nvSpPr>
        <p:spPr>
          <a:xfrm>
            <a:off x="9205913" y="1506093"/>
            <a:ext cx="96584" cy="245173"/>
          </a:xfrm>
          <a:prstGeom prst="rect">
            <a:avLst/>
          </a:prstGeom>
          <a:solidFill>
            <a:srgbClr val="3F2F7A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19" name="icon-chart-953">
            <a:extLst>
              <a:ext uri="{FF2B5EF4-FFF2-40B4-BE49-F238E27FC236}">
                <ns2:creationId id="{FEF4284F-1601-43CF-9BE8-42D45A540AD2}"/>
              </a:ext>
            </a:extLst>
          </p:cNvPr>
          <p:cNvSpPr>
            <a:spLocks noGrp="1"/>
          </p:cNvSpPr>
          <p:nvPr/>
        </p:nvSpPr>
        <p:spPr>
          <a:xfrm>
            <a:off x="9369362" y="1372362"/>
            <a:ext cx="96584" cy="378905"/>
          </a:xfrm>
          <a:prstGeom prst="rect">
            <a:avLst/>
          </a:prstGeom>
          <a:solidFill>
            <a:srgbClr val="5D7795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20" name="icon-chart-954">
            <a:extLst>
              <a:ext uri="{FF2B5EF4-FFF2-40B4-BE49-F238E27FC236}">
                <ns2:creationId id="{EAA8A69C-666B-46AB-A374-B51305504CFB}"/>
              </a:ext>
            </a:extLst>
          </p:cNvPr>
          <p:cNvSpPr>
            <a:spLocks noGrp="1"/>
          </p:cNvSpPr>
          <p:nvPr/>
        </p:nvSpPr>
        <p:spPr>
          <a:xfrm>
            <a:off x="9532811" y="1223772"/>
            <a:ext cx="96584" cy="527495"/>
          </a:xfrm>
          <a:prstGeom prst="rect">
            <a:avLst/>
          </a:prstGeom>
          <a:solidFill>
            <a:srgbClr val="3F2F7A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21" name="text-955">
            <a:extLst>
              <a:ext uri="{FF2B5EF4-FFF2-40B4-BE49-F238E27FC236}">
                <ns2:creationId id="{F46D1F4F-BCF8-4712-AF2E-D0047E45F061}"/>
              </a:ext>
            </a:extLst>
          </p:cNvPr>
          <p:cNvSpPr>
            <a:spLocks noGrp="1"/>
          </p:cNvSpPr>
          <p:nvPr/>
        </p:nvSpPr>
        <p:spPr>
          <a:xfrm>
            <a:off x="8505825" y="196215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过程变化</a:t>
            </a:r>
            <a:endParaRPr/>
          </a:p>
        </p:txBody>
      </p:sp>
      <p:sp>
        <p:nvSpPr>
          <p:cNvPr id="22" name="line-956">
            <a:extLst>
              <a:ext uri="{FF2B5EF4-FFF2-40B4-BE49-F238E27FC236}">
                <ns2:creationId id="{1DC55161-BEDE-4EB9-887B-2C8574E92BB7}"/>
              </a:ext>
            </a:extLst>
          </p:cNvPr>
          <p:cNvSpPr>
            <a:spLocks noGrp="1"/>
          </p:cNvSpPr>
          <p:nvPr/>
        </p:nvSpPr>
        <p:spPr>
          <a:xfrm>
            <a:off x="228600" y="2476500"/>
            <a:ext cx="11734800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23" name="shape-957">
            <a:extLst>
              <a:ext uri="{FF2B5EF4-FFF2-40B4-BE49-F238E27FC236}">
                <ns2:creationId id="{334D07F8-6DCF-4CD1-8673-64E35F753C2C}"/>
              </a:ext>
            </a:extLst>
          </p:cNvPr>
          <p:cNvSpPr>
            <a:spLocks noGrp="1"/>
          </p:cNvSpPr>
          <p:nvPr/>
        </p:nvSpPr>
        <p:spPr>
          <a:xfrm>
            <a:off x="228600" y="2562225"/>
            <a:ext cx="1457325" cy="1476375"/>
          </a:xfrm>
          <a:prstGeom prst="rect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24" name="vector-958">
            <a:extLst>
              <a:ext uri="{FF2B5EF4-FFF2-40B4-BE49-F238E27FC236}">
                <ns2:creationId id="{FB76C65A-F92B-41BB-9FFA-47C2A0BAA9EA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5" name="vector-959">
            <a:extLst>
              <a:ext uri="{FF2B5EF4-FFF2-40B4-BE49-F238E27FC236}">
                <ns2:creationId id="{5F048AC2-95B9-4672-B89C-D4344D478E9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6" name="vector-960">
            <a:extLst>
              <a:ext uri="{FF2B5EF4-FFF2-40B4-BE49-F238E27FC236}">
                <ns2:creationId id="{85ED0A9A-BDB9-4C83-9EAD-BDF9FCC65CB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7" name="vector-961">
            <a:extLst>
              <a:ext uri="{FF2B5EF4-FFF2-40B4-BE49-F238E27FC236}">
                <ns2:creationId id="{C7D9F323-AF43-4176-A8FA-2544B6182C1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8" name="vector-962">
            <a:extLst>
              <a:ext uri="{FF2B5EF4-FFF2-40B4-BE49-F238E27FC236}">
                <ns2:creationId id="{05965491-51F1-4ECA-BD07-44E244EF3415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29" name="vector-963">
            <a:extLst>
              <a:ext uri="{FF2B5EF4-FFF2-40B4-BE49-F238E27FC236}">
                <ns2:creationId id="{52F89D1C-D76B-4D64-A5F3-61AF611CDF48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30" name="vector-964">
            <a:extLst>
              <a:ext uri="{FF2B5EF4-FFF2-40B4-BE49-F238E27FC236}">
                <ns2:creationId id="{D9CF4BB0-DC92-4173-9673-2F9C18357E06}"/>
              </a:ext>
            </a:extLst>
          </p:cNvPr>
          <p:cNvSpPr>
            <a:spLocks noGrp="1"/>
          </p:cNvSpPr>
          <p:nvPr/>
        </p:nvSpPr>
        <p:spPr>
          <a:xfrm>
            <a:off x="666750" y="2686050"/>
            <a:ext cx="466725" cy="46672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31" name="icon-network-965">
            <a:extLst>
              <a:ext uri="{FF2B5EF4-FFF2-40B4-BE49-F238E27FC236}">
                <ns2:creationId id="{ABB5165E-DCFF-42BC-8A6F-BD9A02AF5B29}"/>
              </a:ext>
            </a:extLst>
          </p:cNvPr>
          <p:cNvSpPr>
            <a:spLocks noGrp="1"/>
          </p:cNvSpPr>
          <p:nvPr/>
        </p:nvSpPr>
        <p:spPr>
          <a:xfrm>
            <a:off x="694754" y="2826068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2" name="icon-network-966">
            <a:extLst>
              <a:ext uri="{FF2B5EF4-FFF2-40B4-BE49-F238E27FC236}">
                <ns2:creationId id="{1010E9BB-7FF1-4F3D-9444-CC03592266E8}"/>
              </a:ext>
            </a:extLst>
          </p:cNvPr>
          <p:cNvSpPr>
            <a:spLocks noGrp="1"/>
          </p:cNvSpPr>
          <p:nvPr/>
        </p:nvSpPr>
        <p:spPr>
          <a:xfrm>
            <a:off x="844106" y="2709386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3" name="icon-network-967">
            <a:extLst>
              <a:ext uri="{FF2B5EF4-FFF2-40B4-BE49-F238E27FC236}">
                <ns2:creationId id="{2D096CA0-2AD7-448A-819E-BA336AEAAED5}"/>
              </a:ext>
            </a:extLst>
          </p:cNvPr>
          <p:cNvSpPr>
            <a:spLocks noGrp="1"/>
          </p:cNvSpPr>
          <p:nvPr/>
        </p:nvSpPr>
        <p:spPr>
          <a:xfrm>
            <a:off x="1026128" y="2793397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4" name="icon-network-968">
            <a:extLst>
              <a:ext uri="{FF2B5EF4-FFF2-40B4-BE49-F238E27FC236}">
                <ns2:creationId id="{3E60C336-7BED-4F84-A851-9D670ABF55CA}"/>
              </a:ext>
            </a:extLst>
          </p:cNvPr>
          <p:cNvSpPr>
            <a:spLocks noGrp="1"/>
          </p:cNvSpPr>
          <p:nvPr/>
        </p:nvSpPr>
        <p:spPr>
          <a:xfrm>
            <a:off x="956120" y="3040761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5" name="icon-network-969">
            <a:extLst>
              <a:ext uri="{FF2B5EF4-FFF2-40B4-BE49-F238E27FC236}">
                <ns2:creationId id="{327DFD07-BEDE-433E-9FAD-0220318A43F2}"/>
              </a:ext>
            </a:extLst>
          </p:cNvPr>
          <p:cNvSpPr>
            <a:spLocks noGrp="1"/>
          </p:cNvSpPr>
          <p:nvPr/>
        </p:nvSpPr>
        <p:spPr>
          <a:xfrm>
            <a:off x="746093" y="3036094"/>
            <a:ext cx="65342" cy="65342"/>
          </a:xfrm>
          <a:prstGeom prst="ellipse">
            <a:avLst/>
          </a:prstGeom>
          <a:solidFill>
            <a:srgbClr val="FFFFF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36" name="text-970">
            <a:extLst>
              <a:ext uri="{FF2B5EF4-FFF2-40B4-BE49-F238E27FC236}">
                <ns2:creationId id="{1A716FAC-CB48-4409-9214-221F8197547F}"/>
              </a:ext>
            </a:extLst>
          </p:cNvPr>
          <p:cNvSpPr>
            <a:spLocks noGrp="1"/>
          </p:cNvSpPr>
          <p:nvPr/>
        </p:nvSpPr>
        <p:spPr>
          <a:xfrm>
            <a:off x="352425" y="3276600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解释层面</a:t>
            </a:r>
            <a:endParaRPr/>
          </a:p>
        </p:txBody>
      </p:sp>
      <p:sp>
        <p:nvSpPr>
          <p:cNvPr id="37" name="text-971">
            <a:extLst>
              <a:ext uri="{FF2B5EF4-FFF2-40B4-BE49-F238E27FC236}">
                <ns2:creationId id="{7724C9E5-1049-47EB-B3A5-AE267F97A416}"/>
              </a:ext>
            </a:extLst>
          </p:cNvPr>
          <p:cNvSpPr>
            <a:spLocks noGrp="1"/>
          </p:cNvSpPr>
          <p:nvPr/>
        </p:nvSpPr>
        <p:spPr>
          <a:xfrm>
            <a:off x="333375" y="3686175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回答“为什么”</a:t>
            </a:r>
            <a:endParaRPr/>
          </a:p>
        </p:txBody>
      </p:sp>
      <p:sp>
        <p:nvSpPr>
          <p:cNvPr id="38" name="vector-972">
            <a:extLst>
              <a:ext uri="{FF2B5EF4-FFF2-40B4-BE49-F238E27FC236}">
                <ns2:creationId id="{E42918A6-F4DC-40BC-BB49-8CDBF6F34868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39" name="vector-973">
            <a:extLst>
              <a:ext uri="{FF2B5EF4-FFF2-40B4-BE49-F238E27FC236}">
                <ns2:creationId id="{33AB31C0-74BC-426D-88F0-B5E0B014C03C}"/>
              </a:ext>
            </a:extLst>
          </p:cNvPr>
          <p:cNvSpPr>
            <a:spLocks noGrp="1"/>
          </p:cNvSpPr>
          <p:nvPr/>
        </p:nvSpPr>
        <p:spPr>
          <a:xfrm>
            <a:off x="1924050" y="2800350"/>
            <a:ext cx="685800" cy="685800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40" name="icon-chart-974">
            <a:extLst>
              <a:ext uri="{FF2B5EF4-FFF2-40B4-BE49-F238E27FC236}">
                <ns2:creationId id="{33A0C8B6-6ECA-45D8-B24E-AA02E9683BE6}"/>
              </a:ext>
            </a:extLst>
          </p:cNvPr>
          <p:cNvSpPr>
            <a:spLocks noGrp="1"/>
          </p:cNvSpPr>
          <p:nvPr/>
        </p:nvSpPr>
        <p:spPr>
          <a:xfrm>
            <a:off x="2095500" y="3170682"/>
            <a:ext cx="89154" cy="226314"/>
          </a:xfrm>
          <a:prstGeom prst="rect">
            <a:avLst/>
          </a:prstGeom>
          <a:solidFill>
            <a:srgbClr val="3F2F7A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41" name="icon-chart-975">
            <a:extLst>
              <a:ext uri="{FF2B5EF4-FFF2-40B4-BE49-F238E27FC236}">
                <ns2:creationId id="{A6E642A3-C57C-4FC2-AEB1-A94A79C298B5}"/>
              </a:ext>
            </a:extLst>
          </p:cNvPr>
          <p:cNvSpPr>
            <a:spLocks noGrp="1"/>
          </p:cNvSpPr>
          <p:nvPr/>
        </p:nvSpPr>
        <p:spPr>
          <a:xfrm>
            <a:off x="2246376" y="3047238"/>
            <a:ext cx="89154" cy="349758"/>
          </a:xfrm>
          <a:prstGeom prst="rect">
            <a:avLst/>
          </a:prstGeom>
          <a:solidFill>
            <a:srgbClr val="5D7795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42" name="icon-chart-976">
            <a:extLst>
              <a:ext uri="{FF2B5EF4-FFF2-40B4-BE49-F238E27FC236}">
                <ns2:creationId id="{697166EA-1E55-48F0-AEB8-ABA267EE1F25}"/>
              </a:ext>
            </a:extLst>
          </p:cNvPr>
          <p:cNvSpPr>
            <a:spLocks noGrp="1"/>
          </p:cNvSpPr>
          <p:nvPr/>
        </p:nvSpPr>
        <p:spPr>
          <a:xfrm>
            <a:off x="2397252" y="2910078"/>
            <a:ext cx="89154" cy="486918"/>
          </a:xfrm>
          <a:prstGeom prst="rect">
            <a:avLst/>
          </a:prstGeom>
          <a:solidFill>
            <a:srgbClr val="3F2F7A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43" name="text-977">
            <a:extLst>
              <a:ext uri="{FF2B5EF4-FFF2-40B4-BE49-F238E27FC236}">
                <ns2:creationId id="{46C9AA54-C8DD-4803-B463-1FDBB68091C6}"/>
              </a:ext>
            </a:extLst>
          </p:cNvPr>
          <p:cNvSpPr>
            <a:spLocks noGrp="1"/>
          </p:cNvSpPr>
          <p:nvPr/>
        </p:nvSpPr>
        <p:spPr>
          <a:xfrm>
            <a:off x="1838325" y="3590925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相关关系</a:t>
            </a:r>
            <a:endParaRPr/>
          </a:p>
        </p:txBody>
      </p:sp>
      <p:sp>
        <p:nvSpPr>
          <p:cNvPr id="44" name="arrow-978">
            <a:extLst>
              <a:ext uri="{FF2B5EF4-FFF2-40B4-BE49-F238E27FC236}">
                <ns2:creationId id="{EA216D0F-7421-4855-BA63-6B58F65C262E}"/>
              </a:ext>
            </a:extLst>
          </p:cNvPr>
          <p:cNvSpPr>
            <a:spLocks noGrp="1"/>
          </p:cNvSpPr>
          <p:nvPr/>
        </p:nvSpPr>
        <p:spPr>
          <a:xfrm>
            <a:off x="4124325" y="2790825"/>
            <a:ext cx="4057650" cy="962025"/>
          </a:xfrm>
          <a:prstGeom prst="rightArrow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45" name="text-979">
            <a:extLst>
              <a:ext uri="{FF2B5EF4-FFF2-40B4-BE49-F238E27FC236}">
                <ns2:creationId id="{566EAB58-6A40-406F-957F-BB90A4BA091A}"/>
              </a:ext>
            </a:extLst>
          </p:cNvPr>
          <p:cNvSpPr>
            <a:spLocks noGrp="1"/>
          </p:cNvSpPr>
          <p:nvPr/>
        </p:nvSpPr>
        <p:spPr>
          <a:xfrm>
            <a:off x="4371975" y="2933700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比较竞争假说与对照情景</a:t>
            </a:r>
            <a:endParaRPr/>
          </a:p>
        </p:txBody>
      </p:sp>
      <p:sp>
        <p:nvSpPr>
          <p:cNvPr id="46" name="text-980">
            <a:extLst>
              <a:ext uri="{FF2B5EF4-FFF2-40B4-BE49-F238E27FC236}">
                <ns2:creationId id="{B894DF09-EA82-4189-A1ED-CEBDD4B03CC9}"/>
              </a:ext>
            </a:extLst>
          </p:cNvPr>
          <p:cNvSpPr>
            <a:spLocks noGrp="1"/>
          </p:cNvSpPr>
          <p:nvPr/>
        </p:nvSpPr>
        <p:spPr>
          <a:xfrm>
            <a:off x="4371975" y="3352800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区分多个可能解释</a:t>
            </a:r>
            <a:endParaRPr/>
          </a:p>
        </p:txBody>
      </p:sp>
      <p:sp>
        <p:nvSpPr>
          <p:cNvPr id="47" name="vector-981">
            <a:extLst>
              <a:ext uri="{FF2B5EF4-FFF2-40B4-BE49-F238E27FC236}">
                <ns2:creationId id="{84F173EC-1701-451B-A3DF-E2C6FFDE02E0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48" name="vector-982">
            <a:extLst>
              <a:ext uri="{FF2B5EF4-FFF2-40B4-BE49-F238E27FC236}">
                <ns2:creationId id="{F83D9E24-8984-44C8-AFCF-784E58C98D01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49" name="vector-983">
            <a:extLst>
              <a:ext uri="{FF2B5EF4-FFF2-40B4-BE49-F238E27FC236}">
                <ns2:creationId id="{C6CDBDD0-CA7E-467D-87B8-376F9288B04E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0" name="vector-984">
            <a:extLst>
              <a:ext uri="{FF2B5EF4-FFF2-40B4-BE49-F238E27FC236}">
                <ns2:creationId id="{2676887E-B5CB-4B8B-B415-4B97AD4B843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1" name="vector-985">
            <a:extLst>
              <a:ext uri="{FF2B5EF4-FFF2-40B4-BE49-F238E27FC236}">
                <ns2:creationId id="{D99E21C0-4502-49FD-AD7C-934EDF4CB4A2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2" name="vector-986">
            <a:extLst>
              <a:ext uri="{FF2B5EF4-FFF2-40B4-BE49-F238E27FC236}">
                <ns2:creationId id="{8CC346E8-A82B-4B43-AD32-DBB43D3E795F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3" name="vector-987">
            <a:extLst>
              <a:ext uri="{FF2B5EF4-FFF2-40B4-BE49-F238E27FC236}">
                <ns2:creationId id="{94EC1D67-7E50-4AF2-BC0D-3EF811082683}"/>
              </a:ext>
            </a:extLst>
          </p:cNvPr>
          <p:cNvSpPr>
            <a:spLocks noGrp="1"/>
          </p:cNvSpPr>
          <p:nvPr/>
        </p:nvSpPr>
        <p:spPr>
          <a:xfrm>
            <a:off x="9020175" y="2714625"/>
            <a:ext cx="742950" cy="742950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4765">
            <a:solidFill>
              <a:srgbClr val="3F2F7A"/>
            </a:solidFill>
            <a:prstDash val="solid"/>
          </a:ln>
        </p:spPr>
      </p:sp>
      <p:sp>
        <p:nvSpPr>
          <p:cNvPr id="54" name="icon-network-988">
            <a:extLst>
              <a:ext uri="{FF2B5EF4-FFF2-40B4-BE49-F238E27FC236}">
                <ns2:creationId id="{11C6EA6C-4720-40EC-831C-9BD4B215202D}"/>
              </a:ext>
            </a:extLst>
          </p:cNvPr>
          <p:cNvSpPr>
            <a:spLocks noGrp="1"/>
          </p:cNvSpPr>
          <p:nvPr/>
        </p:nvSpPr>
        <p:spPr>
          <a:xfrm>
            <a:off x="9064752" y="2937510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5" name="icon-network-989">
            <a:extLst>
              <a:ext uri="{FF2B5EF4-FFF2-40B4-BE49-F238E27FC236}">
                <ns2:creationId id="{451C298D-CA9E-4E8D-991F-39912373CD67}"/>
              </a:ext>
            </a:extLst>
          </p:cNvPr>
          <p:cNvSpPr>
            <a:spLocks noGrp="1"/>
          </p:cNvSpPr>
          <p:nvPr/>
        </p:nvSpPr>
        <p:spPr>
          <a:xfrm>
            <a:off x="9302496" y="2751773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6" name="icon-network-990">
            <a:extLst>
              <a:ext uri="{FF2B5EF4-FFF2-40B4-BE49-F238E27FC236}">
                <ns2:creationId id="{15C6EA8F-9707-4FCA-8443-42D896805140}"/>
              </a:ext>
            </a:extLst>
          </p:cNvPr>
          <p:cNvSpPr>
            <a:spLocks noGrp="1"/>
          </p:cNvSpPr>
          <p:nvPr/>
        </p:nvSpPr>
        <p:spPr>
          <a:xfrm>
            <a:off x="9592247" y="2885504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7" name="icon-network-991">
            <a:extLst>
              <a:ext uri="{FF2B5EF4-FFF2-40B4-BE49-F238E27FC236}">
                <ns2:creationId id="{31D43CC5-45B7-42D1-B5D0-E66A53080A76}"/>
              </a:ext>
            </a:extLst>
          </p:cNvPr>
          <p:cNvSpPr>
            <a:spLocks noGrp="1"/>
          </p:cNvSpPr>
          <p:nvPr/>
        </p:nvSpPr>
        <p:spPr>
          <a:xfrm>
            <a:off x="9480804" y="3279267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8" name="icon-network-992">
            <a:extLst>
              <a:ext uri="{FF2B5EF4-FFF2-40B4-BE49-F238E27FC236}">
                <ns2:creationId id="{756633ED-6050-4C9E-842A-51585E3E3DA1}"/>
              </a:ext>
            </a:extLst>
          </p:cNvPr>
          <p:cNvSpPr>
            <a:spLocks noGrp="1"/>
          </p:cNvSpPr>
          <p:nvPr/>
        </p:nvSpPr>
        <p:spPr>
          <a:xfrm>
            <a:off x="9146477" y="3271838"/>
            <a:ext cx="104013" cy="104013"/>
          </a:xfrm>
          <a:prstGeom prst="ellipse">
            <a:avLst/>
          </a:prstGeom>
          <a:solidFill>
            <a:srgbClr val="FFFFFF"/>
          </a:solidFill>
          <a:ln w="23217">
            <a:solidFill>
              <a:srgbClr val="3F2F7A"/>
            </a:solidFill>
            <a:prstDash val="solid"/>
          </a:ln>
        </p:spPr>
      </p:sp>
      <p:sp>
        <p:nvSpPr>
          <p:cNvPr id="59" name="text-993">
            <a:extLst>
              <a:ext uri="{FF2B5EF4-FFF2-40B4-BE49-F238E27FC236}">
                <ns2:creationId id="{F0193E16-4F3E-455B-8288-7766928E84C6}"/>
              </a:ext>
            </a:extLst>
          </p:cNvPr>
          <p:cNvSpPr>
            <a:spLocks noGrp="1"/>
          </p:cNvSpPr>
          <p:nvPr/>
        </p:nvSpPr>
        <p:spPr>
          <a:xfrm>
            <a:off x="8505825" y="3571875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机制检验</a:t>
            </a:r>
            <a:endParaRPr/>
          </a:p>
        </p:txBody>
      </p:sp>
      <p:sp>
        <p:nvSpPr>
          <p:cNvPr id="60" name="line-994">
            <a:extLst>
              <a:ext uri="{FF2B5EF4-FFF2-40B4-BE49-F238E27FC236}">
                <ns2:creationId id="{044CB4D3-9188-4074-889F-AFE532E642D4}"/>
              </a:ext>
            </a:extLst>
          </p:cNvPr>
          <p:cNvSpPr>
            <a:spLocks noGrp="1"/>
          </p:cNvSpPr>
          <p:nvPr/>
        </p:nvSpPr>
        <p:spPr>
          <a:xfrm>
            <a:off x="228600" y="4086225"/>
            <a:ext cx="11734800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61" name="shape-995">
            <a:extLst>
              <a:ext uri="{FF2B5EF4-FFF2-40B4-BE49-F238E27FC236}">
                <ns2:creationId id="{3C794576-C2E6-4E56-82D1-57F5A4587D82}"/>
              </a:ext>
            </a:extLst>
          </p:cNvPr>
          <p:cNvSpPr>
            <a:spLocks noGrp="1"/>
          </p:cNvSpPr>
          <p:nvPr/>
        </p:nvSpPr>
        <p:spPr>
          <a:xfrm>
            <a:off x="228600" y="4171950"/>
            <a:ext cx="1457325" cy="1476375"/>
          </a:xfrm>
          <a:prstGeom prst="rect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62" name="vector-996">
            <a:extLst>
              <a:ext uri="{FF2B5EF4-FFF2-40B4-BE49-F238E27FC236}">
                <ns2:creationId id="{A8B7082B-98A7-47E0-8637-0C98FECB5A25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3" name="icon-leaf-997">
            <a:extLst>
              <a:ext uri="{FF2B5EF4-FFF2-40B4-BE49-F238E27FC236}">
                <ns2:creationId id="{9D76C90F-7B21-4E5C-9974-00153B53D072}"/>
              </a:ext>
            </a:extLst>
          </p:cNvPr>
          <p:cNvSpPr>
            <a:spLocks noGrp="1"/>
          </p:cNvSpPr>
          <p:nvPr/>
        </p:nvSpPr>
        <p:spPr>
          <a:xfrm>
            <a:off x="774097" y="4333113"/>
            <a:ext cx="126016" cy="210026"/>
          </a:xfrm>
          <a:prstGeom prst="ellipse">
            <a:avLst/>
          </a:prstGeom>
          <a:solidFill>
            <a:srgbClr val="68819C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64" name="icon-leaf-998">
            <a:extLst>
              <a:ext uri="{FF2B5EF4-FFF2-40B4-BE49-F238E27FC236}">
                <ns2:creationId id="{AA9F3DA6-1490-4DF3-9DF8-5A8743F49A56}"/>
              </a:ext>
            </a:extLst>
          </p:cNvPr>
          <p:cNvSpPr>
            <a:spLocks noGrp="1"/>
          </p:cNvSpPr>
          <p:nvPr/>
        </p:nvSpPr>
        <p:spPr>
          <a:xfrm>
            <a:off x="904780" y="4435793"/>
            <a:ext cx="140018" cy="210026"/>
          </a:xfrm>
          <a:prstGeom prst="ellipse">
            <a:avLst/>
          </a:prstGeom>
          <a:solidFill>
            <a:srgbClr val="9EAEBF"/>
          </a:solidFill>
          <a:ln w="14585">
            <a:solidFill>
              <a:srgbClr val="3F2F7A"/>
            </a:solidFill>
            <a:prstDash val="solid"/>
          </a:ln>
        </p:spPr>
      </p:sp>
      <p:sp>
        <p:nvSpPr>
          <p:cNvPr id="65" name="vector-999">
            <a:extLst>
              <a:ext uri="{FF2B5EF4-FFF2-40B4-BE49-F238E27FC236}">
                <ns2:creationId id="{1A1E415E-793F-4F6A-BB3C-E8CC907C1607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285750" y="285750"/>
                </a:moveTo>
                <a:lnTo>
                  <a:pt x="476250" y="62865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6" name="vector-1000">
            <a:extLst>
              <a:ext uri="{FF2B5EF4-FFF2-40B4-BE49-F238E27FC236}">
                <ns2:creationId id="{AF6B1BA4-9B0D-40FC-BF59-8D5B29C325A8}"/>
              </a:ext>
            </a:extLst>
          </p:cNvPr>
          <p:cNvSpPr>
            <a:spLocks noGrp="1"/>
          </p:cNvSpPr>
          <p:nvPr/>
        </p:nvSpPr>
        <p:spPr>
          <a:xfrm>
            <a:off x="666750" y="4295775"/>
            <a:ext cx="466725" cy="466725"/>
          </a:xfrm>
          <a:custGeom>
            <a:pathLst>
              <a:path w="952500" h="952500">
                <a:moveTo>
                  <a:pt x="619125" y="457200"/>
                </a:moveTo>
                <a:lnTo>
                  <a:pt x="476250" y="762000"/>
                </a:lnTo>
              </a:path>
            </a:pathLst>
          </a:custGeom>
          <a:noFill/>
          <a:ln w="15558">
            <a:solidFill>
              <a:srgbClr val="3F2F7A"/>
            </a:solidFill>
            <a:prstDash val="solid"/>
          </a:ln>
        </p:spPr>
      </p:sp>
      <p:sp>
        <p:nvSpPr>
          <p:cNvPr id="67" name="text-1001">
            <a:extLst>
              <a:ext uri="{FF2B5EF4-FFF2-40B4-BE49-F238E27FC236}">
                <ns2:creationId id="{9CB890D3-9023-4262-BD27-F3884F5E49C0}"/>
              </a:ext>
            </a:extLst>
          </p:cNvPr>
          <p:cNvSpPr>
            <a:spLocks noGrp="1"/>
          </p:cNvSpPr>
          <p:nvPr/>
        </p:nvSpPr>
        <p:spPr>
          <a:xfrm>
            <a:off x="352425" y="4886325"/>
            <a:ext cx="1219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应用层面</a:t>
            </a:r>
            <a:endParaRPr/>
          </a:p>
        </p:txBody>
      </p:sp>
      <p:sp>
        <p:nvSpPr>
          <p:cNvPr id="68" name="text-1002">
            <a:extLst>
              <a:ext uri="{FF2B5EF4-FFF2-40B4-BE49-F238E27FC236}">
                <ns2:creationId id="{7693D262-E892-48D1-B172-B6679E65B926}"/>
              </a:ext>
            </a:extLst>
          </p:cNvPr>
          <p:cNvSpPr>
            <a:spLocks noGrp="1"/>
          </p:cNvSpPr>
          <p:nvPr/>
        </p:nvSpPr>
        <p:spPr>
          <a:xfrm>
            <a:off x="333375" y="5295900"/>
            <a:ext cx="1257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回答“哪里适用”</a:t>
            </a:r>
            <a:endParaRPr/>
          </a:p>
        </p:txBody>
      </p:sp>
      <p:sp>
        <p:nvSpPr>
          <p:cNvPr id="69" name="vector-1003">
            <a:extLst>
              <a:ext uri="{FF2B5EF4-FFF2-40B4-BE49-F238E27FC236}">
                <ns2:creationId id="{D935BE1C-23D6-4623-965E-C5F6660D4E5B}"/>
              </a:ext>
            </a:extLst>
          </p:cNvPr>
          <p:cNvSpPr>
            <a:spLocks noGrp="1"/>
          </p:cNvSpPr>
          <p:nvPr/>
        </p:nvSpPr>
        <p:spPr>
          <a:xfrm>
            <a:off x="1924050" y="4410075"/>
            <a:ext cx="685800" cy="685800"/>
          </a:xfrm>
          <a:custGeom>
            <a:pathLst>
              <a:path w="952500" h="952500">
                <a:moveTo>
                  <a:pt x="476250" y="323850"/>
                </a:moveTo>
                <a:lnTo>
                  <a:pt x="476250" y="895350"/>
                </a:lnTo>
              </a:path>
            </a:pathLst>
          </a:custGeom>
          <a:noFill/>
          <a:ln w="22860">
            <a:solidFill>
              <a:srgbClr val="3F2F7A"/>
            </a:solidFill>
            <a:prstDash val="solid"/>
          </a:ln>
        </p:spPr>
      </p:sp>
      <p:sp>
        <p:nvSpPr>
          <p:cNvPr id="70" name="icon-tree-1004">
            <a:extLst>
              <a:ext uri="{FF2B5EF4-FFF2-40B4-BE49-F238E27FC236}">
                <ns2:creationId id="{4AB36950-8910-48BA-910C-9E30C1336500}"/>
              </a:ext>
            </a:extLst>
          </p:cNvPr>
          <p:cNvSpPr>
            <a:spLocks noGrp="1"/>
          </p:cNvSpPr>
          <p:nvPr/>
        </p:nvSpPr>
        <p:spPr>
          <a:xfrm>
            <a:off x="2033778" y="4444365"/>
            <a:ext cx="473202" cy="425196"/>
          </a:xfrm>
          <a:prstGeom prst="cloud">
            <a:avLst/>
          </a:prstGeom>
          <a:solidFill>
            <a:srgbClr val="748BA4"/>
          </a:solidFill>
          <a:ln w="21431">
            <a:solidFill>
              <a:srgbClr val="3F2F7A"/>
            </a:solidFill>
            <a:prstDash val="solid"/>
          </a:ln>
        </p:spPr>
      </p:sp>
      <p:sp>
        <p:nvSpPr>
          <p:cNvPr id="71" name="text-1005">
            <a:extLst>
              <a:ext uri="{FF2B5EF4-FFF2-40B4-BE49-F238E27FC236}">
                <ns2:creationId id="{C31D571D-3426-4FF0-9C68-B59326968D31}"/>
              </a:ext>
            </a:extLst>
          </p:cNvPr>
          <p:cNvSpPr>
            <a:spLocks noGrp="1"/>
          </p:cNvSpPr>
          <p:nvPr/>
        </p:nvSpPr>
        <p:spPr>
          <a:xfrm>
            <a:off x="1838325" y="5200650"/>
            <a:ext cx="2076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局部结论</a:t>
            </a:r>
            <a:endParaRPr/>
          </a:p>
        </p:txBody>
      </p:sp>
      <p:sp>
        <p:nvSpPr>
          <p:cNvPr id="72" name="arrow-1006">
            <a:extLst>
              <a:ext uri="{FF2B5EF4-FFF2-40B4-BE49-F238E27FC236}">
                <ns2:creationId id="{018701CF-26D7-42DB-ADF3-C9FE2FEB719D}"/>
              </a:ext>
            </a:extLst>
          </p:cNvPr>
          <p:cNvSpPr>
            <a:spLocks noGrp="1"/>
          </p:cNvSpPr>
          <p:nvPr/>
        </p:nvSpPr>
        <p:spPr>
          <a:xfrm>
            <a:off x="4124325" y="4400550"/>
            <a:ext cx="4057650" cy="962025"/>
          </a:xfrm>
          <a:prstGeom prst="rightArrow">
            <a:avLst/>
          </a:prstGeom>
          <a:solidFill>
            <a:srgbClr val="F0EEF7"/>
          </a:solidFill>
          <a:ln w="0">
            <a:noFill/>
            <a:prstDash val="solid"/>
          </a:ln>
        </p:spPr>
      </p:sp>
      <p:sp>
        <p:nvSpPr>
          <p:cNvPr id="73" name="text-1007">
            <a:extLst>
              <a:ext uri="{FF2B5EF4-FFF2-40B4-BE49-F238E27FC236}">
                <ns2:creationId id="{59931B5F-46D3-45B7-A154-166A967DE2C8}"/>
              </a:ext>
            </a:extLst>
          </p:cNvPr>
          <p:cNvSpPr>
            <a:spLocks noGrp="1"/>
          </p:cNvSpPr>
          <p:nvPr/>
        </p:nvSpPr>
        <p:spPr>
          <a:xfrm>
            <a:off x="4371975" y="4543425"/>
            <a:ext cx="32861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1">
                <a:solidFill>
                  <a:srgbClr val="A58116"/>
                </a:solidFill>
                <a:latin typeface="Noto Sans CJK SC"/>
                <a:ea typeface="Noto Sans CJK SC"/>
                <a:cs typeface="Noto Sans CJK SC"/>
              </a:rPr>
              <a:t>跨地点验证与情景评估</a:t>
            </a:r>
            <a:endParaRPr/>
          </a:p>
        </p:txBody>
      </p:sp>
      <p:sp>
        <p:nvSpPr>
          <p:cNvPr id="74" name="text-1008">
            <a:extLst>
              <a:ext uri="{FF2B5EF4-FFF2-40B4-BE49-F238E27FC236}">
                <ns2:creationId id="{487BB9CD-BC46-4620-AA78-36EB2068094C}"/>
              </a:ext>
            </a:extLst>
          </p:cNvPr>
          <p:cNvSpPr>
            <a:spLocks noGrp="1"/>
          </p:cNvSpPr>
          <p:nvPr/>
        </p:nvSpPr>
        <p:spPr>
          <a:xfrm>
            <a:off x="4371975" y="4962525"/>
            <a:ext cx="32194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275" b="0">
                <a:solidFill>
                  <a:srgbClr val="17232D"/>
                </a:solidFill>
                <a:latin typeface="Noto Sans CJK SC"/>
                <a:ea typeface="Noto Sans CJK SC"/>
                <a:cs typeface="Noto Sans CJK SC"/>
              </a:rPr>
              <a:t>识别适用条件与外推边界</a:t>
            </a:r>
            <a:endParaRPr/>
          </a:p>
        </p:txBody>
      </p:sp>
      <p:sp>
        <p:nvSpPr>
          <p:cNvPr id="75" name="vector-1009">
            <a:extLst>
              <a:ext uri="{FF2B5EF4-FFF2-40B4-BE49-F238E27FC236}">
                <ns2:creationId id="{9D25DE64-FA93-4DF6-AD7B-18664879C0FF}"/>
              </a:ext>
            </a:extLst>
          </p:cNvPr>
          <p:cNvSpPr>
            <a:spLocks noGrp="1"/>
          </p:cNvSpPr>
          <p:nvPr/>
        </p:nvSpPr>
        <p:spPr>
          <a:xfrm>
            <a:off x="9020175" y="4591812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B9C5D1"/>
          </a:solidFill>
          <a:ln w="11430">
            <a:solidFill>
              <a:srgbClr val="3F2F7A"/>
            </a:solidFill>
            <a:prstDash val="solid"/>
          </a:ln>
        </p:spPr>
      </p:sp>
      <p:sp>
        <p:nvSpPr>
          <p:cNvPr id="76" name="vector-1010">
            <a:extLst>
              <a:ext uri="{FF2B5EF4-FFF2-40B4-BE49-F238E27FC236}">
                <ns2:creationId id="{46F1668B-D85D-47FB-B0E3-913D61CFB5ED}"/>
              </a:ext>
            </a:extLst>
          </p:cNvPr>
          <p:cNvSpPr>
            <a:spLocks noGrp="1"/>
          </p:cNvSpPr>
          <p:nvPr/>
        </p:nvSpPr>
        <p:spPr>
          <a:xfrm>
            <a:off x="9020175" y="4458081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97A8BB"/>
          </a:solidFill>
          <a:ln w="11430">
            <a:solidFill>
              <a:srgbClr val="3F2F7A"/>
            </a:solidFill>
            <a:prstDash val="solid"/>
          </a:ln>
        </p:spPr>
      </p:sp>
      <p:sp>
        <p:nvSpPr>
          <p:cNvPr id="77" name="vector-1011">
            <a:extLst>
              <a:ext uri="{FF2B5EF4-FFF2-40B4-BE49-F238E27FC236}">
                <ns2:creationId id="{A726804A-551C-492A-8E39-722BE4841249}"/>
              </a:ext>
            </a:extLst>
          </p:cNvPr>
          <p:cNvSpPr>
            <a:spLocks noGrp="1"/>
          </p:cNvSpPr>
          <p:nvPr/>
        </p:nvSpPr>
        <p:spPr>
          <a:xfrm>
            <a:off x="9020175" y="4324350"/>
            <a:ext cx="742950" cy="371475"/>
          </a:xfrm>
          <a:custGeom>
            <a:pathLst>
              <a:path w="952500" h="952500">
                <a:moveTo>
                  <a:pt x="0" y="476250"/>
                </a:moveTo>
                <a:lnTo>
                  <a:pt x="476250" y="0"/>
                </a:lnTo>
                <a:lnTo>
                  <a:pt x="952500" y="476250"/>
                </a:lnTo>
                <a:lnTo>
                  <a:pt x="476250" y="952500"/>
                </a:lnTo>
                <a:close/>
              </a:path>
            </a:pathLst>
          </a:custGeom>
          <a:solidFill>
            <a:srgbClr val="748BA4"/>
          </a:solidFill>
          <a:ln w="11430">
            <a:solidFill>
              <a:srgbClr val="3F2F7A"/>
            </a:solidFill>
            <a:prstDash val="solid"/>
          </a:ln>
        </p:spPr>
      </p:sp>
      <p:sp>
        <p:nvSpPr>
          <p:cNvPr id="78" name="text-1012">
            <a:extLst>
              <a:ext uri="{FF2B5EF4-FFF2-40B4-BE49-F238E27FC236}">
                <ns2:creationId id="{5FE64DC6-2EBF-4304-88CA-1C1A57B375BF}"/>
              </a:ext>
            </a:extLst>
          </p:cNvPr>
          <p:cNvSpPr>
            <a:spLocks noGrp="1"/>
          </p:cNvSpPr>
          <p:nvPr/>
        </p:nvSpPr>
        <p:spPr>
          <a:xfrm>
            <a:off x="8505825" y="5181600"/>
            <a:ext cx="3238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950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适用范围</a:t>
            </a:r>
            <a:endParaRPr/>
          </a:p>
        </p:txBody>
      </p:sp>
      <p:sp>
        <p:nvSpPr>
          <p:cNvPr id="79" name="line-1013">
            <a:extLst>
              <a:ext uri="{FF2B5EF4-FFF2-40B4-BE49-F238E27FC236}">
                <ns2:creationId id="{9AA3E0ED-3CE2-4F84-BD6B-A3A6473FC0B2}"/>
              </a:ext>
            </a:extLst>
          </p:cNvPr>
          <p:cNvSpPr>
            <a:spLocks noGrp="1"/>
          </p:cNvSpPr>
          <p:nvPr/>
        </p:nvSpPr>
        <p:spPr>
          <a:xfrm>
            <a:off x="228600" y="5695950"/>
            <a:ext cx="11734800" cy="95"/>
          </a:xfrm>
          <a:prstGeom prst="line">
            <a:avLst/>
          </a:prstGeom>
          <a:noFill/>
          <a:ln w="14288">
            <a:solidFill>
              <a:srgbClr val="DEDCE8"/>
            </a:solidFill>
            <a:prstDash val="solid"/>
          </a:ln>
        </p:spPr>
      </p:sp>
      <p:sp>
        <p:nvSpPr>
          <p:cNvPr id="80" name="shape-1014">
            <a:extLst>
              <a:ext uri="{FF2B5EF4-FFF2-40B4-BE49-F238E27FC236}">
                <ns2:creationId id="{85D4BD6D-F916-4964-B254-71C1F505F448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81" name="text-1015">
            <a:extLst>
              <a:ext uri="{FF2B5EF4-FFF2-40B4-BE49-F238E27FC236}">
                <ns2:creationId id="{6F26EC58-6A4E-44C7-B394-2E2343706272}"/>
              </a:ext>
            </a:extLst>
          </p:cNvPr>
          <p:cNvSpPr>
            <a:spLocks noGrp="1"/>
          </p:cNvSpPr>
          <p:nvPr/>
        </p:nvSpPr>
        <p:spPr>
          <a:xfrm>
            <a:off x="3810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1</a:t>
            </a:r>
          </a:p>
        </p:txBody>
      </p:sp>
      <p:sp>
        <p:nvSpPr>
          <p:cNvPr id="82" name="text-1016">
            <a:extLst>
              <a:ext uri="{FF2B5EF4-FFF2-40B4-BE49-F238E27FC236}">
                <ns2:creationId id="{FCBED44E-57F0-40D1-AC03-E7381F75B39F}"/>
              </a:ext>
            </a:extLst>
          </p:cNvPr>
          <p:cNvSpPr>
            <a:spLocks noGrp="1"/>
          </p:cNvSpPr>
          <p:nvPr/>
        </p:nvSpPr>
        <p:spPr>
          <a:xfrm>
            <a:off x="8001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补充观测</a:t>
            </a:r>
            <a:endParaRPr/>
          </a:p>
        </p:txBody>
      </p:sp>
      <p:sp>
        <p:nvSpPr>
          <p:cNvPr id="83" name="shape-1017">
            <a:extLst>
              <a:ext uri="{FF2B5EF4-FFF2-40B4-BE49-F238E27FC236}">
                <ns2:creationId id="{0CC10D96-A3F0-4D5E-95C8-E9DE4460C665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84" name="text-1018">
            <a:extLst>
              <a:ext uri="{FF2B5EF4-FFF2-40B4-BE49-F238E27FC236}">
                <ns2:creationId id="{7CF7B846-827C-472C-BE1E-5DCBA9F9C001}"/>
              </a:ext>
            </a:extLst>
          </p:cNvPr>
          <p:cNvSpPr>
            <a:spLocks noGrp="1"/>
          </p:cNvSpPr>
          <p:nvPr/>
        </p:nvSpPr>
        <p:spPr>
          <a:xfrm>
            <a:off x="43053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  <p:sp>
        <p:nvSpPr>
          <p:cNvPr id="85" name="text-1019">
            <a:extLst>
              <a:ext uri="{FF2B5EF4-FFF2-40B4-BE49-F238E27FC236}">
                <ns2:creationId id="{1C9D1CAB-299B-46A0-8E34-458DA2834C5F}"/>
              </a:ext>
            </a:extLst>
          </p:cNvPr>
          <p:cNvSpPr>
            <a:spLocks noGrp="1"/>
          </p:cNvSpPr>
          <p:nvPr/>
        </p:nvSpPr>
        <p:spPr>
          <a:xfrm>
            <a:off x="47244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优化设计</a:t>
            </a:r>
            <a:endParaRPr/>
          </a:p>
        </p:txBody>
      </p:sp>
      <p:sp>
        <p:nvSpPr>
          <p:cNvPr id="86" name="shape-1020">
            <a:extLst>
              <a:ext uri="{FF2B5EF4-FFF2-40B4-BE49-F238E27FC236}">
                <ns2:creationId id="{BCA859F3-8E5D-4DFA-A4C2-C3004C898A19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ellipse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87" name="text-1021">
            <a:extLst>
              <a:ext uri="{FF2B5EF4-FFF2-40B4-BE49-F238E27FC236}">
                <ns2:creationId id="{267C523B-7DDD-45E6-BAA3-280A117A6360}"/>
              </a:ext>
            </a:extLst>
          </p:cNvPr>
          <p:cNvSpPr>
            <a:spLocks noGrp="1"/>
          </p:cNvSpPr>
          <p:nvPr/>
        </p:nvSpPr>
        <p:spPr>
          <a:xfrm>
            <a:off x="8229600" y="5943600"/>
            <a:ext cx="295275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ctr">
              <a:def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3</a:t>
            </a:r>
          </a:p>
        </p:txBody>
      </p:sp>
      <p:sp>
        <p:nvSpPr>
          <p:cNvPr id="88" name="text-1022">
            <a:extLst>
              <a:ext uri="{FF2B5EF4-FFF2-40B4-BE49-F238E27FC236}">
                <ns2:creationId id="{D91D0CAE-9A97-4579-B81C-A3AA214696FA}"/>
              </a:ext>
            </a:extLst>
          </p:cNvPr>
          <p:cNvSpPr>
            <a:spLocks noGrp="1"/>
          </p:cNvSpPr>
          <p:nvPr/>
        </p:nvSpPr>
        <p:spPr>
          <a:xfrm>
            <a:off x="8648700" y="5934075"/>
            <a:ext cx="300037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外部验证</a:t>
            </a:r>
            <a:endParaRPr/>
          </a:p>
        </p:txBody>
      </p:sp>
      <p:sp>
        <p:nvSpPr>
          <p:cNvPr id="89" name="text-1023">
            <a:extLst>
              <a:ext uri="{FF2B5EF4-FFF2-40B4-BE49-F238E27FC236}">
                <ns2:creationId id="{7C136F2A-1BCC-47A4-8344-6EB5FC31C731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90" name="text-1024">
            <a:extLst>
              <a:ext uri="{FF2B5EF4-FFF2-40B4-BE49-F238E27FC236}">
                <ns2:creationId id="{E8C62B39-A03E-4BE5-8C89-344570767C58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05</a:t>
            </a:r>
            <a:endParaRPr/>
          </a:p>
        </p:txBody>
      </p:sp>
    </p:spTree>
    <p:extLst>
      <p:ext uri="{BB962C8B-B14F-4D97-AF65-F5344CB8AC3E}">
        <ns3:creationId val="1577920055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CFCF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4" name="shape-1025">
            <a:extLst>
              <a:ext uri="{FF2B5EF4-FFF2-40B4-BE49-F238E27FC236}">
                <ns2:creationId id="{77CB5FF7-3E69-4D78-BDB8-9818AFF04A2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6362700" cy="5372100"/>
          </a:xfrm>
          <a:prstGeom prst="rect">
            <a:avLst/>
          </a:prstGeom>
          <a:solidFill>
            <a:srgbClr val="3F2F7A"/>
          </a:solidFill>
          <a:ln w="0">
            <a:noFill/>
            <a:prstDash val="solid"/>
          </a:ln>
        </p:spPr>
      </p:sp>
      <p:sp>
        <p:nvSpPr>
          <p:cNvPr id="2" name="text-1026">
            <a:extLst>
              <a:ext uri="{FF2B5EF4-FFF2-40B4-BE49-F238E27FC236}">
                <ns2:creationId id="{0B2D4289-CAB8-408C-A494-D84B4F13F6CA}"/>
              </a:ext>
            </a:extLst>
          </p:cNvPr>
          <p:cNvSpPr>
            <a:spLocks noGrp="1"/>
          </p:cNvSpPr>
          <p:nvPr/>
        </p:nvSpPr>
        <p:spPr>
          <a:xfrm>
            <a:off x="457200" y="1114425"/>
            <a:ext cx="5334000" cy="22193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汇报完毕</a:t>
            </a:r>
            <a:endParaRPr/>
          </a:p>
          <a:p>
            <a:pPr algn="l">
              <a:def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525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敬请讨论</a:t>
            </a:r>
            <a:endParaRPr/>
          </a:p>
        </p:txBody>
      </p:sp>
      <p:sp>
        <p:nvSpPr>
          <p:cNvPr id="3" name="shape-1027">
            <a:extLst>
              <a:ext uri="{FF2B5EF4-FFF2-40B4-BE49-F238E27FC236}">
                <ns2:creationId id="{69B80962-B16B-4D7F-AB73-2BB7B3FC2E00}"/>
              </a:ext>
            </a:extLst>
          </p:cNvPr>
          <p:cNvSpPr>
            <a:spLocks noGrp="1"/>
          </p:cNvSpPr>
          <p:nvPr/>
        </p:nvSpPr>
        <p:spPr>
          <a:xfrm>
            <a:off x="485775" y="3705225"/>
            <a:ext cx="857250" cy="47625"/>
          </a:xfrm>
          <a:prstGeom prst="rect">
            <a:avLst/>
          </a:prstGeom>
          <a:solidFill>
            <a:srgbClr val="A58116"/>
          </a:solidFill>
          <a:ln w="0">
            <a:noFill/>
            <a:prstDash val="solid"/>
          </a:ln>
        </p:spPr>
      </p:sp>
      <p:sp>
        <p:nvSpPr>
          <p:cNvPr id="4" name="text-1028">
            <a:extLst>
              <a:ext uri="{FF2B5EF4-FFF2-40B4-BE49-F238E27FC236}">
                <ns2:creationId id="{05DB9C03-3EE5-4518-840D-6D13D80E69C1}"/>
              </a:ext>
            </a:extLst>
          </p:cNvPr>
          <p:cNvSpPr>
            <a:spLocks noGrp="1"/>
          </p:cNvSpPr>
          <p:nvPr/>
        </p:nvSpPr>
        <p:spPr>
          <a:xfrm>
            <a:off x="457200" y="4114800"/>
            <a:ext cx="5410200" cy="676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哪些解释仍需进一步检验？</a:t>
            </a:r>
            <a:endParaRPr/>
          </a:p>
        </p:txBody>
      </p:sp>
      <p:pic>
        <p:nvPicPr>
          <p:cNvPr id="5" name="">
            <a:extLst>
              <a:ext uri="{FF2B5EF4-FFF2-40B4-BE49-F238E27FC236}">
                <ns2:creationId id="{8B786B51-977C-493C-91C3-8801239F2907}"/>
              </a:ext>
            </a:extLst>
          </p:cNvPr>
          <p:cNvPicPr>
            <a:picLocks noChangeAspect="1"/>
          </p:cNvPicPr>
          <p:nvPr/>
        </p:nvPicPr>
        <p:blipFill>
          <a:blip r:embed="R3b9dd86b0bd84db3">
            <a:duotone>
              <a:srgbClr val="3F2F7A"/>
              <a:srgbClr val="FFFFFF"/>
            </a:duotone>
          </a:blip>
          <a:stretch/>
        </p:blipFill>
        <p:spPr>
          <a:xfrm>
            <a:off x="6919913" y="419100"/>
            <a:ext cx="4581525" cy="4581525"/>
          </a:xfrm>
          <a:prstGeom prst="rect">
            <a:avLst/>
          </a:prstGeom>
        </p:spPr>
      </p:pic>
      <p:sp>
        <p:nvSpPr>
          <p:cNvPr id="6" name="icon-camera-1029">
            <a:extLst>
              <a:ext uri="{FF2B5EF4-FFF2-40B4-BE49-F238E27FC236}">
                <ns2:creationId id="{58E52C56-00A9-4B85-8378-263597D0CB5A}"/>
              </a:ext>
            </a:extLst>
          </p:cNvPr>
          <p:cNvSpPr>
            <a:spLocks noGrp="1"/>
          </p:cNvSpPr>
          <p:nvPr/>
        </p:nvSpPr>
        <p:spPr>
          <a:xfrm>
            <a:off x="6855047" y="632555"/>
            <a:ext cx="548831" cy="389287"/>
          </a:xfrm>
          <a:prstGeom prst="roundRect">
            <a:avLst>
              <a:gd name="adj" fmla="val 19574"/>
            </a:avLst>
          </a:prstGeom>
          <a:noFill/>
          <a:ln w="19943">
            <a:solidFill>
              <a:srgbClr val="3F2F7A"/>
            </a:solidFill>
            <a:prstDash val="solid"/>
          </a:ln>
        </p:spPr>
      </p:sp>
      <p:sp>
        <p:nvSpPr>
          <p:cNvPr id="7" name="icon-camera-1030">
            <a:extLst>
              <a:ext uri="{FF2B5EF4-FFF2-40B4-BE49-F238E27FC236}">
                <ns2:creationId id="{0CD595AD-F27C-4960-834F-F6C4F75C1F48}"/>
              </a:ext>
            </a:extLst>
          </p:cNvPr>
          <p:cNvSpPr>
            <a:spLocks noGrp="1"/>
          </p:cNvSpPr>
          <p:nvPr/>
        </p:nvSpPr>
        <p:spPr>
          <a:xfrm>
            <a:off x="7020973" y="549593"/>
            <a:ext cx="210598" cy="108490"/>
          </a:xfrm>
          <a:prstGeom prst="roundRect">
            <a:avLst>
              <a:gd name="adj" fmla="val 50000"/>
            </a:avLst>
          </a:prstGeom>
          <a:noFill/>
          <a:ln w="19943">
            <a:solidFill>
              <a:srgbClr val="3F2F7A"/>
            </a:solidFill>
            <a:prstDash val="solid"/>
          </a:ln>
        </p:spPr>
      </p:sp>
      <p:sp>
        <p:nvSpPr>
          <p:cNvPr id="8" name="icon-camera-1031">
            <a:extLst>
              <a:ext uri="{FF2B5EF4-FFF2-40B4-BE49-F238E27FC236}">
                <ns2:creationId id="{38FD796F-DB6C-4551-97C0-B697EC179407}"/>
              </a:ext>
            </a:extLst>
          </p:cNvPr>
          <p:cNvSpPr>
            <a:spLocks noGrp="1"/>
          </p:cNvSpPr>
          <p:nvPr/>
        </p:nvSpPr>
        <p:spPr>
          <a:xfrm>
            <a:off x="7014591" y="715518"/>
            <a:ext cx="229743" cy="229743"/>
          </a:xfrm>
          <a:prstGeom prst="ellipse">
            <a:avLst/>
          </a:prstGeom>
          <a:noFill/>
          <a:ln w="19943">
            <a:solidFill>
              <a:srgbClr val="3F2F7A"/>
            </a:solidFill>
            <a:prstDash val="solid"/>
          </a:ln>
        </p:spPr>
      </p:sp>
      <p:sp>
        <p:nvSpPr>
          <p:cNvPr id="9" name="icon-camera-1032">
            <a:extLst>
              <a:ext uri="{FF2B5EF4-FFF2-40B4-BE49-F238E27FC236}">
                <ns2:creationId id="{E68D5007-5EA2-4FA7-9E91-DA529C269FF3}"/>
              </a:ext>
            </a:extLst>
          </p:cNvPr>
          <p:cNvSpPr>
            <a:spLocks noGrp="1"/>
          </p:cNvSpPr>
          <p:nvPr/>
        </p:nvSpPr>
        <p:spPr>
          <a:xfrm>
            <a:off x="7282625" y="683609"/>
            <a:ext cx="51054" cy="51054"/>
          </a:xfrm>
          <a:prstGeom prst="ellipse">
            <a:avLst/>
          </a:prstGeom>
          <a:solidFill>
            <a:srgbClr val="3F2F7A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10" name="vector-1033">
            <a:extLst>
              <a:ext uri="{FF2B5EF4-FFF2-40B4-BE49-F238E27FC236}">
                <ns2:creationId id="{207CA9D4-CCCD-4156-A9C8-7AD30C3EC7BC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428625" y="11430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1" name="vector-1034">
            <a:extLst>
              <a:ext uri="{FF2B5EF4-FFF2-40B4-BE49-F238E27FC236}">
                <ns2:creationId id="{2B20E361-DC6A-45FB-A7D3-4E63A1D03563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800100" y="28575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2" name="vector-1035">
            <a:extLst>
              <a:ext uri="{FF2B5EF4-FFF2-40B4-BE49-F238E27FC236}">
                <ns2:creationId id="{FCB4BE22-641C-40B2-92EF-FD3BCE9A0FA5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800100" y="28575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3" name="vector-1036">
            <a:extLst>
              <a:ext uri="{FF2B5EF4-FFF2-40B4-BE49-F238E27FC236}">
                <ns2:creationId id="{A180FDAB-2EEF-402A-B78E-20DB8C7B5F7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657225" y="790575"/>
                </a:moveTo>
                <a:lnTo>
                  <a:pt x="228600" y="78105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4" name="vector-1037">
            <a:extLst>
              <a:ext uri="{FF2B5EF4-FFF2-40B4-BE49-F238E27FC236}">
                <ns2:creationId id="{FC988FD6-C3D7-4085-BD17-37A53DBF3E5B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228600" y="781050"/>
                </a:moveTo>
                <a:lnTo>
                  <a:pt x="123825" y="35242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5" name="vector-1038">
            <a:extLst>
              <a:ext uri="{FF2B5EF4-FFF2-40B4-BE49-F238E27FC236}">
                <ns2:creationId id="{23DDC71A-E1AD-4EB6-8F6C-0830B772DD00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123825" y="352425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6" name="vector-1039">
            <a:extLst>
              <a:ext uri="{FF2B5EF4-FFF2-40B4-BE49-F238E27FC236}">
                <ns2:creationId id="{305F648B-AB2E-4DE4-B223-F4EBAE2696A7}"/>
              </a:ext>
            </a:extLst>
          </p:cNvPr>
          <p:cNvSpPr>
            <a:spLocks noGrp="1"/>
          </p:cNvSpPr>
          <p:nvPr/>
        </p:nvSpPr>
        <p:spPr>
          <a:xfrm>
            <a:off x="10668000" y="495300"/>
            <a:ext cx="638175" cy="638175"/>
          </a:xfrm>
          <a:custGeom>
            <a:pathLst>
              <a:path w="952500" h="952500">
                <a:moveTo>
                  <a:pt x="428625" y="114300"/>
                </a:moveTo>
                <a:lnTo>
                  <a:pt x="657225" y="7905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17" name="icon-network-1040">
            <a:extLst>
              <a:ext uri="{FF2B5EF4-FFF2-40B4-BE49-F238E27FC236}">
                <ns2:creationId id="{2B037542-39E9-461C-8EBA-E9BE14091390}"/>
              </a:ext>
            </a:extLst>
          </p:cNvPr>
          <p:cNvSpPr>
            <a:spLocks noGrp="1"/>
          </p:cNvSpPr>
          <p:nvPr/>
        </p:nvSpPr>
        <p:spPr>
          <a:xfrm>
            <a:off x="10706291" y="68675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18" name="icon-network-1041">
            <a:extLst>
              <a:ext uri="{FF2B5EF4-FFF2-40B4-BE49-F238E27FC236}">
                <ns2:creationId id="{46F498EF-4D41-4609-B35F-56F037CAE256}"/>
              </a:ext>
            </a:extLst>
          </p:cNvPr>
          <p:cNvSpPr>
            <a:spLocks noGrp="1"/>
          </p:cNvSpPr>
          <p:nvPr/>
        </p:nvSpPr>
        <p:spPr>
          <a:xfrm>
            <a:off x="10910507" y="527209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19" name="icon-network-1042">
            <a:extLst>
              <a:ext uri="{FF2B5EF4-FFF2-40B4-BE49-F238E27FC236}">
                <ns2:creationId id="{D9BB65F7-D9DF-491B-949A-5D5D7A5F0E73}"/>
              </a:ext>
            </a:extLst>
          </p:cNvPr>
          <p:cNvSpPr>
            <a:spLocks noGrp="1"/>
          </p:cNvSpPr>
          <p:nvPr/>
        </p:nvSpPr>
        <p:spPr>
          <a:xfrm>
            <a:off x="11159395" y="642080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0" name="icon-network-1043">
            <a:extLst>
              <a:ext uri="{FF2B5EF4-FFF2-40B4-BE49-F238E27FC236}">
                <ns2:creationId id="{72B4FE93-B519-42B8-8FF0-3CCC18638EB3}"/>
              </a:ext>
            </a:extLst>
          </p:cNvPr>
          <p:cNvSpPr>
            <a:spLocks noGrp="1"/>
          </p:cNvSpPr>
          <p:nvPr/>
        </p:nvSpPr>
        <p:spPr>
          <a:xfrm>
            <a:off x="11063669" y="980313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1" name="icon-network-1044">
            <a:extLst>
              <a:ext uri="{FF2B5EF4-FFF2-40B4-BE49-F238E27FC236}">
                <ns2:creationId id="{DC373796-B381-46CD-A478-35483FB497E0}"/>
              </a:ext>
            </a:extLst>
          </p:cNvPr>
          <p:cNvSpPr>
            <a:spLocks noGrp="1"/>
          </p:cNvSpPr>
          <p:nvPr/>
        </p:nvSpPr>
        <p:spPr>
          <a:xfrm>
            <a:off x="10776490" y="973931"/>
            <a:ext cx="89345" cy="89345"/>
          </a:xfrm>
          <a:prstGeom prst="ellipse">
            <a:avLst/>
          </a:prstGeom>
          <a:solidFill>
            <a:srgbClr val="FFFFFF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2" name="vector-1045">
            <a:extLst>
              <a:ext uri="{FF2B5EF4-FFF2-40B4-BE49-F238E27FC236}">
                <ns2:creationId id="{4274ABE2-BEA4-48A6-8DE4-3D132964B052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342900" y="38100"/>
                </a:moveTo>
                <a:lnTo>
                  <a:pt x="609600" y="38100"/>
                </a:lnTo>
                <a:lnTo>
                  <a:pt x="609600" y="400050"/>
                </a:lnTo>
                <a:lnTo>
                  <a:pt x="838200" y="828675"/>
                </a:lnTo>
                <a:lnTo>
                  <a:pt x="752475" y="904875"/>
                </a:lnTo>
                <a:lnTo>
                  <a:pt x="200025" y="904875"/>
                </a:lnTo>
                <a:lnTo>
                  <a:pt x="114300" y="828675"/>
                </a:lnTo>
                <a:lnTo>
                  <a:pt x="342900" y="400050"/>
                </a:lnTo>
                <a:close/>
              </a:path>
            </a:pathLst>
          </a:custGeom>
          <a:solidFill>
            <a:srgbClr val="F0EEF7"/>
          </a:solidFill>
          <a:ln w="19050">
            <a:solidFill>
              <a:srgbClr val="3F2F7A"/>
            </a:solidFill>
            <a:prstDash val="solid"/>
          </a:ln>
        </p:spPr>
      </p:sp>
      <p:sp>
        <p:nvSpPr>
          <p:cNvPr id="23" name="vector-1046">
            <a:extLst>
              <a:ext uri="{FF2B5EF4-FFF2-40B4-BE49-F238E27FC236}">
                <ns2:creationId id="{0D3B369B-1925-4006-A5A4-345647B347E0}"/>
              </a:ext>
            </a:extLst>
          </p:cNvPr>
          <p:cNvSpPr>
            <a:spLocks noGrp="1"/>
          </p:cNvSpPr>
          <p:nvPr/>
        </p:nvSpPr>
        <p:spPr>
          <a:xfrm>
            <a:off x="6762750" y="3590925"/>
            <a:ext cx="638175" cy="638175"/>
          </a:xfrm>
          <a:custGeom>
            <a:pathLst>
              <a:path w="952500" h="952500">
                <a:moveTo>
                  <a:pt x="247650" y="647700"/>
                </a:moveTo>
                <a:lnTo>
                  <a:pt x="714375" y="647700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24" name="vector-1047">
            <a:extLst>
              <a:ext uri="{FF2B5EF4-FFF2-40B4-BE49-F238E27FC236}">
                <ns2:creationId id="{B7295F35-6DD2-45D3-A5E0-66327A403B54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76200"/>
                </a:moveTo>
                <a:lnTo>
                  <a:pt x="114300" y="8286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25" name="vector-1048">
            <a:extLst>
              <a:ext uri="{FF2B5EF4-FFF2-40B4-BE49-F238E27FC236}">
                <ns2:creationId id="{008B93AD-D0B1-43F1-B0B5-D6C0D10E7B26}"/>
              </a:ext>
            </a:extLst>
          </p:cNvPr>
          <p:cNvSpPr>
            <a:spLocks noGrp="1"/>
          </p:cNvSpPr>
          <p:nvPr/>
        </p:nvSpPr>
        <p:spPr>
          <a:xfrm>
            <a:off x="10763250" y="3524250"/>
            <a:ext cx="638175" cy="638175"/>
          </a:xfrm>
          <a:custGeom>
            <a:pathLst>
              <a:path w="952500" h="952500">
                <a:moveTo>
                  <a:pt x="114300" y="828675"/>
                </a:moveTo>
                <a:lnTo>
                  <a:pt x="885825" y="828675"/>
                </a:lnTo>
              </a:path>
            </a:pathLst>
          </a:custGeom>
          <a:noFill/>
          <a:ln w="21273">
            <a:solidFill>
              <a:srgbClr val="3F2F7A"/>
            </a:solidFill>
            <a:prstDash val="solid"/>
          </a:ln>
        </p:spPr>
      </p:sp>
      <p:sp>
        <p:nvSpPr>
          <p:cNvPr id="26" name="icon-chart-1049">
            <a:extLst>
              <a:ext uri="{FF2B5EF4-FFF2-40B4-BE49-F238E27FC236}">
                <ns2:creationId id="{F63B9922-8319-482C-B6CA-9177B1090CC8}"/>
              </a:ext>
            </a:extLst>
          </p:cNvPr>
          <p:cNvSpPr>
            <a:spLocks noGrp="1"/>
          </p:cNvSpPr>
          <p:nvPr/>
        </p:nvSpPr>
        <p:spPr>
          <a:xfrm>
            <a:off x="10922794" y="3868865"/>
            <a:ext cx="82963" cy="210598"/>
          </a:xfrm>
          <a:prstGeom prst="rect">
            <a:avLst/>
          </a:prstGeom>
          <a:solidFill>
            <a:srgbClr val="3F2F7A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7" name="icon-chart-1050">
            <a:extLst>
              <a:ext uri="{FF2B5EF4-FFF2-40B4-BE49-F238E27FC236}">
                <ns2:creationId id="{D0778A82-AFE8-4CFD-8A9B-922F60359E24}"/>
              </a:ext>
            </a:extLst>
          </p:cNvPr>
          <p:cNvSpPr>
            <a:spLocks noGrp="1"/>
          </p:cNvSpPr>
          <p:nvPr/>
        </p:nvSpPr>
        <p:spPr>
          <a:xfrm>
            <a:off x="11063192" y="3753993"/>
            <a:ext cx="82963" cy="325469"/>
          </a:xfrm>
          <a:prstGeom prst="rect">
            <a:avLst/>
          </a:prstGeom>
          <a:solidFill>
            <a:srgbClr val="5D7795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8" name="icon-chart-1051">
            <a:extLst>
              <a:ext uri="{FF2B5EF4-FFF2-40B4-BE49-F238E27FC236}">
                <ns2:creationId id="{A3A9F975-EF8F-432B-A1B6-01FC3BE4E50E}"/>
              </a:ext>
            </a:extLst>
          </p:cNvPr>
          <p:cNvSpPr>
            <a:spLocks noGrp="1"/>
          </p:cNvSpPr>
          <p:nvPr/>
        </p:nvSpPr>
        <p:spPr>
          <a:xfrm>
            <a:off x="11203591" y="3626358"/>
            <a:ext cx="82963" cy="453104"/>
          </a:xfrm>
          <a:prstGeom prst="rect">
            <a:avLst/>
          </a:prstGeom>
          <a:solidFill>
            <a:srgbClr val="3F2F7A"/>
          </a:solidFill>
          <a:ln w="19943">
            <a:solidFill>
              <a:srgbClr val="3F2F7A"/>
            </a:solidFill>
            <a:prstDash val="solid"/>
          </a:ln>
        </p:spPr>
      </p:sp>
      <p:sp>
        <p:nvSpPr>
          <p:cNvPr id="29" name="line-1052">
            <a:extLst>
              <a:ext uri="{FF2B5EF4-FFF2-40B4-BE49-F238E27FC236}">
                <ns2:creationId id="{C916AB14-3151-4998-9A22-08D6D800BBD5}"/>
              </a:ext>
            </a:extLst>
          </p:cNvPr>
          <p:cNvSpPr>
            <a:spLocks noGrp="1"/>
          </p:cNvSpPr>
          <p:nvPr/>
        </p:nvSpPr>
        <p:spPr>
          <a:xfrm>
            <a:off x="0" y="5372100"/>
            <a:ext cx="12192000" cy="95"/>
          </a:xfrm>
          <a:prstGeom prst="line">
            <a:avLst/>
          </a:prstGeom>
          <a:noFill/>
          <a:ln w="19050">
            <a:solidFill>
              <a:srgbClr val="3F2F7A"/>
            </a:solidFill>
            <a:prstDash val="solid"/>
          </a:ln>
        </p:spPr>
      </p:sp>
      <p:sp>
        <p:nvSpPr>
          <p:cNvPr id="30" name="icon-person-1053">
            <a:extLst>
              <a:ext uri="{FF2B5EF4-FFF2-40B4-BE49-F238E27FC236}">
                <ns2:creationId id="{92625B89-B190-48BA-B604-C2162296F65C}"/>
              </a:ext>
            </a:extLst>
          </p:cNvPr>
          <p:cNvSpPr>
            <a:spLocks noGrp="1"/>
          </p:cNvSpPr>
          <p:nvPr/>
        </p:nvSpPr>
        <p:spPr>
          <a:xfrm>
            <a:off x="465296" y="5875592"/>
            <a:ext cx="88583" cy="88583"/>
          </a:xfrm>
          <a:prstGeom prst="ellipse">
            <a:avLst/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31" name="icon-person-1054">
            <a:extLst>
              <a:ext uri="{FF2B5EF4-FFF2-40B4-BE49-F238E27FC236}">
                <ns2:creationId id="{2F70FE3B-E1D7-4054-90A0-E497DF759AEB}"/>
              </a:ext>
            </a:extLst>
          </p:cNvPr>
          <p:cNvSpPr>
            <a:spLocks noGrp="1"/>
          </p:cNvSpPr>
          <p:nvPr/>
        </p:nvSpPr>
        <p:spPr>
          <a:xfrm>
            <a:off x="412147" y="5984843"/>
            <a:ext cx="191929" cy="135827"/>
          </a:xfrm>
          <a:prstGeom prst="roundRect">
            <a:avLst>
              <a:gd name="adj" fmla="val 50000"/>
            </a:avLst>
          </a:prstGeom>
          <a:noFill/>
          <a:ln w="12383">
            <a:solidFill>
              <a:srgbClr val="3F2F7A"/>
            </a:solidFill>
            <a:prstDash val="solid"/>
          </a:ln>
        </p:spPr>
      </p:sp>
      <p:sp>
        <p:nvSpPr>
          <p:cNvPr id="32" name="text-1055">
            <a:extLst>
              <a:ext uri="{FF2B5EF4-FFF2-40B4-BE49-F238E27FC236}">
                <ns2:creationId id="{2F5F3C28-5451-462C-B48E-ACE750BAC77E}"/>
              </a:ext>
            </a:extLst>
          </p:cNvPr>
          <p:cNvSpPr>
            <a:spLocks noGrp="1"/>
          </p:cNvSpPr>
          <p:nvPr/>
        </p:nvSpPr>
        <p:spPr>
          <a:xfrm>
            <a:off x="781050" y="5829300"/>
            <a:ext cx="31432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50" b="0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汇报人：待填写</a:t>
            </a:r>
            <a:endParaRPr/>
          </a:p>
        </p:txBody>
      </p:sp>
      <p:sp>
        <p:nvSpPr>
          <p:cNvPr id="33" name="icon-clipboard-1056">
            <a:extLst>
              <a:ext uri="{FF2B5EF4-FFF2-40B4-BE49-F238E27FC236}">
                <ns2:creationId id="{DD9215D2-35D2-4D02-9FA4-CD1E74BDEE98}"/>
              </a:ext>
            </a:extLst>
          </p:cNvPr>
          <p:cNvSpPr>
            <a:spLocks noGrp="1"/>
          </p:cNvSpPr>
          <p:nvPr/>
        </p:nvSpPr>
        <p:spPr>
          <a:xfrm>
            <a:off x="4501134" y="5782056"/>
            <a:ext cx="260033" cy="312039"/>
          </a:xfrm>
          <a:prstGeom prst="roundRect">
            <a:avLst>
              <a:gd name="adj" fmla="val 29304"/>
            </a:avLst>
          </a:prstGeom>
          <a:noFill/>
          <a:ln w="12502">
            <a:solidFill>
              <a:srgbClr val="3F2F7A"/>
            </a:solidFill>
            <a:prstDash val="solid"/>
          </a:ln>
        </p:spPr>
      </p:sp>
      <p:sp>
        <p:nvSpPr>
          <p:cNvPr id="34" name="icon-clipboard-1057">
            <a:extLst>
              <a:ext uri="{FF2B5EF4-FFF2-40B4-BE49-F238E27FC236}">
                <ns2:creationId id="{BD828FB0-C018-47D2-AA3C-A90D4522B0D4}"/>
              </a:ext>
            </a:extLst>
          </p:cNvPr>
          <p:cNvSpPr>
            <a:spLocks noGrp="1"/>
          </p:cNvSpPr>
          <p:nvPr/>
        </p:nvSpPr>
        <p:spPr>
          <a:xfrm>
            <a:off x="4569143" y="5754053"/>
            <a:ext cx="120015" cy="600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502">
            <a:solidFill>
              <a:srgbClr val="3F2F7A"/>
            </a:solidFill>
            <a:prstDash val="solid"/>
          </a:ln>
        </p:spPr>
      </p:sp>
      <p:sp>
        <p:nvSpPr>
          <p:cNvPr id="35" name="vector-1058">
            <a:extLst>
              <a:ext uri="{FF2B5EF4-FFF2-40B4-BE49-F238E27FC236}">
                <ns2:creationId id="{B9E0CBB6-31E1-4772-979B-C1F7146AF936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342900"/>
                </a:moveTo>
                <a:lnTo>
                  <a:pt x="342900" y="40005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6" name="vector-1059">
            <a:extLst>
              <a:ext uri="{FF2B5EF4-FFF2-40B4-BE49-F238E27FC236}">
                <ns2:creationId id="{11F633F6-15A8-4DA9-9C5A-0DA38894C877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400050"/>
                </a:moveTo>
                <a:lnTo>
                  <a:pt x="428625" y="2762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7" name="vector-1060">
            <a:extLst>
              <a:ext uri="{FF2B5EF4-FFF2-40B4-BE49-F238E27FC236}">
                <ns2:creationId id="{79831547-281B-4648-890A-2C4080EA1DAD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352425"/>
                </a:moveTo>
                <a:lnTo>
                  <a:pt x="695325" y="3524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8" name="vector-1061">
            <a:extLst>
              <a:ext uri="{FF2B5EF4-FFF2-40B4-BE49-F238E27FC236}">
                <ns2:creationId id="{0AD41106-1B0F-445D-8B21-6925B61DABC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523875"/>
                </a:moveTo>
                <a:lnTo>
                  <a:pt x="342900" y="58102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39" name="vector-1062">
            <a:extLst>
              <a:ext uri="{FF2B5EF4-FFF2-40B4-BE49-F238E27FC236}">
                <ns2:creationId id="{7155229C-5079-45A6-B185-092B37F6C65C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581025"/>
                </a:moveTo>
                <a:lnTo>
                  <a:pt x="428625" y="4572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0" name="vector-1063">
            <a:extLst>
              <a:ext uri="{FF2B5EF4-FFF2-40B4-BE49-F238E27FC236}">
                <ns2:creationId id="{C04D408E-B21F-492B-B469-89698AB79BAF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533400"/>
                </a:moveTo>
                <a:lnTo>
                  <a:pt x="695325" y="5334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1" name="vector-1064">
            <a:extLst>
              <a:ext uri="{FF2B5EF4-FFF2-40B4-BE49-F238E27FC236}">
                <ns2:creationId id="{CD69603F-5B16-4918-9F5A-F8CE4A248F0B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266700" y="704850"/>
                </a:moveTo>
                <a:lnTo>
                  <a:pt x="342900" y="762000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2" name="vector-1065">
            <a:extLst>
              <a:ext uri="{FF2B5EF4-FFF2-40B4-BE49-F238E27FC236}">
                <ns2:creationId id="{D3471EB6-E8BC-427D-BBC9-9AF580B4F912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342900" y="762000"/>
                </a:moveTo>
                <a:lnTo>
                  <a:pt x="428625" y="6381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3" name="vector-1066">
            <a:extLst>
              <a:ext uri="{FF2B5EF4-FFF2-40B4-BE49-F238E27FC236}">
                <ns2:creationId id="{C8737E86-F9B2-4CFC-BE61-4691A6D32CDE}"/>
              </a:ext>
            </a:extLst>
          </p:cNvPr>
          <p:cNvSpPr>
            <a:spLocks noGrp="1"/>
          </p:cNvSpPr>
          <p:nvPr/>
        </p:nvSpPr>
        <p:spPr>
          <a:xfrm>
            <a:off x="4429125" y="5734050"/>
            <a:ext cx="400050" cy="400050"/>
          </a:xfrm>
          <a:custGeom>
            <a:pathLst>
              <a:path w="952500" h="952500">
                <a:moveTo>
                  <a:pt x="495300" y="714375"/>
                </a:moveTo>
                <a:lnTo>
                  <a:pt x="695325" y="7143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4" name="text-1067">
            <a:extLst>
              <a:ext uri="{FF2B5EF4-FFF2-40B4-BE49-F238E27FC236}">
                <ns2:creationId id="{F5EB26CC-8E4D-432E-8AC4-9D16C03DE544}"/>
              </a:ext>
            </a:extLst>
          </p:cNvPr>
          <p:cNvSpPr>
            <a:spLocks noGrp="1"/>
          </p:cNvSpPr>
          <p:nvPr/>
        </p:nvSpPr>
        <p:spPr>
          <a:xfrm>
            <a:off x="495300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研究设计</a:t>
            </a:r>
            <a:endParaRPr/>
          </a:p>
        </p:txBody>
      </p:sp>
      <p:sp>
        <p:nvSpPr>
          <p:cNvPr id="45" name="icon-search-1068">
            <a:extLst>
              <a:ext uri="{FF2B5EF4-FFF2-40B4-BE49-F238E27FC236}">
                <ns2:creationId id="{9DCC8505-3220-497A-ACE4-63689413C14B}"/>
              </a:ext>
            </a:extLst>
          </p:cNvPr>
          <p:cNvSpPr>
            <a:spLocks noGrp="1"/>
          </p:cNvSpPr>
          <p:nvPr/>
        </p:nvSpPr>
        <p:spPr>
          <a:xfrm>
            <a:off x="7031355" y="5774055"/>
            <a:ext cx="232029" cy="232029"/>
          </a:xfrm>
          <a:prstGeom prst="ellipse">
            <a:avLst/>
          </a:prstGeom>
          <a:noFill/>
          <a:ln w="12502">
            <a:solidFill>
              <a:srgbClr val="3F2F7A"/>
            </a:solidFill>
            <a:prstDash val="solid"/>
          </a:ln>
        </p:spPr>
      </p:sp>
      <p:sp>
        <p:nvSpPr>
          <p:cNvPr id="46" name="vector-1069">
            <a:extLst>
              <a:ext uri="{FF2B5EF4-FFF2-40B4-BE49-F238E27FC236}">
                <ns2:creationId id="{6A00402F-604C-465F-99C6-68D97D0C083D}"/>
              </a:ext>
            </a:extLst>
          </p:cNvPr>
          <p:cNvSpPr>
            <a:spLocks noGrp="1"/>
          </p:cNvSpPr>
          <p:nvPr/>
        </p:nvSpPr>
        <p:spPr>
          <a:xfrm>
            <a:off x="6991350" y="5734050"/>
            <a:ext cx="400050" cy="400050"/>
          </a:xfrm>
          <a:custGeom>
            <a:pathLst>
              <a:path w="952500" h="952500">
                <a:moveTo>
                  <a:pt x="571500" y="571500"/>
                </a:moveTo>
                <a:lnTo>
                  <a:pt x="866775" y="866775"/>
                </a:lnTo>
              </a:path>
            </a:pathLst>
          </a:custGeom>
          <a:noFill/>
          <a:ln w="13335">
            <a:solidFill>
              <a:srgbClr val="3F2F7A"/>
            </a:solidFill>
            <a:prstDash val="solid"/>
          </a:ln>
        </p:spPr>
      </p:sp>
      <p:sp>
        <p:nvSpPr>
          <p:cNvPr id="47" name="text-1070">
            <a:extLst>
              <a:ext uri="{FF2B5EF4-FFF2-40B4-BE49-F238E27FC236}">
                <ns2:creationId id="{EE58B76C-DD9F-4C00-9273-84E4F39B858A}"/>
              </a:ext>
            </a:extLst>
          </p:cNvPr>
          <p:cNvSpPr>
            <a:spLocks noGrp="1"/>
          </p:cNvSpPr>
          <p:nvPr/>
        </p:nvSpPr>
        <p:spPr>
          <a:xfrm>
            <a:off x="7515225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证据边界</a:t>
            </a:r>
            <a:endParaRPr/>
          </a:p>
        </p:txBody>
      </p:sp>
      <p:sp>
        <p:nvSpPr>
          <p:cNvPr id="48" name="icon-compass-1071">
            <a:extLst>
              <a:ext uri="{FF2B5EF4-FFF2-40B4-BE49-F238E27FC236}">
                <ns2:creationId id="{F6EDAD83-45E2-420B-A60E-53D6935B2167}"/>
              </a:ext>
            </a:extLst>
          </p:cNvPr>
          <p:cNvSpPr>
            <a:spLocks noGrp="1"/>
          </p:cNvSpPr>
          <p:nvPr/>
        </p:nvSpPr>
        <p:spPr>
          <a:xfrm>
            <a:off x="9577578" y="5758053"/>
            <a:ext cx="352044" cy="352044"/>
          </a:xfrm>
          <a:prstGeom prst="ellipse">
            <a:avLst/>
          </a:prstGeom>
          <a:noFill/>
          <a:ln w="12502">
            <a:solidFill>
              <a:srgbClr val="3F2F7A"/>
            </a:solidFill>
            <a:prstDash val="solid"/>
          </a:ln>
        </p:spPr>
      </p:sp>
      <p:sp>
        <p:nvSpPr>
          <p:cNvPr id="49" name="vector-1072">
            <a:extLst>
              <a:ext uri="{FF2B5EF4-FFF2-40B4-BE49-F238E27FC236}">
                <ns2:creationId id="{5197B925-E643-4B61-9680-53CF7DC39BC4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142875"/>
                </a:moveTo>
                <a:lnTo>
                  <a:pt x="600075" y="581025"/>
                </a:lnTo>
                <a:lnTo>
                  <a:pt x="352425" y="581025"/>
                </a:lnTo>
                <a:close/>
              </a:path>
            </a:pathLst>
          </a:custGeom>
          <a:solidFill>
            <a:srgbClr val="3F2F7A"/>
          </a:solidFill>
          <a:ln w="14288">
            <a:noFill/>
            <a:prstDash val="solid"/>
          </a:ln>
        </p:spPr>
      </p:sp>
      <p:sp>
        <p:nvSpPr>
          <p:cNvPr id="50" name="vector-1073">
            <a:extLst>
              <a:ext uri="{FF2B5EF4-FFF2-40B4-BE49-F238E27FC236}">
                <ns2:creationId id="{E353FA93-8D3D-4748-B80D-B03F6A91A68B}"/>
              </a:ext>
            </a:extLst>
          </p:cNvPr>
          <p:cNvSpPr>
            <a:spLocks noGrp="1"/>
          </p:cNvSpPr>
          <p:nvPr/>
        </p:nvSpPr>
        <p:spPr>
          <a:xfrm>
            <a:off x="9553575" y="5734050"/>
            <a:ext cx="400050" cy="400050"/>
          </a:xfrm>
          <a:custGeom>
            <a:pathLst>
              <a:path w="952500" h="952500">
                <a:moveTo>
                  <a:pt x="476250" y="809625"/>
                </a:moveTo>
                <a:lnTo>
                  <a:pt x="352425" y="581025"/>
                </a:lnTo>
                <a:lnTo>
                  <a:pt x="600075" y="581025"/>
                </a:lnTo>
                <a:close/>
              </a:path>
            </a:pathLst>
          </a:custGeom>
          <a:solidFill>
            <a:srgbClr val="A58116"/>
          </a:solidFill>
          <a:ln w="14288">
            <a:noFill/>
            <a:prstDash val="solid"/>
          </a:ln>
        </p:spPr>
      </p:sp>
      <p:sp>
        <p:nvSpPr>
          <p:cNvPr id="51" name="text-1074">
            <a:extLst>
              <a:ext uri="{FF2B5EF4-FFF2-40B4-BE49-F238E27FC236}">
                <ns2:creationId id="{B71D1E75-297B-4368-8ED9-545F621B469C}"/>
              </a:ext>
            </a:extLst>
          </p:cNvPr>
          <p:cNvSpPr>
            <a:spLocks noGrp="1"/>
          </p:cNvSpPr>
          <p:nvPr/>
        </p:nvSpPr>
        <p:spPr>
          <a:xfrm>
            <a:off x="10077450" y="5791200"/>
            <a:ext cx="18764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725" b="1">
                <a:solidFill>
                  <a:srgbClr val="3F2F7A"/>
                </a:solidFill>
                <a:latin typeface="Noto Sans CJK SC"/>
                <a:ea typeface="Noto Sans CJK SC"/>
                <a:cs typeface="Noto Sans CJK SC"/>
              </a:rPr>
              <a:t>下一步工作</a:t>
            </a:r>
            <a:endParaRPr/>
          </a:p>
        </p:txBody>
      </p:sp>
      <p:sp>
        <p:nvSpPr>
          <p:cNvPr id="52" name="text-1075">
            <a:extLst>
              <a:ext uri="{FF2B5EF4-FFF2-40B4-BE49-F238E27FC236}">
                <ns2:creationId id="{374F29D9-52C4-4636-AF0E-907AA99230BF}"/>
              </a:ext>
            </a:extLst>
          </p:cNvPr>
          <p:cNvSpPr>
            <a:spLocks noGrp="1"/>
          </p:cNvSpPr>
          <p:nvPr/>
        </p:nvSpPr>
        <p:spPr>
          <a:xfrm>
            <a:off x="228600" y="6619875"/>
            <a:ext cx="10572750" cy="161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l">
              <a:def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00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科研模板 · 内容与数据均为示意</a:t>
            </a:r>
            <a:endParaRPr/>
          </a:p>
        </p:txBody>
      </p:sp>
      <p:sp>
        <p:nvSpPr>
          <p:cNvPr id="53" name="text-1076">
            <a:extLst>
              <a:ext uri="{FF2B5EF4-FFF2-40B4-BE49-F238E27FC236}">
                <ns2:creationId id="{498A1029-233C-4F0B-9D87-3E16AAB23A87}"/>
              </a:ext>
            </a:extLst>
          </p:cNvPr>
          <p:cNvSpPr>
            <a:spLocks noGrp="1"/>
          </p:cNvSpPr>
          <p:nvPr/>
        </p:nvSpPr>
        <p:spPr>
          <a:xfrm>
            <a:off x="11525250" y="6591300"/>
            <a:ext cx="4381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/>
          <a:lstStyle>
            <a:def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defPPr>
            <a:lvl1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1pPr>
            <a:lvl2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2pPr>
            <a:lvl3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3pPr>
            <a:lvl4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4pPr>
            <a:lvl5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5pPr>
            <a:lvl6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6pPr>
            <a:lvl7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7pPr>
            <a:lvl8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8pPr>
            <a:lvl9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lvl9pPr>
          </a:lstStyle>
          <a:p>
            <a:pPr algn="r">
              <a:def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975" b="0">
                <a:solidFill>
                  <a:srgbClr val="8C84AE"/>
                </a:solidFill>
                <a:latin typeface="Noto Sans CJK SC"/>
                <a:ea typeface="Noto Sans CJK SC"/>
                <a:cs typeface="Noto Sans CJK SC"/>
              </a:rPr>
              <a:t>06</a:t>
            </a:r>
            <a:endParaRPr/>
          </a:p>
        </p:txBody>
      </p:sp>
    </p:spTree>
    <p:extLst>
      <p:ext uri="{BB962C8B-B14F-4D97-AF65-F5344CB8AC3E}">
        <ns4:creationId val="7114631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Walnut Exporter</ns0:Application>
  <ns0:PresentationFormat>Converted Presentation</ns0:PresentationFormat>
  <ns0:Slides>6</ns0:Slides>
  <ns0:Notes>0</ns0:Notes>
  <ns0:HiddenSlides>0</ns0:HiddenSlides>
  <ns0:SharedDoc>false</ns0:SharedDoc>
  <ns0:DocSecurity>0</ns0:DocSecurity>
</ns0:Properties>
</file>

<file path=docProps/core.xml><?xml version="1.0" encoding="utf-8"?>
<ns0:coreProperties xmlns:dc="http://purl.org/dc/elements/1.1/" xmlns:dcterms="http://purl.org/dc/terms/" xmlns:ns0="http://schemas.openxmlformats.org/package/2006/metadata/core-properties" xmlns:xsi="http://www.w3.org/2001/XMLSchema-instance">
  <dc:creator>editable-research-ppt contributors</dc:creator>
  <ns0:lastModifiedBy>editable-research-ppt contributors</ns0:lastModifiedBy>
  <dc:title>Presentation</dc:title>
  <dcterms:created xsi:type="dcterms:W3CDTF">2026-10-19T12:24:09.8680000Z</dcterms:created>
  <dcterms:modified xsi:type="dcterms:W3CDTF">2026-10-19T12:24:09.8680000Z</dcterms:modified>
</ns0:coreProperties>
</file>