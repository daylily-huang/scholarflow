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clustered"/>
        <c:varyColors val="0"/>
        <c:ser>
          <c:idx val="0"/>
          <c:order val="0"/>
          <c:tx>
            <c:v>群落甲</c:v>
          </c:tx>
          <c:spPr>
            <a:solidFill>
              <a:srgbClr val="3F2F7A"/>
            </a:solidFill>
            <a:ln w="19050">
              <a:solidFill>
                <a:srgbClr val="3F2F7A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clustered"/>
        <c:varyColors val="0"/>
        <c:ser>
          <c:idx val="0"/>
          <c:order val="0"/>
          <c:tx>
            <c:v>群落乙</c:v>
          </c:tx>
          <c:spPr>
            <a:solidFill>
              <a:srgbClr val="3F2F7A"/>
            </a:solidFill>
            <a:ln w="19050">
              <a:solidFill>
                <a:srgbClr val="3F2F7A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70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fc6e8ac78c5545a3" /><Relationship Type="http://schemas.openxmlformats.org/officeDocument/2006/relationships/notesMaster" Target="/ppt/notesMasters/notesMaster1.xml" Id="Rf0bb6a3157794807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b70eeec2696d4581" /><Relationship Type="http://schemas.openxmlformats.org/officeDocument/2006/relationships/notesMaster" Target="/ppt/notesMasters/notesMaster1.xml" Id="Rafb4a98151eb46f4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d0cc5ea8d0c74a67" /><Relationship Type="http://schemas.openxmlformats.org/officeDocument/2006/relationships/notesMaster" Target="/ppt/notesMasters/notesMaster1.xml" Id="Reeaf5a3cd56d4190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1a98765aa4d045e3" /><Relationship Type="http://schemas.openxmlformats.org/officeDocument/2006/relationships/notesMaster" Target="/ppt/notesMasters/notesMaster1.xml" Id="Rf71fc11f984e4167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cabf86a481cf4e46" /><Relationship Type="http://schemas.openxmlformats.org/officeDocument/2006/relationships/notesMaster" Target="/ppt/notesMasters/notesMaster1.xml" Id="Rfdb328f4526545f4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left.chart: 本样板人工构造的合成数据，仅测试版式与编辑功能，不代表真实研究。</a:t>
            </a:r>
            <a:endParaRPr/>
          </a:p>
          <a:p>
            <a:r>
              <a:rPr/>
              <a:t>right.chart: 本样板人工构造的合成数据，仅测试版式与编辑功能，不代表真实研究。</a:t>
            </a:r>
            <a:endParaRPr/>
          </a:p>
          <a:p>
            <a:r>
              <a:rPr/>
              <a:t>Layout: L3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L9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L12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L13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L14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1.xml" Id="R68f0df05906a4f2e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993b0904f974483" /><Relationship Type="http://schemas.openxmlformats.org/officeDocument/2006/relationships/chart" Target="/ppt/charts/chart1.xml" Id="R9e4b51eb44254abd" /><Relationship Type="http://schemas.openxmlformats.org/officeDocument/2006/relationships/chart" Target="/ppt/charts/chart2.xml" Id="Rc49d4862ef9e4b9a" /><Relationship Type="http://schemas.openxmlformats.org/officeDocument/2006/relationships/notesSlide" Target="/ppt/notesSlides/notesSlide2.xml" Id="R62c7711b81c24dd0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3.xml" Id="R4ef68450f9d14d7b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49694d72264f0a" /><Relationship Type="http://schemas.openxmlformats.org/officeDocument/2006/relationships/notesSlide" Target="/ppt/notesSlides/notesSlide4.xml" Id="Rb9024c2dfc9c419a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20a905920734b87" /><Relationship Type="http://schemas.openxmlformats.org/officeDocument/2006/relationships/notesSlide" Target="/ppt/notesSlides/notesSlide5.xml" Id="R2032e172c9364bb7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6.xml" Id="R42f6f6e0deef48f7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>
            <a:extLst>
              <a:ext uri="{FF2B5EF4-FFF2-40B4-BE49-F238E27FC236}">
                <ns2:creationId id="{8DA6F845-D4D6-4E02-B90C-45310657E8DA}"/>
              </a:ext>
            </a:extLst>
          </p:cNvPr>
          <p:cNvPicPr>
            <a:picLocks noChangeAspect="1"/>
          </p:cNvPicPr>
          <p:nvPr/>
        </p:nvPicPr>
        <p:blipFill>
          <a:blip r:embed="Rda1941b6a5cf4a48">
            <a:duotone>
              <a:srgbClr val="3F2F7A"/>
              <a:srgbClr val="FFFFFF"/>
            </a:duotone>
          </a:blip>
          <a:stretch/>
        </p:blipFill>
        <p:spPr>
          <a:xfrm>
            <a:off x="5248275" y="152400"/>
            <a:ext cx="6324600" cy="6324600"/>
          </a:xfrm>
          <a:prstGeom prst="rect">
            <a:avLst/>
          </a:prstGeom>
        </p:spPr>
      </p:pic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rPr>
              <a:t>课程作业型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361950" y="1847850"/>
            <a:ext cx="609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rPr>
              <a:t>群落多样性</a:t>
            </a:r>
            <a:endParaRPr/>
          </a:p>
          <a:p>
            <a: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rPr>
              <a:t>比较与生态解释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361950" y="3895725"/>
            <a:ext cx="4667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rPr>
              <a:t>生态学课程作业 · 指标、假说与证据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381000" y="4524375"/>
            <a:ext cx="857250" cy="47625"/>
          </a:xfrm>
          <a:prstGeom prst="rect">
            <a:avLst/>
          </a:prstGeom>
          <a:solidFill>
            <a:srgbClr val="A58116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4:creationId val="997978090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4" name="text-232">
            <a:extLst>
              <a:ext uri="{FF2B5EF4-FFF2-40B4-BE49-F238E27FC236}">
                <ns2:creationId id="{D5179689-217C-4212-9A1A-7017908D99E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课程作业｜两种群落结构的对照分析</a:t>
            </a:r>
            <a:endParaRPr/>
          </a:p>
        </p:txBody>
      </p:sp>
      <p:sp>
        <p:nvSpPr>
          <p:cNvPr id="2" name="line-233">
            <a:extLst>
              <a:ext uri="{FF2B5EF4-FFF2-40B4-BE49-F238E27FC236}">
                <ns2:creationId id="{66207686-8F60-4B1D-9C23-67C017A11643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3F2F7A"/>
            </a:solidFill>
            <a:prstDash val="solid"/>
          </a:ln>
        </p:spPr>
      </p:sp>
      <p:sp>
        <p:nvSpPr>
          <p:cNvPr id="3" name="shape-234">
            <a:extLst>
              <a:ext uri="{FF2B5EF4-FFF2-40B4-BE49-F238E27FC236}">
                <ns2:creationId id="{C1599386-79DC-46C8-AAC9-C611C26E23FE}"/>
              </a:ext>
            </a:extLst>
          </p:cNvPr>
          <p:cNvSpPr>
            <a:spLocks noGrp="1"/>
          </p:cNvSpPr>
          <p:nvPr/>
        </p:nvSpPr>
        <p:spPr>
          <a:xfrm>
            <a:off x="228600" y="1057275"/>
            <a:ext cx="5143500" cy="361950"/>
          </a:xfrm>
          <a:prstGeom prst="rect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4" name="text-235">
            <a:extLst>
              <a:ext uri="{FF2B5EF4-FFF2-40B4-BE49-F238E27FC236}">
                <ns2:creationId id="{665FE50D-88E2-4CFD-AD34-C7C4ECA784E0}"/>
              </a:ext>
            </a:extLst>
          </p:cNvPr>
          <p:cNvSpPr>
            <a:spLocks noGrp="1"/>
          </p:cNvSpPr>
          <p:nvPr/>
        </p:nvSpPr>
        <p:spPr>
          <a:xfrm>
            <a:off x="3810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群落甲：分布均匀</a:t>
            </a:r>
            <a:endParaRPr/>
          </a:p>
        </p:txBody>
      </p:sp>
      <p:sp>
        <p:nvSpPr>
          <p:cNvPr id="5" name="vector-236">
            <a:extLst>
              <a:ext uri="{FF2B5EF4-FFF2-40B4-BE49-F238E27FC236}">
                <ns2:creationId id="{92E52B5E-2452-4F0C-B578-4AA5587BE454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6" name="icon-leaf-237">
            <a:extLst>
              <a:ext uri="{FF2B5EF4-FFF2-40B4-BE49-F238E27FC236}">
                <ns2:creationId id="{55579A21-DF2E-479B-AF61-AB8EFE147DB0}"/>
              </a:ext>
            </a:extLst>
          </p:cNvPr>
          <p:cNvSpPr>
            <a:spLocks noGrp="1"/>
          </p:cNvSpPr>
          <p:nvPr/>
        </p:nvSpPr>
        <p:spPr>
          <a:xfrm>
            <a:off x="7044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7" name="icon-leaf-238">
            <a:extLst>
              <a:ext uri="{FF2B5EF4-FFF2-40B4-BE49-F238E27FC236}">
                <ns2:creationId id="{C9224FE2-D3B0-4B71-9464-1A539A8078F0}"/>
              </a:ext>
            </a:extLst>
          </p:cNvPr>
          <p:cNvSpPr>
            <a:spLocks noGrp="1"/>
          </p:cNvSpPr>
          <p:nvPr/>
        </p:nvSpPr>
        <p:spPr>
          <a:xfrm>
            <a:off x="8431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8" name="vector-239">
            <a:extLst>
              <a:ext uri="{FF2B5EF4-FFF2-40B4-BE49-F238E27FC236}">
                <ns2:creationId id="{8C23AD95-DF98-4C26-B6D6-E3486BC9EBE7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9" name="vector-240">
            <a:extLst>
              <a:ext uri="{FF2B5EF4-FFF2-40B4-BE49-F238E27FC236}">
                <ns2:creationId id="{D65C9264-087E-49A9-861C-15F4AB1F9C6A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10" name="text-241">
            <a:extLst>
              <a:ext uri="{FF2B5EF4-FFF2-40B4-BE49-F238E27FC236}">
                <ns2:creationId id="{9A666BE7-7468-40B8-BA27-243E6E541C5F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11" name="vector-242">
            <a:extLst>
              <a:ext uri="{FF2B5EF4-FFF2-40B4-BE49-F238E27FC236}">
                <ns2:creationId id="{015F0543-7B45-4BF1-94B7-1A1E058983C3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12" name="icon-leaf-243">
            <a:extLst>
              <a:ext uri="{FF2B5EF4-FFF2-40B4-BE49-F238E27FC236}">
                <ns2:creationId id="{20788740-3B23-4A38-BAA1-D2B62E9057B2}"/>
              </a:ext>
            </a:extLst>
          </p:cNvPr>
          <p:cNvSpPr>
            <a:spLocks noGrp="1"/>
          </p:cNvSpPr>
          <p:nvPr/>
        </p:nvSpPr>
        <p:spPr>
          <a:xfrm>
            <a:off x="19427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13" name="icon-leaf-244">
            <a:extLst>
              <a:ext uri="{FF2B5EF4-FFF2-40B4-BE49-F238E27FC236}">
                <ns2:creationId id="{9C348B4E-9021-4E45-B435-A0E2F334A724}"/>
              </a:ext>
            </a:extLst>
          </p:cNvPr>
          <p:cNvSpPr>
            <a:spLocks noGrp="1"/>
          </p:cNvSpPr>
          <p:nvPr/>
        </p:nvSpPr>
        <p:spPr>
          <a:xfrm>
            <a:off x="20814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14" name="vector-245">
            <a:extLst>
              <a:ext uri="{FF2B5EF4-FFF2-40B4-BE49-F238E27FC236}">
                <ns2:creationId id="{E27DA151-3CD5-4BC4-9A68-EA15D2B87309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15" name="vector-246">
            <a:extLst>
              <a:ext uri="{FF2B5EF4-FFF2-40B4-BE49-F238E27FC236}">
                <ns2:creationId id="{9AD9E9C6-9F66-4EBB-BA5C-9922A9E469E4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16" name="text-247">
            <a:extLst>
              <a:ext uri="{FF2B5EF4-FFF2-40B4-BE49-F238E27FC236}">
                <ns2:creationId id="{93568EED-6B3A-410F-8E65-CE6EF0688068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17" name="vector-248">
            <a:extLst>
              <a:ext uri="{FF2B5EF4-FFF2-40B4-BE49-F238E27FC236}">
                <ns2:creationId id="{C8ADB4AC-138E-4F86-9913-2AEC7DA429C7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18" name="icon-leaf-249">
            <a:extLst>
              <a:ext uri="{FF2B5EF4-FFF2-40B4-BE49-F238E27FC236}">
                <ns2:creationId id="{ACE5F6A5-0D77-4C72-9DC7-960F7418EFAB}"/>
              </a:ext>
            </a:extLst>
          </p:cNvPr>
          <p:cNvSpPr>
            <a:spLocks noGrp="1"/>
          </p:cNvSpPr>
          <p:nvPr/>
        </p:nvSpPr>
        <p:spPr>
          <a:xfrm>
            <a:off x="31809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19" name="icon-leaf-250">
            <a:extLst>
              <a:ext uri="{FF2B5EF4-FFF2-40B4-BE49-F238E27FC236}">
                <ns2:creationId id="{89058A91-7359-41B7-B77F-1D67EA798F21}"/>
              </a:ext>
            </a:extLst>
          </p:cNvPr>
          <p:cNvSpPr>
            <a:spLocks noGrp="1"/>
          </p:cNvSpPr>
          <p:nvPr/>
        </p:nvSpPr>
        <p:spPr>
          <a:xfrm>
            <a:off x="33196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20" name="vector-251">
            <a:extLst>
              <a:ext uri="{FF2B5EF4-FFF2-40B4-BE49-F238E27FC236}">
                <ns2:creationId id="{D7725F44-A286-48BE-B4B4-B9F682E79419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21" name="vector-252">
            <a:extLst>
              <a:ext uri="{FF2B5EF4-FFF2-40B4-BE49-F238E27FC236}">
                <ns2:creationId id="{F5D8A2BF-5ABE-41F7-B1A2-5981D549E512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22" name="text-253">
            <a:extLst>
              <a:ext uri="{FF2B5EF4-FFF2-40B4-BE49-F238E27FC236}">
                <ns2:creationId id="{1E87EEB7-F139-434E-BB4C-50B878681D0D}"/>
              </a:ext>
            </a:extLst>
          </p:cNvPr>
          <p:cNvSpPr>
            <a:spLocks noGrp="1"/>
          </p:cNvSpPr>
          <p:nvPr/>
        </p:nvSpPr>
        <p:spPr>
          <a:xfrm>
            <a:off x="28765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23" name="vector-254">
            <a:extLst>
              <a:ext uri="{FF2B5EF4-FFF2-40B4-BE49-F238E27FC236}">
                <ns2:creationId id="{5F46F337-D5B7-430E-863D-3BB688F8FD07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24" name="icon-leaf-255">
            <a:extLst>
              <a:ext uri="{FF2B5EF4-FFF2-40B4-BE49-F238E27FC236}">
                <ns2:creationId id="{CC06FDAE-EAAD-4E86-95B0-6C5133B0AFDB}"/>
              </a:ext>
            </a:extLst>
          </p:cNvPr>
          <p:cNvSpPr>
            <a:spLocks noGrp="1"/>
          </p:cNvSpPr>
          <p:nvPr/>
        </p:nvSpPr>
        <p:spPr>
          <a:xfrm>
            <a:off x="44192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25" name="icon-leaf-256">
            <a:extLst>
              <a:ext uri="{FF2B5EF4-FFF2-40B4-BE49-F238E27FC236}">
                <ns2:creationId id="{24E2500F-48D5-413B-81CE-C1CFA6338433}"/>
              </a:ext>
            </a:extLst>
          </p:cNvPr>
          <p:cNvSpPr>
            <a:spLocks noGrp="1"/>
          </p:cNvSpPr>
          <p:nvPr/>
        </p:nvSpPr>
        <p:spPr>
          <a:xfrm>
            <a:off x="45579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26" name="vector-257">
            <a:extLst>
              <a:ext uri="{FF2B5EF4-FFF2-40B4-BE49-F238E27FC236}">
                <ns2:creationId id="{447F4A37-4B45-4A6D-8387-683A1378DCD2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27" name="vector-258">
            <a:extLst>
              <a:ext uri="{FF2B5EF4-FFF2-40B4-BE49-F238E27FC236}">
                <ns2:creationId id="{23A46339-BEAE-4E75-A789-09B044E699A1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28" name="text-259">
            <a:extLst>
              <a:ext uri="{FF2B5EF4-FFF2-40B4-BE49-F238E27FC236}">
                <ns2:creationId id="{AC8B7D55-64F9-491D-B623-7D01D3547201}"/>
              </a:ext>
            </a:extLst>
          </p:cNvPr>
          <p:cNvSpPr>
            <a:spLocks noGrp="1"/>
          </p:cNvSpPr>
          <p:nvPr/>
        </p:nvSpPr>
        <p:spPr>
          <a:xfrm>
            <a:off x="41148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29" name="Chart">
            <a:extLst>
              <a:ext uri="{FF2B5EF4-FFF2-40B4-BE49-F238E27FC236}">
                <ns2:creationId id="{8412622D-13A6-4B72-892C-8B55AF70CBDC}"/>
              </a:ext>
            </a:extLst>
          </p:cNvPr>
          <p:cNvGraphicFramePr/>
          <p:nvPr/>
        </p:nvGraphicFramePr>
        <p:xfrm>
          <a:off x="228600" y="2562225"/>
          <a:ext cx="5143500" cy="2057400"/>
        </p:xfrm>
        <a:graphic>
          <a:graphicData uri="http://schemas.openxmlformats.org/drawingml/2006/chart">
            <c:chart r:id="R9e4b51eb44254abd"/>
          </a:graphicData>
        </a:graphic>
      </p:graphicFrame>
      <p:sp>
        <p:nvSpPr>
          <p:cNvPr id="30" name="shape-260">
            <a:extLst>
              <a:ext uri="{FF2B5EF4-FFF2-40B4-BE49-F238E27FC236}">
                <ns2:creationId id="{0D4093EE-FF37-41DF-9493-C791FCB0866C}"/>
              </a:ext>
            </a:extLst>
          </p:cNvPr>
          <p:cNvSpPr>
            <a:spLocks noGrp="1"/>
          </p:cNvSpPr>
          <p:nvPr/>
        </p:nvSpPr>
        <p:spPr>
          <a:xfrm>
            <a:off x="6819900" y="1057275"/>
            <a:ext cx="5143500" cy="361950"/>
          </a:xfrm>
          <a:prstGeom prst="rect">
            <a:avLst/>
          </a:prstGeom>
          <a:solidFill>
            <a:srgbClr val="8C84AE"/>
          </a:solidFill>
          <a:ln w="0">
            <a:noFill/>
            <a:prstDash val="solid"/>
          </a:ln>
        </p:spPr>
      </p:sp>
      <p:sp>
        <p:nvSpPr>
          <p:cNvPr id="31" name="text-261">
            <a:extLst>
              <a:ext uri="{FF2B5EF4-FFF2-40B4-BE49-F238E27FC236}">
                <ns2:creationId id="{513E1336-EED5-46EA-AA6E-A488A2973463}"/>
              </a:ext>
            </a:extLst>
          </p:cNvPr>
          <p:cNvSpPr>
            <a:spLocks noGrp="1"/>
          </p:cNvSpPr>
          <p:nvPr/>
        </p:nvSpPr>
        <p:spPr>
          <a:xfrm>
            <a:off x="69723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群落乙：优势集中</a:t>
            </a:r>
            <a:endParaRPr/>
          </a:p>
        </p:txBody>
      </p:sp>
      <p:sp>
        <p:nvSpPr>
          <p:cNvPr id="32" name="vector-262">
            <a:extLst>
              <a:ext uri="{FF2B5EF4-FFF2-40B4-BE49-F238E27FC236}">
                <ns2:creationId id="{48B06596-909C-4E98-9154-6DD40BF1049B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33" name="icon-leaf-263">
            <a:extLst>
              <a:ext uri="{FF2B5EF4-FFF2-40B4-BE49-F238E27FC236}">
                <ns2:creationId id="{9885D9A8-E789-49FD-8B6F-27AE0B8C8867}"/>
              </a:ext>
            </a:extLst>
          </p:cNvPr>
          <p:cNvSpPr>
            <a:spLocks noGrp="1"/>
          </p:cNvSpPr>
          <p:nvPr/>
        </p:nvSpPr>
        <p:spPr>
          <a:xfrm>
            <a:off x="72957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34" name="icon-leaf-264">
            <a:extLst>
              <a:ext uri="{FF2B5EF4-FFF2-40B4-BE49-F238E27FC236}">
                <ns2:creationId id="{90DF56A0-2CA8-4C35-805C-944A49DFB98C}"/>
              </a:ext>
            </a:extLst>
          </p:cNvPr>
          <p:cNvSpPr>
            <a:spLocks noGrp="1"/>
          </p:cNvSpPr>
          <p:nvPr/>
        </p:nvSpPr>
        <p:spPr>
          <a:xfrm>
            <a:off x="74344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35" name="vector-265">
            <a:extLst>
              <a:ext uri="{FF2B5EF4-FFF2-40B4-BE49-F238E27FC236}">
                <ns2:creationId id="{91CE3637-EBAF-474F-8449-974B78E11C68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36" name="vector-266">
            <a:extLst>
              <a:ext uri="{FF2B5EF4-FFF2-40B4-BE49-F238E27FC236}">
                <ns2:creationId id="{4EC99130-524E-4E73-A224-872FA7AC65FA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37" name="text-267">
            <a:extLst>
              <a:ext uri="{FF2B5EF4-FFF2-40B4-BE49-F238E27FC236}">
                <ns2:creationId id="{6143FB1E-23D4-41E2-A0D2-563837B5D664}"/>
              </a:ext>
            </a:extLst>
          </p:cNvPr>
          <p:cNvSpPr>
            <a:spLocks noGrp="1"/>
          </p:cNvSpPr>
          <p:nvPr/>
        </p:nvSpPr>
        <p:spPr>
          <a:xfrm>
            <a:off x="69913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38" name="vector-268">
            <a:extLst>
              <a:ext uri="{FF2B5EF4-FFF2-40B4-BE49-F238E27FC236}">
                <ns2:creationId id="{175F2ADF-4C2A-463D-B934-65E5273C0C96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39" name="icon-leaf-269">
            <a:extLst>
              <a:ext uri="{FF2B5EF4-FFF2-40B4-BE49-F238E27FC236}">
                <ns2:creationId id="{C5270281-35BB-4D59-8608-EE183B4B4E52}"/>
              </a:ext>
            </a:extLst>
          </p:cNvPr>
          <p:cNvSpPr>
            <a:spLocks noGrp="1"/>
          </p:cNvSpPr>
          <p:nvPr/>
        </p:nvSpPr>
        <p:spPr>
          <a:xfrm>
            <a:off x="85340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40" name="icon-leaf-270">
            <a:extLst>
              <a:ext uri="{FF2B5EF4-FFF2-40B4-BE49-F238E27FC236}">
                <ns2:creationId id="{24638BD8-E2A1-41AD-8A91-605B039555C6}"/>
              </a:ext>
            </a:extLst>
          </p:cNvPr>
          <p:cNvSpPr>
            <a:spLocks noGrp="1"/>
          </p:cNvSpPr>
          <p:nvPr/>
        </p:nvSpPr>
        <p:spPr>
          <a:xfrm>
            <a:off x="86727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41" name="vector-271">
            <a:extLst>
              <a:ext uri="{FF2B5EF4-FFF2-40B4-BE49-F238E27FC236}">
                <ns2:creationId id="{04490D10-45F0-487D-ACC4-CC89E6E92569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42" name="vector-272">
            <a:extLst>
              <a:ext uri="{FF2B5EF4-FFF2-40B4-BE49-F238E27FC236}">
                <ns2:creationId id="{882DE27E-4571-4414-A2DB-37B02262872B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43" name="text-273">
            <a:extLst>
              <a:ext uri="{FF2B5EF4-FFF2-40B4-BE49-F238E27FC236}">
                <ns2:creationId id="{34A69772-C71A-4A1C-8DB8-95FC3A88991D}"/>
              </a:ext>
            </a:extLst>
          </p:cNvPr>
          <p:cNvSpPr>
            <a:spLocks noGrp="1"/>
          </p:cNvSpPr>
          <p:nvPr/>
        </p:nvSpPr>
        <p:spPr>
          <a:xfrm>
            <a:off x="82296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44" name="vector-274">
            <a:extLst>
              <a:ext uri="{FF2B5EF4-FFF2-40B4-BE49-F238E27FC236}">
                <ns2:creationId id="{F34AA204-D8AA-47F7-BA54-494459AC2B2A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45" name="icon-leaf-275">
            <a:extLst>
              <a:ext uri="{FF2B5EF4-FFF2-40B4-BE49-F238E27FC236}">
                <ns2:creationId id="{424CDD83-6B3A-4801-9358-FF6C741577B4}"/>
              </a:ext>
            </a:extLst>
          </p:cNvPr>
          <p:cNvSpPr>
            <a:spLocks noGrp="1"/>
          </p:cNvSpPr>
          <p:nvPr/>
        </p:nvSpPr>
        <p:spPr>
          <a:xfrm>
            <a:off x="97722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46" name="icon-leaf-276">
            <a:extLst>
              <a:ext uri="{FF2B5EF4-FFF2-40B4-BE49-F238E27FC236}">
                <ns2:creationId id="{3770F25D-819F-46B9-806F-EF23BCEE9BDA}"/>
              </a:ext>
            </a:extLst>
          </p:cNvPr>
          <p:cNvSpPr>
            <a:spLocks noGrp="1"/>
          </p:cNvSpPr>
          <p:nvPr/>
        </p:nvSpPr>
        <p:spPr>
          <a:xfrm>
            <a:off x="99109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47" name="vector-277">
            <a:extLst>
              <a:ext uri="{FF2B5EF4-FFF2-40B4-BE49-F238E27FC236}">
                <ns2:creationId id="{8BD546CE-2C43-4D44-9515-7B6C197F636C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48" name="vector-278">
            <a:extLst>
              <a:ext uri="{FF2B5EF4-FFF2-40B4-BE49-F238E27FC236}">
                <ns2:creationId id="{27F250BB-89C8-4F51-85CF-1E4848BF6270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49" name="text-279">
            <a:extLst>
              <a:ext uri="{FF2B5EF4-FFF2-40B4-BE49-F238E27FC236}">
                <ns2:creationId id="{62CD2AF9-4029-4813-855C-33AED2DDA59C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50" name="vector-280">
            <a:extLst>
              <a:ext uri="{FF2B5EF4-FFF2-40B4-BE49-F238E27FC236}">
                <ns2:creationId id="{74D884F0-F266-4DC4-B130-4696D3437706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51" name="icon-leaf-281">
            <a:extLst>
              <a:ext uri="{FF2B5EF4-FFF2-40B4-BE49-F238E27FC236}">
                <ns2:creationId id="{B33A5734-DB7D-4781-B398-93181F8DEA3B}"/>
              </a:ext>
            </a:extLst>
          </p:cNvPr>
          <p:cNvSpPr>
            <a:spLocks noGrp="1"/>
          </p:cNvSpPr>
          <p:nvPr/>
        </p:nvSpPr>
        <p:spPr>
          <a:xfrm>
            <a:off x="110105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52" name="icon-leaf-282">
            <a:extLst>
              <a:ext uri="{FF2B5EF4-FFF2-40B4-BE49-F238E27FC236}">
                <ns2:creationId id="{A14EF601-4D99-4FC9-BBFE-C3672C801611}"/>
              </a:ext>
            </a:extLst>
          </p:cNvPr>
          <p:cNvSpPr>
            <a:spLocks noGrp="1"/>
          </p:cNvSpPr>
          <p:nvPr/>
        </p:nvSpPr>
        <p:spPr>
          <a:xfrm>
            <a:off x="111492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53" name="vector-283">
            <a:extLst>
              <a:ext uri="{FF2B5EF4-FFF2-40B4-BE49-F238E27FC236}">
                <ns2:creationId id="{B07E5762-1F7F-4515-AD0D-49F2CFC97B30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54" name="vector-284">
            <a:extLst>
              <a:ext uri="{FF2B5EF4-FFF2-40B4-BE49-F238E27FC236}">
                <ns2:creationId id="{3B2487C8-D0B8-49C1-8394-AECB299A97BC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55" name="text-285">
            <a:extLst>
              <a:ext uri="{FF2B5EF4-FFF2-40B4-BE49-F238E27FC236}">
                <ns2:creationId id="{31687D60-66B4-407B-82B7-90C3101077C0}"/>
              </a:ext>
            </a:extLst>
          </p:cNvPr>
          <p:cNvSpPr>
            <a:spLocks noGrp="1"/>
          </p:cNvSpPr>
          <p:nvPr/>
        </p:nvSpPr>
        <p:spPr>
          <a:xfrm>
            <a:off x="107061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56" name="Chart">
            <a:extLst>
              <a:ext uri="{FF2B5EF4-FFF2-40B4-BE49-F238E27FC236}">
                <ns2:creationId id="{B7453D96-8A4F-49F6-B89B-00B4AD239145}"/>
              </a:ext>
            </a:extLst>
          </p:cNvPr>
          <p:cNvGraphicFramePr/>
          <p:nvPr/>
        </p:nvGraphicFramePr>
        <p:xfrm>
          <a:off x="6819900" y="2562225"/>
          <a:ext cx="5143500" cy="2057400"/>
        </p:xfrm>
        <a:graphic>
          <a:graphicData uri="http://schemas.openxmlformats.org/drawingml/2006/chart">
            <c:chart r:id="Rc49d4862ef9e4b9a"/>
          </a:graphicData>
        </a:graphic>
      </p:graphicFrame>
      <p:sp>
        <p:nvSpPr>
          <p:cNvPr id="57" name="icon-camera-286">
            <a:extLst>
              <a:ext uri="{FF2B5EF4-FFF2-40B4-BE49-F238E27FC236}">
                <ns2:creationId id="{4104C54E-A22D-429F-8341-10E9FAFE7184}"/>
              </a:ext>
            </a:extLst>
          </p:cNvPr>
          <p:cNvSpPr>
            <a:spLocks noGrp="1"/>
          </p:cNvSpPr>
          <p:nvPr/>
        </p:nvSpPr>
        <p:spPr>
          <a:xfrm>
            <a:off x="5759196" y="168554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3F2F7A"/>
            </a:solidFill>
            <a:prstDash val="solid"/>
          </a:ln>
        </p:spPr>
      </p:sp>
      <p:sp>
        <p:nvSpPr>
          <p:cNvPr id="58" name="icon-camera-287">
            <a:extLst>
              <a:ext uri="{FF2B5EF4-FFF2-40B4-BE49-F238E27FC236}">
                <ns2:creationId id="{7D1DFCC3-B728-4DFB-B4F6-8FA2A680759E}"/>
              </a:ext>
            </a:extLst>
          </p:cNvPr>
          <p:cNvSpPr>
            <a:spLocks noGrp="1"/>
          </p:cNvSpPr>
          <p:nvPr/>
        </p:nvSpPr>
        <p:spPr>
          <a:xfrm>
            <a:off x="5887974" y="162115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3F2F7A"/>
            </a:solidFill>
            <a:prstDash val="solid"/>
          </a:ln>
        </p:spPr>
      </p:sp>
      <p:sp>
        <p:nvSpPr>
          <p:cNvPr id="59" name="icon-camera-288">
            <a:extLst>
              <a:ext uri="{FF2B5EF4-FFF2-40B4-BE49-F238E27FC236}">
                <ns2:creationId id="{5241C9F8-CBD5-4CE4-97CE-F4167AE37104}"/>
              </a:ext>
            </a:extLst>
          </p:cNvPr>
          <p:cNvSpPr>
            <a:spLocks noGrp="1"/>
          </p:cNvSpPr>
          <p:nvPr/>
        </p:nvSpPr>
        <p:spPr>
          <a:xfrm>
            <a:off x="5883021" y="1749933"/>
            <a:ext cx="178308" cy="178308"/>
          </a:xfrm>
          <a:prstGeom prst="ellipse">
            <a:avLst/>
          </a:prstGeom>
          <a:noFill/>
          <a:ln w="15478">
            <a:solidFill>
              <a:srgbClr val="3F2F7A"/>
            </a:solidFill>
            <a:prstDash val="solid"/>
          </a:ln>
        </p:spPr>
      </p:sp>
      <p:sp>
        <p:nvSpPr>
          <p:cNvPr id="60" name="icon-camera-289">
            <a:extLst>
              <a:ext uri="{FF2B5EF4-FFF2-40B4-BE49-F238E27FC236}">
                <ns2:creationId id="{CB537AA3-3379-426E-AC79-0B8C0A3B10FF}"/>
              </a:ext>
            </a:extLst>
          </p:cNvPr>
          <p:cNvSpPr>
            <a:spLocks noGrp="1"/>
          </p:cNvSpPr>
          <p:nvPr/>
        </p:nvSpPr>
        <p:spPr>
          <a:xfrm>
            <a:off x="6091047" y="1725168"/>
            <a:ext cx="39624" cy="39624"/>
          </a:xfrm>
          <a:prstGeom prst="ellipse">
            <a:avLst/>
          </a:prstGeom>
          <a:solidFill>
            <a:srgbClr val="3F2F7A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61" name="text-290">
            <a:extLst>
              <a:ext uri="{FF2B5EF4-FFF2-40B4-BE49-F238E27FC236}">
                <ns2:creationId id="{8D1101A6-A177-432F-BED5-27E1C932EEB1}"/>
              </a:ext>
            </a:extLst>
          </p:cNvPr>
          <p:cNvSpPr>
            <a:spLocks noGrp="1"/>
          </p:cNvSpPr>
          <p:nvPr/>
        </p:nvSpPr>
        <p:spPr>
          <a:xfrm>
            <a:off x="5400675" y="211455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物种组成</a:t>
            </a:r>
          </a:p>
        </p:txBody>
      </p:sp>
      <p:sp>
        <p:nvSpPr>
          <p:cNvPr id="62" name="icon-database-291">
            <a:extLst>
              <a:ext uri="{FF2B5EF4-FFF2-40B4-BE49-F238E27FC236}">
                <ns2:creationId id="{F6591B48-EC29-4C56-B2C4-3990A1387842}"/>
              </a:ext>
            </a:extLst>
          </p:cNvPr>
          <p:cNvSpPr>
            <a:spLocks noGrp="1"/>
          </p:cNvSpPr>
          <p:nvPr/>
        </p:nvSpPr>
        <p:spPr>
          <a:xfrm>
            <a:off x="5803773" y="2684907"/>
            <a:ext cx="336804" cy="312039"/>
          </a:xfrm>
          <a:prstGeom prst="can">
            <a:avLst/>
          </a:prstGeom>
          <a:noFill/>
          <a:ln w="15478">
            <a:solidFill>
              <a:srgbClr val="3F2F7A"/>
            </a:solidFill>
            <a:prstDash val="solid"/>
          </a:ln>
        </p:spPr>
      </p:sp>
      <p:sp>
        <p:nvSpPr>
          <p:cNvPr id="63" name="vector-292">
            <a:extLst>
              <a:ext uri="{FF2B5EF4-FFF2-40B4-BE49-F238E27FC236}">
                <ns2:creationId id="{26ADC2B6-A1FE-44F2-8C1B-F626368BF5CD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64" name="vector-293">
            <a:extLst>
              <a:ext uri="{FF2B5EF4-FFF2-40B4-BE49-F238E27FC236}">
                <ns2:creationId id="{AB75D830-F880-4BC3-A99C-03A73575E0EB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65" name="text-294">
            <a:extLst>
              <a:ext uri="{FF2B5EF4-FFF2-40B4-BE49-F238E27FC236}">
                <ns2:creationId id="{28F27275-773C-47E5-80F2-E4F27E714A2B}"/>
              </a:ext>
            </a:extLst>
          </p:cNvPr>
          <p:cNvSpPr>
            <a:spLocks noGrp="1"/>
          </p:cNvSpPr>
          <p:nvPr/>
        </p:nvSpPr>
        <p:spPr>
          <a:xfrm>
            <a:off x="5400675" y="31337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计数分布</a:t>
            </a:r>
          </a:p>
        </p:txBody>
      </p:sp>
      <p:sp>
        <p:nvSpPr>
          <p:cNvPr id="66" name="icon-clipboard-295">
            <a:extLst>
              <a:ext uri="{FF2B5EF4-FFF2-40B4-BE49-F238E27FC236}">
                <ns2:creationId id="{FADEDF5C-212E-4479-8A33-1DF043CA09B2}"/>
              </a:ext>
            </a:extLst>
          </p:cNvPr>
          <p:cNvSpPr>
            <a:spLocks noGrp="1"/>
          </p:cNvSpPr>
          <p:nvPr/>
        </p:nvSpPr>
        <p:spPr>
          <a:xfrm>
            <a:off x="5813679" y="3669411"/>
            <a:ext cx="321945" cy="386334"/>
          </a:xfrm>
          <a:prstGeom prst="roundRect">
            <a:avLst>
              <a:gd name="adj" fmla="val 23669"/>
            </a:avLst>
          </a:prstGeom>
          <a:noFill/>
          <a:ln w="15478">
            <a:solidFill>
              <a:srgbClr val="3F2F7A"/>
            </a:solidFill>
            <a:prstDash val="solid"/>
          </a:ln>
        </p:spPr>
      </p:sp>
      <p:sp>
        <p:nvSpPr>
          <p:cNvPr id="67" name="icon-clipboard-296">
            <a:extLst>
              <a:ext uri="{FF2B5EF4-FFF2-40B4-BE49-F238E27FC236}">
                <ns2:creationId id="{8B59318B-C1DB-47D3-B12C-4C702B9CEB60}"/>
              </a:ext>
            </a:extLst>
          </p:cNvPr>
          <p:cNvSpPr>
            <a:spLocks noGrp="1"/>
          </p:cNvSpPr>
          <p:nvPr/>
        </p:nvSpPr>
        <p:spPr>
          <a:xfrm>
            <a:off x="5897880" y="3634740"/>
            <a:ext cx="148590" cy="742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68" name="vector-297">
            <a:extLst>
              <a:ext uri="{FF2B5EF4-FFF2-40B4-BE49-F238E27FC236}">
                <ns2:creationId id="{DF9B2472-0A02-4F2F-B21C-6FA634D84C50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69" name="vector-298">
            <a:extLst>
              <a:ext uri="{FF2B5EF4-FFF2-40B4-BE49-F238E27FC236}">
                <ns2:creationId id="{E4E4355B-82FA-4108-A62A-F9DD1EEFDC1B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0" name="vector-299">
            <a:extLst>
              <a:ext uri="{FF2B5EF4-FFF2-40B4-BE49-F238E27FC236}">
                <ns2:creationId id="{CB4F7F53-0CD9-4034-B4FE-CF953E9BE3DD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1" name="vector-300">
            <a:extLst>
              <a:ext uri="{FF2B5EF4-FFF2-40B4-BE49-F238E27FC236}">
                <ns2:creationId id="{43E2265B-31A8-40E3-86C1-E7862EC61A4A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2" name="vector-301">
            <a:extLst>
              <a:ext uri="{FF2B5EF4-FFF2-40B4-BE49-F238E27FC236}">
                <ns2:creationId id="{D0B509F2-AC1B-4863-894E-3965F6915068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3" name="vector-302">
            <a:extLst>
              <a:ext uri="{FF2B5EF4-FFF2-40B4-BE49-F238E27FC236}">
                <ns2:creationId id="{0E52FDED-910D-4360-867E-D3C2A1404566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4" name="vector-303">
            <a:extLst>
              <a:ext uri="{FF2B5EF4-FFF2-40B4-BE49-F238E27FC236}">
                <ns2:creationId id="{0788A2DC-4C16-4AB0-B887-3C15AD1525D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5" name="vector-304">
            <a:extLst>
              <a:ext uri="{FF2B5EF4-FFF2-40B4-BE49-F238E27FC236}">
                <ns2:creationId id="{1FEE812D-0EE0-49DC-B5B9-B5913577AC9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6" name="vector-305">
            <a:extLst>
              <a:ext uri="{FF2B5EF4-FFF2-40B4-BE49-F238E27FC236}">
                <ns2:creationId id="{41F40E46-F22E-4CCC-B1D3-F733111CF831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7" name="text-306">
            <a:extLst>
              <a:ext uri="{FF2B5EF4-FFF2-40B4-BE49-F238E27FC236}">
                <ns2:creationId id="{9E998112-ACA0-408A-8A5B-0F2E9784C689}"/>
              </a:ext>
            </a:extLst>
          </p:cNvPr>
          <p:cNvSpPr>
            <a:spLocks noGrp="1"/>
          </p:cNvSpPr>
          <p:nvPr/>
        </p:nvSpPr>
        <p:spPr>
          <a:xfrm>
            <a:off x="5400675" y="4152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指标比较</a:t>
            </a:r>
          </a:p>
        </p:txBody>
      </p:sp>
      <p:graphicFrame>
        <p:nvGraphicFramePr>
          <p:cNvPr id="78" name="">
            <a:extLst>
              <a:ext uri="{FF2B5EF4-FFF2-40B4-BE49-F238E27FC236}">
                <ns2:creationId id="{2AB4F898-3313-4DA3-9A0B-A56B767ABDA5}"/>
              </a:ext>
            </a:extLst>
          </p:cNvPr>
          <p:cNvGraphicFramePr/>
          <p:nvPr/>
        </p:nvGraphicFramePr>
        <p:xfrm>
          <a:off x="228600" y="4667250"/>
          <a:ext cx="11734800" cy="1181100"/>
        </p:xfrm>
        <a:graphic>
          <a:graphicData uri="http://schemas.openxmlformats.org/drawingml/2006/table">
            <a:tbl>
              <a:tblPr/>
              <a:tblGrid>
                <a:gridCol w="3911600"/>
                <a:gridCol w="3911600"/>
                <a:gridCol w="3911600"/>
              </a:tblGrid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群落甲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指标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群落乙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个体总数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1.386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Shannon H′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0.940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-307">
            <a:extLst>
              <a:ext uri="{FF2B5EF4-FFF2-40B4-BE49-F238E27FC236}">
                <ns2:creationId id="{FAE6F595-D49C-42BA-8E51-A21D553750E0}"/>
              </a:ext>
            </a:extLst>
          </p:cNvPr>
          <p:cNvSpPr>
            <a:spLocks noGrp="1"/>
          </p:cNvSpPr>
          <p:nvPr/>
        </p:nvSpPr>
        <p:spPr>
          <a:xfrm>
            <a:off x="228600" y="5915025"/>
            <a:ext cx="11734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rPr>
              <a:t>H′ = −Σ pᵢ ln(pᵢ)      pᵢ = nᵢ / N</a:t>
            </a:r>
            <a:endParaRPr/>
          </a:p>
        </p:txBody>
      </p:sp>
      <p:sp>
        <p:nvSpPr>
          <p:cNvPr id="80" name="shape-308">
            <a:extLst>
              <a:ext uri="{FF2B5EF4-FFF2-40B4-BE49-F238E27FC236}">
                <ns2:creationId id="{354A7AD2-6EAC-4BAF-BB90-A6F15F97D17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81" name="text-309">
            <a:extLst>
              <a:ext uri="{FF2B5EF4-FFF2-40B4-BE49-F238E27FC236}">
                <ns2:creationId id="{6F8780CB-75B7-4689-89A7-964F2FD3A82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解释重点：物种数相同，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58116"/>
                </a:solidFill>
              </a:rPr>
              <a:t>均匀度</a:t>
            </a: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不同</a:t>
            </a:r>
            <a:endParaRPr/>
          </a:p>
        </p:txBody>
      </p:sp>
      <p:sp>
        <p:nvSpPr>
          <p:cNvPr id="82" name="text-310">
            <a:extLst>
              <a:ext uri="{FF2B5EF4-FFF2-40B4-BE49-F238E27FC236}">
                <ns2:creationId id="{AAC46294-E685-4A45-8BCA-440C3D2FDA2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3" name="text-311">
            <a:extLst>
              <a:ext uri="{FF2B5EF4-FFF2-40B4-BE49-F238E27FC236}">
                <ns2:creationId id="{CE7B4DED-8567-4B89-BCCD-717FB673D9B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1596809342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竞争解释｜生境面积还是空间隔离？</a:t>
            </a:r>
            <a:endParaRPr/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3F2F7A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3619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假说 A：生境面积效应</a:t>
            </a:r>
            <a:endParaRPr/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4000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固定隔离程度，比较生境面积变化对应的群落响应。</a:t>
            </a:r>
            <a:endParaRPr/>
          </a:p>
        </p:txBody>
      </p:sp>
      <p:pic>
        <p:nvPicPr>
          <p:cNvPr id="7" name="">
            <a:extLst>
              <a:ext uri="{FF2B5EF4-FFF2-40B4-BE49-F238E27FC236}">
                <ns2:creationId id="{9E465799-1BEA-48A1-B805-F24829FB5C3C}"/>
              </a:ext>
            </a:extLst>
          </p:cNvPr>
          <p:cNvPicPr>
            <a:picLocks noChangeAspect="1"/>
          </p:cNvPicPr>
          <p:nvPr/>
        </p:nvPicPr>
        <p:blipFill>
          <a:blip r:embed="R5f155ced3c494a39">
            <a:duotone>
              <a:srgbClr val="3F2F7A"/>
              <a:srgbClr val="FFFFFF"/>
            </a:duotone>
          </a:blip>
          <a:stretch/>
        </p:blipFill>
        <p:spPr>
          <a:xfrm>
            <a:off x="561975" y="2070100"/>
            <a:ext cx="1905000" cy="1270000"/>
          </a:xfrm>
          <a:prstGeom prst="rect">
            <a:avLst/>
          </a:prstGeom>
        </p:spPr>
      </p:pic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2600325" y="2524125"/>
            <a:ext cx="742950" cy="209550"/>
          </a:xfrm>
          <a:prstGeom prst="rightArrow">
            <a:avLst/>
          </a:prstGeom>
          <a:solidFill>
            <a:srgbClr val="8C84AE"/>
          </a:solidFill>
          <a:ln w="0">
            <a:noFill/>
            <a:prstDash val="solid"/>
          </a:ln>
        </p:spPr>
      </p:sp>
      <p:pic>
        <p:nvPicPr>
          <p:cNvPr id="9" name="">
            <a:extLst>
              <a:ext uri="{FF2B5EF4-FFF2-40B4-BE49-F238E27FC236}">
                <ns2:creationId id="{C030EABC-75FF-4A53-B000-E0F053DE1897}"/>
              </a:ext>
            </a:extLst>
          </p:cNvPr>
          <p:cNvPicPr>
            <a:picLocks noChangeAspect="1"/>
          </p:cNvPicPr>
          <p:nvPr/>
        </p:nvPicPr>
        <p:blipFill>
          <a:blip r:embed="Ra3e27fc1ebcc433e">
            <a:duotone>
              <a:srgbClr val="3F2F7A"/>
              <a:srgbClr val="FFFFFF"/>
            </a:duotone>
          </a:blip>
          <a:stretch/>
        </p:blipFill>
        <p:spPr>
          <a:xfrm>
            <a:off x="3981450" y="2425700"/>
            <a:ext cx="1238250" cy="825500"/>
          </a:xfrm>
          <a:prstGeom prst="rect">
            <a:avLst/>
          </a:prstGeom>
        </p:spPr>
      </p:pic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4191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大面积生境</a:t>
            </a:r>
            <a:endParaRPr/>
          </a:p>
        </p:txBody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34575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小面积生境</a:t>
            </a:r>
            <a:endParaRPr/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4762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预测：丰富度随面积改变</a:t>
            </a:r>
            <a:endParaRPr/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61722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61817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63055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假说 B：空间隔离效应</a:t>
            </a:r>
            <a:endParaRPr/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固定生境总面积，比较斑块分离后的扩散与组成变化。</a:t>
            </a:r>
            <a:endParaRPr/>
          </a:p>
        </p:txBody>
      </p:sp>
      <p:pic>
        <p:nvPicPr>
          <p:cNvPr id="17" name="">
            <a:extLst>
              <a:ext uri="{FF2B5EF4-FFF2-40B4-BE49-F238E27FC236}">
                <ns2:creationId id="{7F2352F4-1939-476F-8F67-6753F8DC4396}"/>
              </a:ext>
            </a:extLst>
          </p:cNvPr>
          <p:cNvPicPr>
            <a:picLocks noChangeAspect="1"/>
          </p:cNvPicPr>
          <p:nvPr/>
        </p:nvPicPr>
        <p:blipFill>
          <a:blip r:embed="Rdf017364ef2348d1">
            <a:duotone>
              <a:srgbClr val="3F2F7A"/>
              <a:srgbClr val="FFFFFF"/>
            </a:duotone>
          </a:blip>
          <a:stretch/>
        </p:blipFill>
        <p:spPr>
          <a:xfrm>
            <a:off x="6505575" y="2070100"/>
            <a:ext cx="1905000" cy="1270000"/>
          </a:xfrm>
          <a:prstGeom prst="rect">
            <a:avLst/>
          </a:prstGeom>
        </p:spPr>
      </p:pic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8543925" y="2524125"/>
            <a:ext cx="742950" cy="209550"/>
          </a:xfrm>
          <a:prstGeom prst="rightArrow">
            <a:avLst/>
          </a:prstGeom>
          <a:solidFill>
            <a:srgbClr val="8C84AE"/>
          </a:solidFill>
          <a:ln w="0">
            <a:noFill/>
            <a:prstDash val="solid"/>
          </a:ln>
        </p:spPr>
      </p:sp>
      <p:pic>
        <p:nvPicPr>
          <p:cNvPr id="19" name="">
            <a:extLst>
              <a:ext uri="{FF2B5EF4-FFF2-40B4-BE49-F238E27FC236}">
                <ns2:creationId id="{611FDD54-0A3F-4ECF-8566-9CBAB37863B4}"/>
              </a:ext>
            </a:extLst>
          </p:cNvPr>
          <p:cNvPicPr>
            <a:picLocks noChangeAspect="1"/>
          </p:cNvPicPr>
          <p:nvPr/>
        </p:nvPicPr>
        <p:blipFill>
          <a:blip r:embed="R32ff49c7cc97420d">
            <a:duotone>
              <a:srgbClr val="3F2F7A"/>
              <a:srgbClr val="FFFFFF"/>
            </a:duotone>
          </a:blip>
          <a:stretch/>
        </p:blipFill>
        <p:spPr>
          <a:xfrm>
            <a:off x="9639300" y="2047970"/>
            <a:ext cx="798671" cy="532448"/>
          </a:xfrm>
          <a:prstGeom prst="rect">
            <a:avLst/>
          </a:prstGeom>
        </p:spPr>
      </p:pic>
      <p:pic>
        <p:nvPicPr>
          <p:cNvPr id="20" name="">
            <a:extLst>
              <a:ext uri="{FF2B5EF4-FFF2-40B4-BE49-F238E27FC236}">
                <ns2:creationId id="{72943F9F-16A0-470B-8EEA-785C7238FB0F}"/>
              </a:ext>
            </a:extLst>
          </p:cNvPr>
          <p:cNvPicPr>
            <a:picLocks noChangeAspect="1"/>
          </p:cNvPicPr>
          <p:nvPr/>
        </p:nvPicPr>
        <p:blipFill>
          <a:blip r:embed="R172781c0c6724258">
            <a:duotone>
              <a:srgbClr val="3F2F7A"/>
              <a:srgbClr val="FFFFFF"/>
            </a:duotone>
          </a:blip>
          <a:stretch/>
        </p:blipFill>
        <p:spPr>
          <a:xfrm>
            <a:off x="10660856" y="2082260"/>
            <a:ext cx="798671" cy="532448"/>
          </a:xfrm>
          <a:prstGeom prst="rect">
            <a:avLst/>
          </a:prstGeom>
        </p:spPr>
      </p:pic>
      <p:pic>
        <p:nvPicPr>
          <p:cNvPr id="21" name="">
            <a:extLst>
              <a:ext uri="{FF2B5EF4-FFF2-40B4-BE49-F238E27FC236}">
                <ns2:creationId id="{5FE3745A-E3DD-43EB-A6AB-996C95233375}"/>
              </a:ext>
            </a:extLst>
          </p:cNvPr>
          <p:cNvPicPr>
            <a:picLocks noChangeAspect="1"/>
          </p:cNvPicPr>
          <p:nvPr/>
        </p:nvPicPr>
        <p:blipFill>
          <a:blip r:embed="R7458a5ac3d3448c8">
            <a:duotone>
              <a:srgbClr val="3F2F7A"/>
              <a:srgbClr val="FFFFFF"/>
            </a:duotone>
          </a:blip>
          <a:stretch/>
        </p:blipFill>
        <p:spPr>
          <a:xfrm>
            <a:off x="9676448" y="2827782"/>
            <a:ext cx="742950" cy="495300"/>
          </a:xfrm>
          <a:prstGeom prst="rect">
            <a:avLst/>
          </a:prstGeom>
        </p:spPr>
      </p:pic>
      <p:pic>
        <p:nvPicPr>
          <p:cNvPr id="22" name="">
            <a:extLst>
              <a:ext uri="{FF2B5EF4-FFF2-40B4-BE49-F238E27FC236}">
                <ns2:creationId id="{273AB73D-0981-41F6-BA00-3745B8CB1C21}"/>
              </a:ext>
            </a:extLst>
          </p:cNvPr>
          <p:cNvPicPr>
            <a:picLocks noChangeAspect="1"/>
          </p:cNvPicPr>
          <p:nvPr/>
        </p:nvPicPr>
        <p:blipFill>
          <a:blip r:embed="R6b80380e3d78440e">
            <a:duotone>
              <a:srgbClr val="3F2F7A"/>
              <a:srgbClr val="FFFFFF"/>
            </a:duotone>
          </a:blip>
          <a:stretch/>
        </p:blipFill>
        <p:spPr>
          <a:xfrm>
            <a:off x="10698004" y="2815400"/>
            <a:ext cx="780097" cy="520065"/>
          </a:xfrm>
          <a:prstGeom prst="rect">
            <a:avLst/>
          </a:prstGeom>
        </p:spPr>
      </p:pic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3627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连续生境</a:t>
            </a:r>
            <a:endParaRPr/>
          </a:p>
        </p:txBody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94011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隔离的生境斑块</a:t>
            </a:r>
            <a:endParaRPr/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64198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预测：组成随隔离改变</a:t>
            </a:r>
            <a:endParaRPr/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228600" y="4857750"/>
          <a:ext cx="11734800" cy="1219200"/>
        </p:xfrm>
        <a:graphic>
          <a:graphicData uri="http://schemas.openxmlformats.org/drawingml/2006/table">
            <a:tbl>
              <a:tblPr/>
              <a:tblGrid>
                <a:gridCol w="3911600"/>
                <a:gridCol w="3911600"/>
                <a:gridCol w="3911600"/>
              </a:tblGrid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检验维度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隔离效应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控制条件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固定隔离程度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固定总面积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关键预测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丰富度随面积变化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组成随隔离变化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需要证据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连通性梯度比较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两种机制可能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58116"/>
                </a:solidFill>
              </a:rPr>
              <a:t>共同作用</a:t>
            </a: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；需通过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58116"/>
                </a:solidFill>
              </a:rPr>
              <a:t>对照设计</a:t>
            </a: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区分</a:t>
            </a:r>
            <a:endParaRPr/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4:creationId val="161307495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5" name="text-811">
            <a:extLst>
              <a:ext uri="{FF2B5EF4-FFF2-40B4-BE49-F238E27FC236}">
                <ns2:creationId id="{26E2E258-35E6-4061-AED8-6EC2A1FFD01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研究局限｜</a:t>
            </a:r>
            <a:r>
              <a:rPr sz="2700" b="1">
                <a:latin typeface="Noto Sans CJK SC"/>
                <a:ea typeface="Noto Sans CJK SC"/>
                <a:cs typeface="Noto Sans CJK SC"/>
                <a:solidFill>
                  <a:srgbClr val="A58116"/>
                </a:solidFill>
              </a:rPr>
              <a:t>证据缺口</a:t>
            </a: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与改进路径</a:t>
            </a:r>
            <a:endParaRPr/>
          </a:p>
        </p:txBody>
      </p:sp>
      <p:sp>
        <p:nvSpPr>
          <p:cNvPr id="2" name="line-812">
            <a:extLst>
              <a:ext uri="{FF2B5EF4-FFF2-40B4-BE49-F238E27FC236}">
                <ns2:creationId id="{88D38F1B-D40B-4253-9BA7-BEEDA700C556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3F2F7A"/>
            </a:solidFill>
            <a:prstDash val="solid"/>
          </a:ln>
        </p:spPr>
      </p:sp>
      <p:sp>
        <p:nvSpPr>
          <p:cNvPr id="3" name="panel-813">
            <a:extLst>
              <a:ext uri="{FF2B5EF4-FFF2-40B4-BE49-F238E27FC236}">
                <ns2:creationId id="{43B8C440-77DC-4C0A-8EA0-8301D8CF8088}"/>
              </a:ext>
            </a:extLst>
          </p:cNvPr>
          <p:cNvSpPr>
            <a:spLocks noGrp="1"/>
          </p:cNvSpPr>
          <p:nvPr/>
        </p:nvSpPr>
        <p:spPr>
          <a:xfrm>
            <a:off x="22860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4" name="shape-814">
            <a:extLst>
              <a:ext uri="{FF2B5EF4-FFF2-40B4-BE49-F238E27FC236}">
                <ns2:creationId id="{3D540C5B-FCF5-480E-AEE2-330627CE4D96}"/>
              </a:ext>
            </a:extLst>
          </p:cNvPr>
          <p:cNvSpPr>
            <a:spLocks noGrp="1"/>
          </p:cNvSpPr>
          <p:nvPr/>
        </p:nvSpPr>
        <p:spPr>
          <a:xfrm>
            <a:off x="23812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5" name="vector-815">
            <a:extLst>
              <a:ext uri="{FF2B5EF4-FFF2-40B4-BE49-F238E27FC236}">
                <ns2:creationId id="{6225D1E6-AA80-4C60-B88B-61C843E8936F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0EEF7"/>
          </a:solidFill>
          <a:ln w="19050">
            <a:solidFill>
              <a:srgbClr val="3F2F7A"/>
            </a:solidFill>
            <a:prstDash val="solid"/>
          </a:ln>
        </p:spPr>
      </p:sp>
      <p:sp>
        <p:nvSpPr>
          <p:cNvPr id="6" name="vector-816">
            <a:extLst>
              <a:ext uri="{FF2B5EF4-FFF2-40B4-BE49-F238E27FC236}">
                <ns2:creationId id="{DC1FEA32-FDFA-481D-91EE-892EAC8AE4AD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7" name="vector-817">
            <a:extLst>
              <a:ext uri="{FF2B5EF4-FFF2-40B4-BE49-F238E27FC236}">
                <ns2:creationId id="{F914DED3-A5B8-4F37-B3E4-87755B0DB0B3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8" name="icon-map-818">
            <a:extLst>
              <a:ext uri="{FF2B5EF4-FFF2-40B4-BE49-F238E27FC236}">
                <ns2:creationId id="{3D7B2F38-63DA-4666-90E9-3624410B6A28}"/>
              </a:ext>
            </a:extLst>
          </p:cNvPr>
          <p:cNvSpPr>
            <a:spLocks noGrp="1"/>
          </p:cNvSpPr>
          <p:nvPr/>
        </p:nvSpPr>
        <p:spPr>
          <a:xfrm>
            <a:off x="445770" y="1033272"/>
            <a:ext cx="56579" cy="56579"/>
          </a:xfrm>
          <a:prstGeom prst="ellipse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9" name="text-819">
            <a:extLst>
              <a:ext uri="{FF2B5EF4-FFF2-40B4-BE49-F238E27FC236}">
                <ns2:creationId id="{859A2694-A3FC-4DFF-86E5-8783E7C6B036}"/>
              </a:ext>
            </a:extLst>
          </p:cNvPr>
          <p:cNvSpPr>
            <a:spLocks noGrp="1"/>
          </p:cNvSpPr>
          <p:nvPr/>
        </p:nvSpPr>
        <p:spPr>
          <a:xfrm>
            <a:off x="68580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样本覆盖</a:t>
            </a:r>
            <a:endParaRPr/>
          </a:p>
        </p:txBody>
      </p:sp>
      <p:sp>
        <p:nvSpPr>
          <p:cNvPr id="10" name="vector-820">
            <a:extLst>
              <a:ext uri="{FF2B5EF4-FFF2-40B4-BE49-F238E27FC236}">
                <ns2:creationId id="{C090C5D8-6E3D-44E5-8BEC-230CA0C498D8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0EEF7"/>
          </a:solidFill>
          <a:ln w="19050">
            <a:solidFill>
              <a:srgbClr val="3F2F7A"/>
            </a:solidFill>
            <a:prstDash val="solid"/>
          </a:ln>
        </p:spPr>
      </p:sp>
      <p:sp>
        <p:nvSpPr>
          <p:cNvPr id="11" name="vector-821">
            <a:extLst>
              <a:ext uri="{FF2B5EF4-FFF2-40B4-BE49-F238E27FC236}">
                <ns2:creationId id="{D83C9C1D-955B-4BDC-8BAB-B6E0331ED36A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12" name="vector-822">
            <a:extLst>
              <a:ext uri="{FF2B5EF4-FFF2-40B4-BE49-F238E27FC236}">
                <ns2:creationId id="{80B16474-202C-4F16-A89F-8D661E68B50D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13" name="icon-map-823">
            <a:extLst>
              <a:ext uri="{FF2B5EF4-FFF2-40B4-BE49-F238E27FC236}">
                <ns2:creationId id="{07073644-9319-48E7-A815-51D3FCF83753}"/>
              </a:ext>
            </a:extLst>
          </p:cNvPr>
          <p:cNvSpPr>
            <a:spLocks noGrp="1"/>
          </p:cNvSpPr>
          <p:nvPr/>
        </p:nvSpPr>
        <p:spPr>
          <a:xfrm>
            <a:off x="781050" y="1962150"/>
            <a:ext cx="209550" cy="209550"/>
          </a:xfrm>
          <a:prstGeom prst="ellipse">
            <a:avLst/>
          </a:prstGeom>
          <a:solidFill>
            <a:srgbClr val="3F2F7A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14" name="text-824">
            <a:extLst>
              <a:ext uri="{FF2B5EF4-FFF2-40B4-BE49-F238E27FC236}">
                <ns2:creationId id="{59373472-96F1-425A-9014-E97AD7F6226C}"/>
              </a:ext>
            </a:extLst>
          </p:cNvPr>
          <p:cNvSpPr>
            <a:spLocks noGrp="1"/>
          </p:cNvSpPr>
          <p:nvPr/>
        </p:nvSpPr>
        <p:spPr>
          <a:xfrm>
            <a:off x="1524000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5" name="text-825">
            <a:extLst>
              <a:ext uri="{FF2B5EF4-FFF2-40B4-BE49-F238E27FC236}">
                <ns2:creationId id="{F2E4ED94-DED4-4E85-A3FC-6EE02B269E1C}"/>
              </a:ext>
            </a:extLst>
          </p:cNvPr>
          <p:cNvSpPr>
            <a:spLocks noGrp="1"/>
          </p:cNvSpPr>
          <p:nvPr/>
        </p:nvSpPr>
        <p:spPr>
          <a:xfrm>
            <a:off x="1524000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样点空间分布不均</a:t>
            </a:r>
            <a:endParaRPr/>
          </a:p>
        </p:txBody>
      </p:sp>
      <p:sp>
        <p:nvSpPr>
          <p:cNvPr id="16" name="line-826">
            <a:extLst>
              <a:ext uri="{FF2B5EF4-FFF2-40B4-BE49-F238E27FC236}">
                <ns2:creationId id="{64A78E1B-40E1-4BCB-ADC6-45A2FAA7352D}"/>
              </a:ext>
            </a:extLst>
          </p:cNvPr>
          <p:cNvSpPr>
            <a:spLocks noGrp="1"/>
          </p:cNvSpPr>
          <p:nvPr/>
        </p:nvSpPr>
        <p:spPr>
          <a:xfrm>
            <a:off x="1524000" y="239077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17" name="text-827">
            <a:extLst>
              <a:ext uri="{FF2B5EF4-FFF2-40B4-BE49-F238E27FC236}">
                <ns2:creationId id="{054957C0-B00E-4FA1-91F3-80408519E02F}"/>
              </a:ext>
            </a:extLst>
          </p:cNvPr>
          <p:cNvSpPr>
            <a:spLocks noGrp="1"/>
          </p:cNvSpPr>
          <p:nvPr/>
        </p:nvSpPr>
        <p:spPr>
          <a:xfrm>
            <a:off x="1524000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8" name="text-828">
            <a:extLst>
              <a:ext uri="{FF2B5EF4-FFF2-40B4-BE49-F238E27FC236}">
                <ns2:creationId id="{C3E16F33-6CCE-4B2D-BA8D-08E4ECBC933E}"/>
              </a:ext>
            </a:extLst>
          </p:cNvPr>
          <p:cNvSpPr>
            <a:spLocks noGrp="1"/>
          </p:cNvSpPr>
          <p:nvPr/>
        </p:nvSpPr>
        <p:spPr>
          <a:xfrm>
            <a:off x="1524000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分层补充样点</a:t>
            </a:r>
            <a:endParaRPr/>
          </a:p>
        </p:txBody>
      </p:sp>
      <p:sp>
        <p:nvSpPr>
          <p:cNvPr id="19" name="panel-829">
            <a:extLst>
              <a:ext uri="{FF2B5EF4-FFF2-40B4-BE49-F238E27FC236}">
                <ns2:creationId id="{B9050D2B-E969-40E7-8814-E06463138D82}"/>
              </a:ext>
            </a:extLst>
          </p:cNvPr>
          <p:cNvSpPr>
            <a:spLocks noGrp="1"/>
          </p:cNvSpPr>
          <p:nvPr/>
        </p:nvSpPr>
        <p:spPr>
          <a:xfrm>
            <a:off x="4200525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20" name="shape-830">
            <a:extLst>
              <a:ext uri="{FF2B5EF4-FFF2-40B4-BE49-F238E27FC236}">
                <ns2:creationId id="{B686954F-8B04-4451-8040-483F68F55D29}"/>
              </a:ext>
            </a:extLst>
          </p:cNvPr>
          <p:cNvSpPr>
            <a:spLocks noGrp="1"/>
          </p:cNvSpPr>
          <p:nvPr/>
        </p:nvSpPr>
        <p:spPr>
          <a:xfrm>
            <a:off x="4210050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21" name="icon-grid-831">
            <a:extLst>
              <a:ext uri="{FF2B5EF4-FFF2-40B4-BE49-F238E27FC236}">
                <ns2:creationId id="{01C61DE0-F573-43E4-A247-FF934C239349}"/>
              </a:ext>
            </a:extLst>
          </p:cNvPr>
          <p:cNvSpPr>
            <a:spLocks noGrp="1"/>
          </p:cNvSpPr>
          <p:nvPr/>
        </p:nvSpPr>
        <p:spPr>
          <a:xfrm>
            <a:off x="4335399" y="992124"/>
            <a:ext cx="216027" cy="216027"/>
          </a:xfrm>
          <a:prstGeom prst="rect">
            <a:avLst/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22" name="vector-832">
            <a:extLst>
              <a:ext uri="{FF2B5EF4-FFF2-40B4-BE49-F238E27FC236}">
                <ns2:creationId id="{198E055E-8FA3-4A1B-83E2-882C90E0A21E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3" name="vector-833">
            <a:extLst>
              <a:ext uri="{FF2B5EF4-FFF2-40B4-BE49-F238E27FC236}">
                <ns2:creationId id="{68B381BC-D897-4A6A-803A-FF9DA4F191F8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4" name="vector-834">
            <a:extLst>
              <a:ext uri="{FF2B5EF4-FFF2-40B4-BE49-F238E27FC236}">
                <ns2:creationId id="{474E1845-F872-4448-A4BA-7BE19847FE1F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5" name="vector-835">
            <a:extLst>
              <a:ext uri="{FF2B5EF4-FFF2-40B4-BE49-F238E27FC236}">
                <ns2:creationId id="{3F2C5E25-1C38-46B2-BAAC-6697A2108930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6" name="vector-836">
            <a:extLst>
              <a:ext uri="{FF2B5EF4-FFF2-40B4-BE49-F238E27FC236}">
                <ns2:creationId id="{FFDF2836-0FCF-414D-BCD6-34F66E3468BA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7" name="vector-837">
            <a:extLst>
              <a:ext uri="{FF2B5EF4-FFF2-40B4-BE49-F238E27FC236}">
                <ns2:creationId id="{C009E4BB-E684-457F-891E-DD5426FBC964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8" name="text-838">
            <a:extLst>
              <a:ext uri="{FF2B5EF4-FFF2-40B4-BE49-F238E27FC236}">
                <ns2:creationId id="{2B6A8FA3-E758-41DC-8303-0F8CF5D8106C}"/>
              </a:ext>
            </a:extLst>
          </p:cNvPr>
          <p:cNvSpPr>
            <a:spLocks noGrp="1"/>
          </p:cNvSpPr>
          <p:nvPr/>
        </p:nvSpPr>
        <p:spPr>
          <a:xfrm>
            <a:off x="4657725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尺度匹配</a:t>
            </a:r>
            <a:endParaRPr/>
          </a:p>
        </p:txBody>
      </p:sp>
      <p:sp>
        <p:nvSpPr>
          <p:cNvPr id="29" name="icon-grid-839">
            <a:extLst>
              <a:ext uri="{FF2B5EF4-FFF2-40B4-BE49-F238E27FC236}">
                <ns2:creationId id="{7D57C7AB-7347-432B-9CB4-B091418BFA49}"/>
              </a:ext>
            </a:extLst>
          </p:cNvPr>
          <p:cNvSpPr>
            <a:spLocks noGrp="1"/>
          </p:cNvSpPr>
          <p:nvPr/>
        </p:nvSpPr>
        <p:spPr>
          <a:xfrm>
            <a:off x="4448175" y="1809750"/>
            <a:ext cx="800100" cy="800100"/>
          </a:xfrm>
          <a:prstGeom prst="rect">
            <a:avLst/>
          </a:prstGeom>
          <a:noFill/>
          <a:ln w="29766">
            <a:solidFill>
              <a:srgbClr val="3F2F7A"/>
            </a:solidFill>
            <a:prstDash val="solid"/>
          </a:ln>
        </p:spPr>
      </p:sp>
      <p:sp>
        <p:nvSpPr>
          <p:cNvPr id="30" name="vector-840">
            <a:extLst>
              <a:ext uri="{FF2B5EF4-FFF2-40B4-BE49-F238E27FC236}">
                <ns2:creationId id="{AE8CEF05-078C-454C-B943-EAE9BC3059DA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1" name="vector-841">
            <a:extLst>
              <a:ext uri="{FF2B5EF4-FFF2-40B4-BE49-F238E27FC236}">
                <ns2:creationId id="{F7CCDB68-D60A-4DD4-8051-1E4F13DF8966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2" name="vector-842">
            <a:extLst>
              <a:ext uri="{FF2B5EF4-FFF2-40B4-BE49-F238E27FC236}">
                <ns2:creationId id="{6A03EC00-46C5-46DA-A50B-B32055398F69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3" name="vector-843">
            <a:extLst>
              <a:ext uri="{FF2B5EF4-FFF2-40B4-BE49-F238E27FC236}">
                <ns2:creationId id="{0EB5089A-F8A7-4CAF-B690-E5CD343DFE5D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4" name="vector-844">
            <a:extLst>
              <a:ext uri="{FF2B5EF4-FFF2-40B4-BE49-F238E27FC236}">
                <ns2:creationId id="{A1D78E79-4D95-45D0-99C2-8356C17058B2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5" name="vector-845">
            <a:extLst>
              <a:ext uri="{FF2B5EF4-FFF2-40B4-BE49-F238E27FC236}">
                <ns2:creationId id="{AADB899B-C4E0-44EB-BCEA-A93B1AF91B38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6" name="text-846">
            <a:extLst>
              <a:ext uri="{FF2B5EF4-FFF2-40B4-BE49-F238E27FC236}">
                <ns2:creationId id="{EF2AE18D-AB9D-4E56-9AD8-B00B5EAB563B}"/>
              </a:ext>
            </a:extLst>
          </p:cNvPr>
          <p:cNvSpPr>
            <a:spLocks noGrp="1"/>
          </p:cNvSpPr>
          <p:nvPr/>
        </p:nvSpPr>
        <p:spPr>
          <a:xfrm>
            <a:off x="5495925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37" name="text-847">
            <a:extLst>
              <a:ext uri="{FF2B5EF4-FFF2-40B4-BE49-F238E27FC236}">
                <ns2:creationId id="{51CAA1BC-A7FD-4563-B13D-96506B595D21}"/>
              </a:ext>
            </a:extLst>
          </p:cNvPr>
          <p:cNvSpPr>
            <a:spLocks noGrp="1"/>
          </p:cNvSpPr>
          <p:nvPr/>
        </p:nvSpPr>
        <p:spPr>
          <a:xfrm>
            <a:off x="5495925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数据空间粒度存在差异</a:t>
            </a:r>
            <a:endParaRPr/>
          </a:p>
        </p:txBody>
      </p:sp>
      <p:sp>
        <p:nvSpPr>
          <p:cNvPr id="38" name="line-848">
            <a:extLst>
              <a:ext uri="{FF2B5EF4-FFF2-40B4-BE49-F238E27FC236}">
                <ns2:creationId id="{49F66471-59B7-40B8-BB1C-8B5A8ECF65FA}"/>
              </a:ext>
            </a:extLst>
          </p:cNvPr>
          <p:cNvSpPr>
            <a:spLocks noGrp="1"/>
          </p:cNvSpPr>
          <p:nvPr/>
        </p:nvSpPr>
        <p:spPr>
          <a:xfrm>
            <a:off x="5495925" y="239077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39" name="text-849">
            <a:extLst>
              <a:ext uri="{FF2B5EF4-FFF2-40B4-BE49-F238E27FC236}">
                <ns2:creationId id="{09315D1A-D69A-4D94-B1BF-EEF4729924ED}"/>
              </a:ext>
            </a:extLst>
          </p:cNvPr>
          <p:cNvSpPr>
            <a:spLocks noGrp="1"/>
          </p:cNvSpPr>
          <p:nvPr/>
        </p:nvSpPr>
        <p:spPr>
          <a:xfrm>
            <a:off x="5495925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40" name="text-850">
            <a:extLst>
              <a:ext uri="{FF2B5EF4-FFF2-40B4-BE49-F238E27FC236}">
                <ns2:creationId id="{444AFA24-39B6-472A-BE3A-B47412947017}"/>
              </a:ext>
            </a:extLst>
          </p:cNvPr>
          <p:cNvSpPr>
            <a:spLocks noGrp="1"/>
          </p:cNvSpPr>
          <p:nvPr/>
        </p:nvSpPr>
        <p:spPr>
          <a:xfrm>
            <a:off x="5495925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开展多尺度比较</a:t>
            </a:r>
            <a:endParaRPr/>
          </a:p>
        </p:txBody>
      </p:sp>
      <p:sp>
        <p:nvSpPr>
          <p:cNvPr id="41" name="panel-851">
            <a:extLst>
              <a:ext uri="{FF2B5EF4-FFF2-40B4-BE49-F238E27FC236}">
                <ns2:creationId id="{E7215D9E-87CF-4B52-A8F9-CD80EBAD908B}"/>
              </a:ext>
            </a:extLst>
          </p:cNvPr>
          <p:cNvSpPr>
            <a:spLocks noGrp="1"/>
          </p:cNvSpPr>
          <p:nvPr/>
        </p:nvSpPr>
        <p:spPr>
          <a:xfrm>
            <a:off x="817245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42" name="shape-852">
            <a:extLst>
              <a:ext uri="{FF2B5EF4-FFF2-40B4-BE49-F238E27FC236}">
                <ns2:creationId id="{D27890B0-2BF1-4CC1-98D3-AB8C8438F811}"/>
              </a:ext>
            </a:extLst>
          </p:cNvPr>
          <p:cNvSpPr>
            <a:spLocks noGrp="1"/>
          </p:cNvSpPr>
          <p:nvPr/>
        </p:nvSpPr>
        <p:spPr>
          <a:xfrm>
            <a:off x="818197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43" name="icon-camera-853">
            <a:extLst>
              <a:ext uri="{FF2B5EF4-FFF2-40B4-BE49-F238E27FC236}">
                <ns2:creationId id="{C3C8EB94-958D-4666-B2C7-5FEE7C0BD701}"/>
              </a:ext>
            </a:extLst>
          </p:cNvPr>
          <p:cNvSpPr>
            <a:spLocks noGrp="1"/>
          </p:cNvSpPr>
          <p:nvPr/>
        </p:nvSpPr>
        <p:spPr>
          <a:xfrm>
            <a:off x="8304752" y="103070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44" name="icon-camera-854">
            <a:extLst>
              <a:ext uri="{FF2B5EF4-FFF2-40B4-BE49-F238E27FC236}">
                <ns2:creationId id="{AD9E08EC-5A18-406E-A104-1CE7D28C23CD}"/>
              </a:ext>
            </a:extLst>
          </p:cNvPr>
          <p:cNvSpPr>
            <a:spLocks noGrp="1"/>
          </p:cNvSpPr>
          <p:nvPr/>
        </p:nvSpPr>
        <p:spPr>
          <a:xfrm>
            <a:off x="8371618" y="99726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45" name="icon-camera-855">
            <a:extLst>
              <a:ext uri="{FF2B5EF4-FFF2-40B4-BE49-F238E27FC236}">
                <ns2:creationId id="{7DC68AEA-E484-49C1-A0B8-21FC6107D3C5}"/>
              </a:ext>
            </a:extLst>
          </p:cNvPr>
          <p:cNvSpPr>
            <a:spLocks noGrp="1"/>
          </p:cNvSpPr>
          <p:nvPr/>
        </p:nvSpPr>
        <p:spPr>
          <a:xfrm>
            <a:off x="8369046" y="1064133"/>
            <a:ext cx="92583" cy="92583"/>
          </a:xfrm>
          <a:prstGeom prst="ellipse">
            <a:avLst/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46" name="icon-camera-856">
            <a:extLst>
              <a:ext uri="{FF2B5EF4-FFF2-40B4-BE49-F238E27FC236}">
                <ns2:creationId id="{3412559E-9F65-4A94-BAC9-84538C329824}"/>
              </a:ext>
            </a:extLst>
          </p:cNvPr>
          <p:cNvSpPr>
            <a:spLocks noGrp="1"/>
          </p:cNvSpPr>
          <p:nvPr/>
        </p:nvSpPr>
        <p:spPr>
          <a:xfrm>
            <a:off x="8477060" y="1051274"/>
            <a:ext cx="20574" cy="20574"/>
          </a:xfrm>
          <a:prstGeom prst="ellipse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47" name="text-857">
            <a:extLst>
              <a:ext uri="{FF2B5EF4-FFF2-40B4-BE49-F238E27FC236}">
                <ns2:creationId id="{F56D1759-064E-43B4-B474-7A3A474B9C5B}"/>
              </a:ext>
            </a:extLst>
          </p:cNvPr>
          <p:cNvSpPr>
            <a:spLocks noGrp="1"/>
          </p:cNvSpPr>
          <p:nvPr/>
        </p:nvSpPr>
        <p:spPr>
          <a:xfrm>
            <a:off x="862965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检测偏差</a:t>
            </a:r>
            <a:endParaRPr/>
          </a:p>
        </p:txBody>
      </p:sp>
      <p:sp>
        <p:nvSpPr>
          <p:cNvPr id="48" name="icon-camera-858">
            <a:extLst>
              <a:ext uri="{FF2B5EF4-FFF2-40B4-BE49-F238E27FC236}">
                <ns2:creationId id="{1DBB85F9-5EA4-4878-BFDB-4AACC03C3687}"/>
              </a:ext>
            </a:extLst>
          </p:cNvPr>
          <p:cNvSpPr>
            <a:spLocks noGrp="1"/>
          </p:cNvSpPr>
          <p:nvPr/>
        </p:nvSpPr>
        <p:spPr>
          <a:xfrm>
            <a:off x="8410575" y="1952625"/>
            <a:ext cx="819150" cy="581025"/>
          </a:xfrm>
          <a:prstGeom prst="roundRect">
            <a:avLst>
              <a:gd name="adj" fmla="val 13115"/>
            </a:avLst>
          </a:prstGeom>
          <a:noFill/>
          <a:ln w="29766">
            <a:solidFill>
              <a:srgbClr val="3F2F7A"/>
            </a:solidFill>
            <a:prstDash val="solid"/>
          </a:ln>
        </p:spPr>
      </p:sp>
      <p:sp>
        <p:nvSpPr>
          <p:cNvPr id="49" name="icon-camera-859">
            <a:extLst>
              <a:ext uri="{FF2B5EF4-FFF2-40B4-BE49-F238E27FC236}">
                <ns2:creationId id="{FA10A094-135C-4601-A08C-7F406435B4F1}"/>
              </a:ext>
            </a:extLst>
          </p:cNvPr>
          <p:cNvSpPr>
            <a:spLocks noGrp="1"/>
          </p:cNvSpPr>
          <p:nvPr/>
        </p:nvSpPr>
        <p:spPr>
          <a:xfrm>
            <a:off x="8658225" y="1828800"/>
            <a:ext cx="314325" cy="161925"/>
          </a:xfrm>
          <a:prstGeom prst="roundRect">
            <a:avLst>
              <a:gd name="adj" fmla="val 47059"/>
            </a:avLst>
          </a:prstGeom>
          <a:noFill/>
          <a:ln w="29766">
            <a:solidFill>
              <a:srgbClr val="3F2F7A"/>
            </a:solidFill>
            <a:prstDash val="solid"/>
          </a:ln>
        </p:spPr>
      </p:sp>
      <p:sp>
        <p:nvSpPr>
          <p:cNvPr id="50" name="icon-camera-860">
            <a:extLst>
              <a:ext uri="{FF2B5EF4-FFF2-40B4-BE49-F238E27FC236}">
                <ns2:creationId id="{F975F45B-1B5C-40AD-952F-FC97C09073FA}"/>
              </a:ext>
            </a:extLst>
          </p:cNvPr>
          <p:cNvSpPr>
            <a:spLocks noGrp="1"/>
          </p:cNvSpPr>
          <p:nvPr/>
        </p:nvSpPr>
        <p:spPr>
          <a:xfrm>
            <a:off x="8648700" y="2076450"/>
            <a:ext cx="342900" cy="342900"/>
          </a:xfrm>
          <a:prstGeom prst="ellipse">
            <a:avLst/>
          </a:prstGeom>
          <a:noFill/>
          <a:ln w="29766">
            <a:solidFill>
              <a:srgbClr val="3F2F7A"/>
            </a:solidFill>
            <a:prstDash val="solid"/>
          </a:ln>
        </p:spPr>
      </p:sp>
      <p:sp>
        <p:nvSpPr>
          <p:cNvPr id="51" name="icon-camera-861">
            <a:extLst>
              <a:ext uri="{FF2B5EF4-FFF2-40B4-BE49-F238E27FC236}">
                <ns2:creationId id="{23F118D0-DA5D-41CE-A6BD-F98A786FB439}"/>
              </a:ext>
            </a:extLst>
          </p:cNvPr>
          <p:cNvSpPr>
            <a:spLocks noGrp="1"/>
          </p:cNvSpPr>
          <p:nvPr/>
        </p:nvSpPr>
        <p:spPr>
          <a:xfrm>
            <a:off x="9048750" y="2028825"/>
            <a:ext cx="76200" cy="76200"/>
          </a:xfrm>
          <a:prstGeom prst="ellipse">
            <a:avLst/>
          </a:prstGeom>
          <a:solidFill>
            <a:srgbClr val="3F2F7A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52" name="text-862">
            <a:extLst>
              <a:ext uri="{FF2B5EF4-FFF2-40B4-BE49-F238E27FC236}">
                <ns2:creationId id="{15BD2C19-93C4-47CD-8273-AA2FA6F3A779}"/>
              </a:ext>
            </a:extLst>
          </p:cNvPr>
          <p:cNvSpPr>
            <a:spLocks noGrp="1"/>
          </p:cNvSpPr>
          <p:nvPr/>
        </p:nvSpPr>
        <p:spPr>
          <a:xfrm>
            <a:off x="9467850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53" name="text-863">
            <a:extLst>
              <a:ext uri="{FF2B5EF4-FFF2-40B4-BE49-F238E27FC236}">
                <ns2:creationId id="{22A23CDA-E8A5-47F4-BED3-1CEB320735B1}"/>
              </a:ext>
            </a:extLst>
          </p:cNvPr>
          <p:cNvSpPr>
            <a:spLocks noGrp="1"/>
          </p:cNvSpPr>
          <p:nvPr/>
        </p:nvSpPr>
        <p:spPr>
          <a:xfrm>
            <a:off x="9467850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未检出不等于不存在</a:t>
            </a:r>
            <a:endParaRPr/>
          </a:p>
        </p:txBody>
      </p:sp>
      <p:sp>
        <p:nvSpPr>
          <p:cNvPr id="54" name="line-864">
            <a:extLst>
              <a:ext uri="{FF2B5EF4-FFF2-40B4-BE49-F238E27FC236}">
                <ns2:creationId id="{47089BEF-D5D3-49D6-9857-DB62A6F8ECAF}"/>
              </a:ext>
            </a:extLst>
          </p:cNvPr>
          <p:cNvSpPr>
            <a:spLocks noGrp="1"/>
          </p:cNvSpPr>
          <p:nvPr/>
        </p:nvSpPr>
        <p:spPr>
          <a:xfrm>
            <a:off x="9467850" y="239077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55" name="text-865">
            <a:extLst>
              <a:ext uri="{FF2B5EF4-FFF2-40B4-BE49-F238E27FC236}">
                <ns2:creationId id="{223EE566-BB80-4EF6-B4A1-51E769850657}"/>
              </a:ext>
            </a:extLst>
          </p:cNvPr>
          <p:cNvSpPr>
            <a:spLocks noGrp="1"/>
          </p:cNvSpPr>
          <p:nvPr/>
        </p:nvSpPr>
        <p:spPr>
          <a:xfrm>
            <a:off x="9467850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56" name="text-866">
            <a:extLst>
              <a:ext uri="{FF2B5EF4-FFF2-40B4-BE49-F238E27FC236}">
                <ns2:creationId id="{1D3B7DB3-E9E4-4BB1-B1C9-6BB85B28E795}"/>
              </a:ext>
            </a:extLst>
          </p:cNvPr>
          <p:cNvSpPr>
            <a:spLocks noGrp="1"/>
          </p:cNvSpPr>
          <p:nvPr/>
        </p:nvSpPr>
        <p:spPr>
          <a:xfrm>
            <a:off x="9467850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重复调查与检测模型</a:t>
            </a:r>
            <a:endParaRPr/>
          </a:p>
        </p:txBody>
      </p:sp>
      <p:sp>
        <p:nvSpPr>
          <p:cNvPr id="57" name="panel-867">
            <a:extLst>
              <a:ext uri="{FF2B5EF4-FFF2-40B4-BE49-F238E27FC236}">
                <ns2:creationId id="{84DC462F-BE86-4589-9621-F06F971454E4}"/>
              </a:ext>
            </a:extLst>
          </p:cNvPr>
          <p:cNvSpPr>
            <a:spLocks noGrp="1"/>
          </p:cNvSpPr>
          <p:nvPr/>
        </p:nvSpPr>
        <p:spPr>
          <a:xfrm>
            <a:off x="22860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58" name="shape-868">
            <a:extLst>
              <a:ext uri="{FF2B5EF4-FFF2-40B4-BE49-F238E27FC236}">
                <ns2:creationId id="{9BC45A80-BBA5-48FF-86DB-FBB5DC3D92CC}"/>
              </a:ext>
            </a:extLst>
          </p:cNvPr>
          <p:cNvSpPr>
            <a:spLocks noGrp="1"/>
          </p:cNvSpPr>
          <p:nvPr/>
        </p:nvSpPr>
        <p:spPr>
          <a:xfrm>
            <a:off x="23812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59" name="vector-869">
            <a:extLst>
              <a:ext uri="{FF2B5EF4-FFF2-40B4-BE49-F238E27FC236}">
                <ns2:creationId id="{288C6935-20AE-4206-97D9-0EAC4B15686B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0" name="vector-870">
            <a:extLst>
              <a:ext uri="{FF2B5EF4-FFF2-40B4-BE49-F238E27FC236}">
                <ns2:creationId id="{BA2C426A-4620-4997-A71D-5FA9A6BFA7E6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1" name="vector-871">
            <a:extLst>
              <a:ext uri="{FF2B5EF4-FFF2-40B4-BE49-F238E27FC236}">
                <ns2:creationId id="{D073A4A2-909D-4F96-B987-565183FB7DA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2" name="vector-872">
            <a:extLst>
              <a:ext uri="{FF2B5EF4-FFF2-40B4-BE49-F238E27FC236}">
                <ns2:creationId id="{A958E7CB-0B6D-4CA1-AAFF-7B2387ACABA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3" name="vector-873">
            <a:extLst>
              <a:ext uri="{FF2B5EF4-FFF2-40B4-BE49-F238E27FC236}">
                <ns2:creationId id="{906BDB2D-C409-49CE-A7FE-A762972C1969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4" name="vector-874">
            <a:extLst>
              <a:ext uri="{FF2B5EF4-FFF2-40B4-BE49-F238E27FC236}">
                <ns2:creationId id="{A447156A-077A-4646-A6EB-DF7A04001F4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5" name="vector-875">
            <a:extLst>
              <a:ext uri="{FF2B5EF4-FFF2-40B4-BE49-F238E27FC236}">
                <ns2:creationId id="{3A069FB0-8C85-455A-BE43-9F5DB6C0405B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6" name="icon-network-876">
            <a:extLst>
              <a:ext uri="{FF2B5EF4-FFF2-40B4-BE49-F238E27FC236}">
                <ns2:creationId id="{DDE8B522-F563-4C56-880F-57C09D916E48}"/>
              </a:ext>
            </a:extLst>
          </p:cNvPr>
          <p:cNvSpPr>
            <a:spLocks noGrp="1"/>
          </p:cNvSpPr>
          <p:nvPr/>
        </p:nvSpPr>
        <p:spPr>
          <a:xfrm>
            <a:off x="358331" y="365855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67" name="icon-network-877">
            <a:extLst>
              <a:ext uri="{FF2B5EF4-FFF2-40B4-BE49-F238E27FC236}">
                <ns2:creationId id="{3175FDCB-067D-4E36-8611-1533D9BBB932}"/>
              </a:ext>
            </a:extLst>
          </p:cNvPr>
          <p:cNvSpPr>
            <a:spLocks noGrp="1"/>
          </p:cNvSpPr>
          <p:nvPr/>
        </p:nvSpPr>
        <p:spPr>
          <a:xfrm>
            <a:off x="440627" y="3594259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68" name="icon-network-878">
            <a:extLst>
              <a:ext uri="{FF2B5EF4-FFF2-40B4-BE49-F238E27FC236}">
                <ns2:creationId id="{024605D2-C321-4CB6-8BD4-3022230CE059}"/>
              </a:ext>
            </a:extLst>
          </p:cNvPr>
          <p:cNvSpPr>
            <a:spLocks noGrp="1"/>
          </p:cNvSpPr>
          <p:nvPr/>
        </p:nvSpPr>
        <p:spPr>
          <a:xfrm>
            <a:off x="540925" y="3640550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69" name="icon-network-879">
            <a:extLst>
              <a:ext uri="{FF2B5EF4-FFF2-40B4-BE49-F238E27FC236}">
                <ns2:creationId id="{AA0F662D-1375-40EC-9FFE-A774F5E43BC7}"/>
              </a:ext>
            </a:extLst>
          </p:cNvPr>
          <p:cNvSpPr>
            <a:spLocks noGrp="1"/>
          </p:cNvSpPr>
          <p:nvPr/>
        </p:nvSpPr>
        <p:spPr>
          <a:xfrm>
            <a:off x="502348" y="377685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70" name="icon-network-880">
            <a:extLst>
              <a:ext uri="{FF2B5EF4-FFF2-40B4-BE49-F238E27FC236}">
                <ns2:creationId id="{78F43E62-5F4A-4F34-8798-5E696CC158FC}"/>
              </a:ext>
            </a:extLst>
          </p:cNvPr>
          <p:cNvSpPr>
            <a:spLocks noGrp="1"/>
          </p:cNvSpPr>
          <p:nvPr/>
        </p:nvSpPr>
        <p:spPr>
          <a:xfrm>
            <a:off x="386620" y="3774281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71" name="text-881">
            <a:extLst>
              <a:ext uri="{FF2B5EF4-FFF2-40B4-BE49-F238E27FC236}">
                <ns2:creationId id="{402F6C0D-00B8-4CFF-8024-525895A0DDE3}"/>
              </a:ext>
            </a:extLst>
          </p:cNvPr>
          <p:cNvSpPr>
            <a:spLocks noGrp="1"/>
          </p:cNvSpPr>
          <p:nvPr/>
        </p:nvSpPr>
        <p:spPr>
          <a:xfrm>
            <a:off x="68580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机制识别</a:t>
            </a:r>
            <a:endParaRPr/>
          </a:p>
        </p:txBody>
      </p:sp>
      <p:sp>
        <p:nvSpPr>
          <p:cNvPr id="72" name="vector-882">
            <a:extLst>
              <a:ext uri="{FF2B5EF4-FFF2-40B4-BE49-F238E27FC236}">
                <ns2:creationId id="{75B04C26-D9DF-4034-B372-A664631F6AC9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3" name="vector-883">
            <a:extLst>
              <a:ext uri="{FF2B5EF4-FFF2-40B4-BE49-F238E27FC236}">
                <ns2:creationId id="{D0D465E4-509D-4B66-A9AE-6EFA16A42141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4" name="vector-884">
            <a:extLst>
              <a:ext uri="{FF2B5EF4-FFF2-40B4-BE49-F238E27FC236}">
                <ns2:creationId id="{D5A4C432-B506-4B20-906C-20DE9CE5D99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5" name="vector-885">
            <a:extLst>
              <a:ext uri="{FF2B5EF4-FFF2-40B4-BE49-F238E27FC236}">
                <ns2:creationId id="{8F7E792E-1859-4C42-9F5D-65E90FBD0969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6" name="vector-886">
            <a:extLst>
              <a:ext uri="{FF2B5EF4-FFF2-40B4-BE49-F238E27FC236}">
                <ns2:creationId id="{96436859-3B92-48DB-B2EF-652F65F6A558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7" name="vector-887">
            <a:extLst>
              <a:ext uri="{FF2B5EF4-FFF2-40B4-BE49-F238E27FC236}">
                <ns2:creationId id="{E0EA5027-9E04-4AEF-9968-864DABA2BF7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8" name="vector-888">
            <a:extLst>
              <a:ext uri="{FF2B5EF4-FFF2-40B4-BE49-F238E27FC236}">
                <ns2:creationId id="{2900469B-F8EE-4DF8-9370-F371774C91B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9" name="icon-network-889">
            <a:extLst>
              <a:ext uri="{FF2B5EF4-FFF2-40B4-BE49-F238E27FC236}">
                <ns2:creationId id="{1FCD7DFC-C60B-42E2-B9F4-A267B8C61A4F}"/>
              </a:ext>
            </a:extLst>
          </p:cNvPr>
          <p:cNvSpPr>
            <a:spLocks noGrp="1"/>
          </p:cNvSpPr>
          <p:nvPr/>
        </p:nvSpPr>
        <p:spPr>
          <a:xfrm>
            <a:off x="457200" y="4629150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80" name="icon-network-890">
            <a:extLst>
              <a:ext uri="{FF2B5EF4-FFF2-40B4-BE49-F238E27FC236}">
                <ns2:creationId id="{ADA1329D-7973-4775-BD3B-93E0D0441332}"/>
              </a:ext>
            </a:extLst>
          </p:cNvPr>
          <p:cNvSpPr>
            <a:spLocks noGrp="1"/>
          </p:cNvSpPr>
          <p:nvPr/>
        </p:nvSpPr>
        <p:spPr>
          <a:xfrm>
            <a:off x="762000" y="439102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81" name="icon-network-891">
            <a:extLst>
              <a:ext uri="{FF2B5EF4-FFF2-40B4-BE49-F238E27FC236}">
                <ns2:creationId id="{BDE5D1DF-6F90-4ADE-880D-7027D8A81B5B}"/>
              </a:ext>
            </a:extLst>
          </p:cNvPr>
          <p:cNvSpPr>
            <a:spLocks noGrp="1"/>
          </p:cNvSpPr>
          <p:nvPr/>
        </p:nvSpPr>
        <p:spPr>
          <a:xfrm>
            <a:off x="1133475" y="456247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82" name="icon-network-892">
            <a:extLst>
              <a:ext uri="{FF2B5EF4-FFF2-40B4-BE49-F238E27FC236}">
                <ns2:creationId id="{AAD1AB06-16C7-4336-B9F9-EF4CA93EFEE0}"/>
              </a:ext>
            </a:extLst>
          </p:cNvPr>
          <p:cNvSpPr>
            <a:spLocks noGrp="1"/>
          </p:cNvSpPr>
          <p:nvPr/>
        </p:nvSpPr>
        <p:spPr>
          <a:xfrm>
            <a:off x="990600" y="5067300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83" name="icon-network-893">
            <a:extLst>
              <a:ext uri="{FF2B5EF4-FFF2-40B4-BE49-F238E27FC236}">
                <ns2:creationId id="{BA4D73E9-9C4D-47C9-BD73-9A833CFBDE6C}"/>
              </a:ext>
            </a:extLst>
          </p:cNvPr>
          <p:cNvSpPr>
            <a:spLocks noGrp="1"/>
          </p:cNvSpPr>
          <p:nvPr/>
        </p:nvSpPr>
        <p:spPr>
          <a:xfrm>
            <a:off x="561975" y="505777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84" name="text-894">
            <a:extLst>
              <a:ext uri="{FF2B5EF4-FFF2-40B4-BE49-F238E27FC236}">
                <ns2:creationId id="{761E1876-2B1A-46D6-8715-E07E33F71D54}"/>
              </a:ext>
            </a:extLst>
          </p:cNvPr>
          <p:cNvSpPr>
            <a:spLocks noGrp="1"/>
          </p:cNvSpPr>
          <p:nvPr/>
        </p:nvSpPr>
        <p:spPr>
          <a:xfrm>
            <a:off x="1524000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85" name="text-895">
            <a:extLst>
              <a:ext uri="{FF2B5EF4-FFF2-40B4-BE49-F238E27FC236}">
                <ns2:creationId id="{DA1F54A6-A4DE-4F05-BBC4-81A2A257AF04}"/>
              </a:ext>
            </a:extLst>
          </p:cNvPr>
          <p:cNvSpPr>
            <a:spLocks noGrp="1"/>
          </p:cNvSpPr>
          <p:nvPr/>
        </p:nvSpPr>
        <p:spPr>
          <a:xfrm>
            <a:off x="1524000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相关关系难以区分解释</a:t>
            </a:r>
            <a:endParaRPr/>
          </a:p>
        </p:txBody>
      </p:sp>
      <p:sp>
        <p:nvSpPr>
          <p:cNvPr id="86" name="line-896">
            <a:extLst>
              <a:ext uri="{FF2B5EF4-FFF2-40B4-BE49-F238E27FC236}">
                <ns2:creationId id="{B2C8AABA-F857-4DDE-B2F7-D4231F023BA3}"/>
              </a:ext>
            </a:extLst>
          </p:cNvPr>
          <p:cNvSpPr>
            <a:spLocks noGrp="1"/>
          </p:cNvSpPr>
          <p:nvPr/>
        </p:nvSpPr>
        <p:spPr>
          <a:xfrm>
            <a:off x="1524000" y="500062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87" name="text-897">
            <a:extLst>
              <a:ext uri="{FF2B5EF4-FFF2-40B4-BE49-F238E27FC236}">
                <ns2:creationId id="{823D2A94-1B77-4030-AA19-F20B2476126C}"/>
              </a:ext>
            </a:extLst>
          </p:cNvPr>
          <p:cNvSpPr>
            <a:spLocks noGrp="1"/>
          </p:cNvSpPr>
          <p:nvPr/>
        </p:nvSpPr>
        <p:spPr>
          <a:xfrm>
            <a:off x="1524000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88" name="text-898">
            <a:extLst>
              <a:ext uri="{FF2B5EF4-FFF2-40B4-BE49-F238E27FC236}">
                <ns2:creationId id="{31A67130-76BB-419F-8DCB-63E14AD5228E}"/>
              </a:ext>
            </a:extLst>
          </p:cNvPr>
          <p:cNvSpPr>
            <a:spLocks noGrp="1"/>
          </p:cNvSpPr>
          <p:nvPr/>
        </p:nvSpPr>
        <p:spPr>
          <a:xfrm>
            <a:off x="1524000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完善对照与干预</a:t>
            </a:r>
            <a:endParaRPr/>
          </a:p>
        </p:txBody>
      </p:sp>
      <p:sp>
        <p:nvSpPr>
          <p:cNvPr id="89" name="panel-899">
            <a:extLst>
              <a:ext uri="{FF2B5EF4-FFF2-40B4-BE49-F238E27FC236}">
                <ns2:creationId id="{51527BE0-625E-4AFA-BECE-9E87A194CB91}"/>
              </a:ext>
            </a:extLst>
          </p:cNvPr>
          <p:cNvSpPr>
            <a:spLocks noGrp="1"/>
          </p:cNvSpPr>
          <p:nvPr/>
        </p:nvSpPr>
        <p:spPr>
          <a:xfrm>
            <a:off x="4200525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90" name="shape-900">
            <a:extLst>
              <a:ext uri="{FF2B5EF4-FFF2-40B4-BE49-F238E27FC236}">
                <ns2:creationId id="{1D410AF0-0F7C-461C-B523-F4B7E3CB11E6}"/>
              </a:ext>
            </a:extLst>
          </p:cNvPr>
          <p:cNvSpPr>
            <a:spLocks noGrp="1"/>
          </p:cNvSpPr>
          <p:nvPr/>
        </p:nvSpPr>
        <p:spPr>
          <a:xfrm>
            <a:off x="4210050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91" name="vector-901">
            <a:extLst>
              <a:ext uri="{FF2B5EF4-FFF2-40B4-BE49-F238E27FC236}">
                <ns2:creationId id="{FEB66B01-D24D-4209-8FAA-590621179702}"/>
              </a:ext>
            </a:extLst>
          </p:cNvPr>
          <p:cNvSpPr>
            <a:spLocks noGrp="1"/>
          </p:cNvSpPr>
          <p:nvPr/>
        </p:nvSpPr>
        <p:spPr>
          <a:xfrm>
            <a:off x="4314825" y="3581400"/>
            <a:ext cx="257175" cy="257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92" name="vector-902">
            <a:extLst>
              <a:ext uri="{FF2B5EF4-FFF2-40B4-BE49-F238E27FC236}">
                <ns2:creationId id="{F34AE9BA-A2F4-4541-8994-F373EF37F4DD}"/>
              </a:ext>
            </a:extLst>
          </p:cNvPr>
          <p:cNvSpPr>
            <a:spLocks noGrp="1"/>
          </p:cNvSpPr>
          <p:nvPr/>
        </p:nvSpPr>
        <p:spPr>
          <a:xfrm>
            <a:off x="4314825" y="3581400"/>
            <a:ext cx="257175" cy="257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93" name="icon-chart-903">
            <a:extLst>
              <a:ext uri="{FF2B5EF4-FFF2-40B4-BE49-F238E27FC236}">
                <ns2:creationId id="{3EDB9760-079B-46C4-9025-DB7AC2576258}"/>
              </a:ext>
            </a:extLst>
          </p:cNvPr>
          <p:cNvSpPr>
            <a:spLocks noGrp="1"/>
          </p:cNvSpPr>
          <p:nvPr/>
        </p:nvSpPr>
        <p:spPr>
          <a:xfrm>
            <a:off x="4379119" y="3720275"/>
            <a:ext cx="33433" cy="8486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94" name="icon-chart-904">
            <a:extLst>
              <a:ext uri="{FF2B5EF4-FFF2-40B4-BE49-F238E27FC236}">
                <ns2:creationId id="{27A7FBDA-48DC-4642-8911-D551B778D590}"/>
              </a:ext>
            </a:extLst>
          </p:cNvPr>
          <p:cNvSpPr>
            <a:spLocks noGrp="1"/>
          </p:cNvSpPr>
          <p:nvPr/>
        </p:nvSpPr>
        <p:spPr>
          <a:xfrm>
            <a:off x="4435697" y="3673983"/>
            <a:ext cx="33433" cy="131159"/>
          </a:xfrm>
          <a:prstGeom prst="rect">
            <a:avLst/>
          </a:prstGeom>
          <a:solidFill>
            <a:srgbClr val="5D7795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95" name="icon-chart-905">
            <a:extLst>
              <a:ext uri="{FF2B5EF4-FFF2-40B4-BE49-F238E27FC236}">
                <ns2:creationId id="{1E8C57C7-CE08-4D7B-837F-C8CA7E7CA8E0}"/>
              </a:ext>
            </a:extLst>
          </p:cNvPr>
          <p:cNvSpPr>
            <a:spLocks noGrp="1"/>
          </p:cNvSpPr>
          <p:nvPr/>
        </p:nvSpPr>
        <p:spPr>
          <a:xfrm>
            <a:off x="4492276" y="3622548"/>
            <a:ext cx="33433" cy="182594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96" name="text-906">
            <a:extLst>
              <a:ext uri="{FF2B5EF4-FFF2-40B4-BE49-F238E27FC236}">
                <ns2:creationId id="{317D44D0-906B-4470-8924-780B483ECB79}"/>
              </a:ext>
            </a:extLst>
          </p:cNvPr>
          <p:cNvSpPr>
            <a:spLocks noGrp="1"/>
          </p:cNvSpPr>
          <p:nvPr/>
        </p:nvSpPr>
        <p:spPr>
          <a:xfrm>
            <a:off x="4657725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模型稳健性</a:t>
            </a:r>
            <a:endParaRPr/>
          </a:p>
        </p:txBody>
      </p:sp>
      <p:sp>
        <p:nvSpPr>
          <p:cNvPr id="97" name="vector-907">
            <a:extLst>
              <a:ext uri="{FF2B5EF4-FFF2-40B4-BE49-F238E27FC236}">
                <ns2:creationId id="{05F8BC68-A27C-4438-81B4-5572A64BDBFA}"/>
              </a:ext>
            </a:extLst>
          </p:cNvPr>
          <p:cNvSpPr>
            <a:spLocks noGrp="1"/>
          </p:cNvSpPr>
          <p:nvPr/>
        </p:nvSpPr>
        <p:spPr>
          <a:xfrm>
            <a:off x="4371975" y="4343400"/>
            <a:ext cx="952500" cy="9525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98" name="vector-908">
            <a:extLst>
              <a:ext uri="{FF2B5EF4-FFF2-40B4-BE49-F238E27FC236}">
                <ns2:creationId id="{30017A32-C19E-42D3-8E96-AF6713FDC448}"/>
              </a:ext>
            </a:extLst>
          </p:cNvPr>
          <p:cNvSpPr>
            <a:spLocks noGrp="1"/>
          </p:cNvSpPr>
          <p:nvPr/>
        </p:nvSpPr>
        <p:spPr>
          <a:xfrm>
            <a:off x="4371975" y="4343400"/>
            <a:ext cx="952500" cy="9525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99" name="icon-chart-909">
            <a:extLst>
              <a:ext uri="{FF2B5EF4-FFF2-40B4-BE49-F238E27FC236}">
                <ns2:creationId id="{572AC1AA-11D5-43E9-A787-A0E99582B677}"/>
              </a:ext>
            </a:extLst>
          </p:cNvPr>
          <p:cNvSpPr>
            <a:spLocks noGrp="1"/>
          </p:cNvSpPr>
          <p:nvPr/>
        </p:nvSpPr>
        <p:spPr>
          <a:xfrm>
            <a:off x="4610100" y="4857750"/>
            <a:ext cx="123825" cy="314325"/>
          </a:xfrm>
          <a:prstGeom prst="rect">
            <a:avLst/>
          </a:prstGeom>
          <a:solidFill>
            <a:srgbClr val="3F2F7A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100" name="icon-chart-910">
            <a:extLst>
              <a:ext uri="{FF2B5EF4-FFF2-40B4-BE49-F238E27FC236}">
                <ns2:creationId id="{D01C0150-4320-416F-BB69-C54B2A72C365}"/>
              </a:ext>
            </a:extLst>
          </p:cNvPr>
          <p:cNvSpPr>
            <a:spLocks noGrp="1"/>
          </p:cNvSpPr>
          <p:nvPr/>
        </p:nvSpPr>
        <p:spPr>
          <a:xfrm>
            <a:off x="4819650" y="4686300"/>
            <a:ext cx="123825" cy="485775"/>
          </a:xfrm>
          <a:prstGeom prst="rect">
            <a:avLst/>
          </a:prstGeom>
          <a:solidFill>
            <a:srgbClr val="5D7795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101" name="icon-chart-911">
            <a:extLst>
              <a:ext uri="{FF2B5EF4-FFF2-40B4-BE49-F238E27FC236}">
                <ns2:creationId id="{AC8A9254-6A24-411E-B014-38D90133FB6E}"/>
              </a:ext>
            </a:extLst>
          </p:cNvPr>
          <p:cNvSpPr>
            <a:spLocks noGrp="1"/>
          </p:cNvSpPr>
          <p:nvPr/>
        </p:nvSpPr>
        <p:spPr>
          <a:xfrm>
            <a:off x="5029200" y="4495800"/>
            <a:ext cx="123825" cy="676275"/>
          </a:xfrm>
          <a:prstGeom prst="rect">
            <a:avLst/>
          </a:prstGeom>
          <a:solidFill>
            <a:srgbClr val="3F2F7A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102" name="text-912">
            <a:extLst>
              <a:ext uri="{FF2B5EF4-FFF2-40B4-BE49-F238E27FC236}">
                <ns2:creationId id="{4500D67F-C238-40B1-8CF2-20C667854D19}"/>
              </a:ext>
            </a:extLst>
          </p:cNvPr>
          <p:cNvSpPr>
            <a:spLocks noGrp="1"/>
          </p:cNvSpPr>
          <p:nvPr/>
        </p:nvSpPr>
        <p:spPr>
          <a:xfrm>
            <a:off x="5495925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03" name="text-913">
            <a:extLst>
              <a:ext uri="{FF2B5EF4-FFF2-40B4-BE49-F238E27FC236}">
                <ns2:creationId id="{7CCF5B2E-7E44-4310-8C4C-CDB4B0242C8E}"/>
              </a:ext>
            </a:extLst>
          </p:cNvPr>
          <p:cNvSpPr>
            <a:spLocks noGrp="1"/>
          </p:cNvSpPr>
          <p:nvPr/>
        </p:nvSpPr>
        <p:spPr>
          <a:xfrm>
            <a:off x="5495925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结果可能依赖模型设定</a:t>
            </a:r>
            <a:endParaRPr/>
          </a:p>
        </p:txBody>
      </p:sp>
      <p:sp>
        <p:nvSpPr>
          <p:cNvPr id="104" name="line-914">
            <a:extLst>
              <a:ext uri="{FF2B5EF4-FFF2-40B4-BE49-F238E27FC236}">
                <ns2:creationId id="{4AA07BC6-1775-4B3F-AA5C-9781887185C5}"/>
              </a:ext>
            </a:extLst>
          </p:cNvPr>
          <p:cNvSpPr>
            <a:spLocks noGrp="1"/>
          </p:cNvSpPr>
          <p:nvPr/>
        </p:nvSpPr>
        <p:spPr>
          <a:xfrm>
            <a:off x="5495925" y="500062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105" name="text-915">
            <a:extLst>
              <a:ext uri="{FF2B5EF4-FFF2-40B4-BE49-F238E27FC236}">
                <ns2:creationId id="{37BC30D9-705D-4346-ABF3-41E90C0CD76D}"/>
              </a:ext>
            </a:extLst>
          </p:cNvPr>
          <p:cNvSpPr>
            <a:spLocks noGrp="1"/>
          </p:cNvSpPr>
          <p:nvPr/>
        </p:nvSpPr>
        <p:spPr>
          <a:xfrm>
            <a:off x="5495925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06" name="text-916">
            <a:extLst>
              <a:ext uri="{FF2B5EF4-FFF2-40B4-BE49-F238E27FC236}">
                <ns2:creationId id="{4B00BAA6-DD14-4931-B605-CA2BE0E2ECF3}"/>
              </a:ext>
            </a:extLst>
          </p:cNvPr>
          <p:cNvSpPr>
            <a:spLocks noGrp="1"/>
          </p:cNvSpPr>
          <p:nvPr/>
        </p:nvSpPr>
        <p:spPr>
          <a:xfrm>
            <a:off x="5495925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</a:t>
            </a:r>
            <a:endParaRPr/>
          </a:p>
        </p:txBody>
      </p:sp>
      <p:sp>
        <p:nvSpPr>
          <p:cNvPr id="107" name="panel-917">
            <a:extLst>
              <a:ext uri="{FF2B5EF4-FFF2-40B4-BE49-F238E27FC236}">
                <ns2:creationId id="{F686F0AD-D5AF-4533-9A0C-FAD5BD1DAD1C}"/>
              </a:ext>
            </a:extLst>
          </p:cNvPr>
          <p:cNvSpPr>
            <a:spLocks noGrp="1"/>
          </p:cNvSpPr>
          <p:nvPr/>
        </p:nvSpPr>
        <p:spPr>
          <a:xfrm>
            <a:off x="817245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108" name="shape-918">
            <a:extLst>
              <a:ext uri="{FF2B5EF4-FFF2-40B4-BE49-F238E27FC236}">
                <ns2:creationId id="{72702B08-C2E8-4DE8-8648-EF5FDC5E58B4}"/>
              </a:ext>
            </a:extLst>
          </p:cNvPr>
          <p:cNvSpPr>
            <a:spLocks noGrp="1"/>
          </p:cNvSpPr>
          <p:nvPr/>
        </p:nvSpPr>
        <p:spPr>
          <a:xfrm>
            <a:off x="818197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09" name="icon-compass-919">
            <a:extLst>
              <a:ext uri="{FF2B5EF4-FFF2-40B4-BE49-F238E27FC236}">
                <ns2:creationId id="{7229B405-FFE4-405B-9CE6-7843E61AFDCF}"/>
              </a:ext>
            </a:extLst>
          </p:cNvPr>
          <p:cNvSpPr>
            <a:spLocks noGrp="1"/>
          </p:cNvSpPr>
          <p:nvPr/>
        </p:nvSpPr>
        <p:spPr>
          <a:xfrm>
            <a:off x="8302181" y="3596831"/>
            <a:ext cx="226314" cy="226314"/>
          </a:xfrm>
          <a:prstGeom prst="ellipse">
            <a:avLst/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110" name="vector-920">
            <a:extLst>
              <a:ext uri="{FF2B5EF4-FFF2-40B4-BE49-F238E27FC236}">
                <ns2:creationId id="{82C24DB9-CA4A-4CF4-AC61-81A3F544C90A}"/>
              </a:ext>
            </a:extLst>
          </p:cNvPr>
          <p:cNvSpPr>
            <a:spLocks noGrp="1"/>
          </p:cNvSpPr>
          <p:nvPr/>
        </p:nvSpPr>
        <p:spPr>
          <a:xfrm>
            <a:off x="8286750" y="3581400"/>
            <a:ext cx="257175" cy="2571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3F2F7A"/>
          </a:solidFill>
          <a:ln w="14288">
            <a:noFill/>
            <a:prstDash val="solid"/>
          </a:ln>
        </p:spPr>
      </p:sp>
      <p:sp>
        <p:nvSpPr>
          <p:cNvPr id="111" name="vector-921">
            <a:extLst>
              <a:ext uri="{FF2B5EF4-FFF2-40B4-BE49-F238E27FC236}">
                <ns2:creationId id="{BD1954BF-E09C-49E7-991A-21C1CAB6B5D8}"/>
              </a:ext>
            </a:extLst>
          </p:cNvPr>
          <p:cNvSpPr>
            <a:spLocks noGrp="1"/>
          </p:cNvSpPr>
          <p:nvPr/>
        </p:nvSpPr>
        <p:spPr>
          <a:xfrm>
            <a:off x="8286750" y="3581400"/>
            <a:ext cx="257175" cy="2571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58116"/>
          </a:solidFill>
          <a:ln w="14288">
            <a:noFill/>
            <a:prstDash val="solid"/>
          </a:ln>
        </p:spPr>
      </p:sp>
      <p:sp>
        <p:nvSpPr>
          <p:cNvPr id="112" name="text-922">
            <a:extLst>
              <a:ext uri="{FF2B5EF4-FFF2-40B4-BE49-F238E27FC236}">
                <ns2:creationId id="{C0D0D8BC-7CC3-405A-BD64-FB30A4EA2468}"/>
              </a:ext>
            </a:extLst>
          </p:cNvPr>
          <p:cNvSpPr>
            <a:spLocks noGrp="1"/>
          </p:cNvSpPr>
          <p:nvPr/>
        </p:nvSpPr>
        <p:spPr>
          <a:xfrm>
            <a:off x="862965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外推边界</a:t>
            </a:r>
            <a:endParaRPr/>
          </a:p>
        </p:txBody>
      </p:sp>
      <p:sp>
        <p:nvSpPr>
          <p:cNvPr id="113" name="icon-compass-923">
            <a:extLst>
              <a:ext uri="{FF2B5EF4-FFF2-40B4-BE49-F238E27FC236}">
                <ns2:creationId id="{AAC18344-19FA-43FA-88C4-420BB0366736}"/>
              </a:ext>
            </a:extLst>
          </p:cNvPr>
          <p:cNvSpPr>
            <a:spLocks noGrp="1"/>
          </p:cNvSpPr>
          <p:nvPr/>
        </p:nvSpPr>
        <p:spPr>
          <a:xfrm>
            <a:off x="8401050" y="4400550"/>
            <a:ext cx="838200" cy="838200"/>
          </a:xfrm>
          <a:prstGeom prst="ellipse">
            <a:avLst/>
          </a:prstGeom>
          <a:noFill/>
          <a:ln w="29766">
            <a:solidFill>
              <a:srgbClr val="3F2F7A"/>
            </a:solidFill>
            <a:prstDash val="solid"/>
          </a:ln>
        </p:spPr>
      </p:sp>
      <p:sp>
        <p:nvSpPr>
          <p:cNvPr id="114" name="vector-924">
            <a:extLst>
              <a:ext uri="{FF2B5EF4-FFF2-40B4-BE49-F238E27FC236}">
                <ns2:creationId id="{22DEAC6A-22C7-4806-8EFB-67FE770D9F91}"/>
              </a:ext>
            </a:extLst>
          </p:cNvPr>
          <p:cNvSpPr>
            <a:spLocks noGrp="1"/>
          </p:cNvSpPr>
          <p:nvPr/>
        </p:nvSpPr>
        <p:spPr>
          <a:xfrm>
            <a:off x="8343900" y="4343400"/>
            <a:ext cx="952500" cy="9525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3F2F7A"/>
          </a:solidFill>
          <a:ln w="14288">
            <a:noFill/>
            <a:prstDash val="solid"/>
          </a:ln>
        </p:spPr>
      </p:sp>
      <p:sp>
        <p:nvSpPr>
          <p:cNvPr id="115" name="vector-925">
            <a:extLst>
              <a:ext uri="{FF2B5EF4-FFF2-40B4-BE49-F238E27FC236}">
                <ns2:creationId id="{5439BED5-EEB8-407D-A256-CDBFFEFA2951}"/>
              </a:ext>
            </a:extLst>
          </p:cNvPr>
          <p:cNvSpPr>
            <a:spLocks noGrp="1"/>
          </p:cNvSpPr>
          <p:nvPr/>
        </p:nvSpPr>
        <p:spPr>
          <a:xfrm>
            <a:off x="8343900" y="4343400"/>
            <a:ext cx="952500" cy="9525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58116"/>
          </a:solidFill>
          <a:ln w="14288">
            <a:noFill/>
            <a:prstDash val="solid"/>
          </a:ln>
        </p:spPr>
      </p:sp>
      <p:sp>
        <p:nvSpPr>
          <p:cNvPr id="116" name="text-926">
            <a:extLst>
              <a:ext uri="{FF2B5EF4-FFF2-40B4-BE49-F238E27FC236}">
                <ns2:creationId id="{00316DE5-6D9E-401A-9F72-5085BC8A8633}"/>
              </a:ext>
            </a:extLst>
          </p:cNvPr>
          <p:cNvSpPr>
            <a:spLocks noGrp="1"/>
          </p:cNvSpPr>
          <p:nvPr/>
        </p:nvSpPr>
        <p:spPr>
          <a:xfrm>
            <a:off x="9467850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17" name="text-927">
            <a:extLst>
              <a:ext uri="{FF2B5EF4-FFF2-40B4-BE49-F238E27FC236}">
                <ns2:creationId id="{19BDF6EC-D81A-47A1-B268-AF019CCC8FB9}"/>
              </a:ext>
            </a:extLst>
          </p:cNvPr>
          <p:cNvSpPr>
            <a:spLocks noGrp="1"/>
          </p:cNvSpPr>
          <p:nvPr/>
        </p:nvSpPr>
        <p:spPr>
          <a:xfrm>
            <a:off x="9467850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情景条件可能改变</a:t>
            </a:r>
            <a:endParaRPr/>
          </a:p>
        </p:txBody>
      </p:sp>
      <p:sp>
        <p:nvSpPr>
          <p:cNvPr id="118" name="line-928">
            <a:extLst>
              <a:ext uri="{FF2B5EF4-FFF2-40B4-BE49-F238E27FC236}">
                <ns2:creationId id="{F7F65DE1-557F-4365-BAE7-A4971B1D844A}"/>
              </a:ext>
            </a:extLst>
          </p:cNvPr>
          <p:cNvSpPr>
            <a:spLocks noGrp="1"/>
          </p:cNvSpPr>
          <p:nvPr/>
        </p:nvSpPr>
        <p:spPr>
          <a:xfrm>
            <a:off x="9467850" y="500062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119" name="text-929">
            <a:extLst>
              <a:ext uri="{FF2B5EF4-FFF2-40B4-BE49-F238E27FC236}">
                <ns2:creationId id="{6368B308-95EA-47E7-959F-9637854D3244}"/>
              </a:ext>
            </a:extLst>
          </p:cNvPr>
          <p:cNvSpPr>
            <a:spLocks noGrp="1"/>
          </p:cNvSpPr>
          <p:nvPr/>
        </p:nvSpPr>
        <p:spPr>
          <a:xfrm>
            <a:off x="9467850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20" name="text-930">
            <a:extLst>
              <a:ext uri="{FF2B5EF4-FFF2-40B4-BE49-F238E27FC236}">
                <ns2:creationId id="{644D21A1-AEA6-4944-879A-00D34C139367}"/>
              </a:ext>
            </a:extLst>
          </p:cNvPr>
          <p:cNvSpPr>
            <a:spLocks noGrp="1"/>
          </p:cNvSpPr>
          <p:nvPr/>
        </p:nvSpPr>
        <p:spPr>
          <a:xfrm>
            <a:off x="9467850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明确适用范围</a:t>
            </a:r>
            <a:endParaRPr/>
          </a:p>
        </p:txBody>
      </p:sp>
      <p:sp>
        <p:nvSpPr>
          <p:cNvPr id="121" name="shape-931">
            <a:extLst>
              <a:ext uri="{FF2B5EF4-FFF2-40B4-BE49-F238E27FC236}">
                <ns2:creationId id="{C8213CC0-1B34-4D54-A182-5EAB81ABF21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22" name="text-932">
            <a:extLst>
              <a:ext uri="{FF2B5EF4-FFF2-40B4-BE49-F238E27FC236}">
                <ns2:creationId id="{C9BF64A0-E60E-4543-AA4C-773F5ED4706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下一步工作围绕可识别的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58116"/>
                </a:solidFill>
              </a:rPr>
              <a:t>证据缺口</a:t>
            </a: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展开</a:t>
            </a:r>
            <a:endParaRPr/>
          </a:p>
        </p:txBody>
      </p:sp>
      <p:sp>
        <p:nvSpPr>
          <p:cNvPr id="123" name="text-933">
            <a:extLst>
              <a:ext uri="{FF2B5EF4-FFF2-40B4-BE49-F238E27FC236}">
                <ns2:creationId id="{D3D20350-7165-44E3-9DFD-FB9E0CDD097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24" name="text-934">
            <a:extLst>
              <a:ext uri="{FF2B5EF4-FFF2-40B4-BE49-F238E27FC236}">
                <ns2:creationId id="{1B518F5D-5E79-413C-AE7C-CFB44DE15D2E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3:creationId val="1684708780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1" name="text-935">
            <a:extLst>
              <a:ext uri="{FF2B5EF4-FFF2-40B4-BE49-F238E27FC236}">
                <ns2:creationId id="{3AF47E1C-A3E5-4F58-84B3-C54D42EF45B8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研究展望｜格局描述与机制检验</a:t>
            </a:r>
            <a:endParaRPr/>
          </a:p>
        </p:txBody>
      </p:sp>
      <p:sp>
        <p:nvSpPr>
          <p:cNvPr id="2" name="line-936">
            <a:extLst>
              <a:ext uri="{FF2B5EF4-FFF2-40B4-BE49-F238E27FC236}">
                <ns2:creationId id="{EA2E9FD2-DAE1-4096-AF3C-A9469BDDCECE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3F2F7A"/>
            </a:solidFill>
            <a:prstDash val="solid"/>
          </a:ln>
        </p:spPr>
      </p:sp>
      <p:sp>
        <p:nvSpPr>
          <p:cNvPr id="3" name="shape-937">
            <a:extLst>
              <a:ext uri="{FF2B5EF4-FFF2-40B4-BE49-F238E27FC236}">
                <ns2:creationId id="{07E1F067-AE02-49AA-AF62-77EA20BEE230}"/>
              </a:ext>
            </a:extLst>
          </p:cNvPr>
          <p:cNvSpPr>
            <a:spLocks noGrp="1"/>
          </p:cNvSpPr>
          <p:nvPr/>
        </p:nvSpPr>
        <p:spPr>
          <a:xfrm>
            <a:off x="228600" y="952500"/>
            <a:ext cx="1457325" cy="1476375"/>
          </a:xfrm>
          <a:prstGeom prst="rect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4" name="icon-search-938">
            <a:extLst>
              <a:ext uri="{FF2B5EF4-FFF2-40B4-BE49-F238E27FC236}">
                <ns2:creationId id="{CC4D31F5-4DCE-4A5B-B0F3-135EAFC9AAC9}"/>
              </a:ext>
            </a:extLst>
          </p:cNvPr>
          <p:cNvSpPr>
            <a:spLocks noGrp="1"/>
          </p:cNvSpPr>
          <p:nvPr/>
        </p:nvSpPr>
        <p:spPr>
          <a:xfrm>
            <a:off x="713423" y="1122998"/>
            <a:ext cx="270701" cy="270701"/>
          </a:xfrm>
          <a:prstGeom prst="ellipse">
            <a:avLst/>
          </a:prstGeom>
          <a:noFill/>
          <a:ln w="14585">
            <a:solidFill>
              <a:srgbClr val="3F2F7A"/>
            </a:solidFill>
            <a:prstDash val="solid"/>
          </a:ln>
        </p:spPr>
      </p:sp>
      <p:sp>
        <p:nvSpPr>
          <p:cNvPr id="5" name="vector-939">
            <a:extLst>
              <a:ext uri="{FF2B5EF4-FFF2-40B4-BE49-F238E27FC236}">
                <ns2:creationId id="{0803A262-CF0E-40B2-A236-A04579E3FA48}"/>
              </a:ext>
            </a:extLst>
          </p:cNvPr>
          <p:cNvSpPr>
            <a:spLocks noGrp="1"/>
          </p:cNvSpPr>
          <p:nvPr/>
        </p:nvSpPr>
        <p:spPr>
          <a:xfrm>
            <a:off x="666750" y="1076325"/>
            <a:ext cx="466725" cy="466725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6" name="text-940">
            <a:extLst>
              <a:ext uri="{FF2B5EF4-FFF2-40B4-BE49-F238E27FC236}">
                <ns2:creationId id="{64250BAB-4BD9-4AFC-8C11-63DC11D8BCDD}"/>
              </a:ext>
            </a:extLst>
          </p:cNvPr>
          <p:cNvSpPr>
            <a:spLocks noGrp="1"/>
          </p:cNvSpPr>
          <p:nvPr/>
        </p:nvSpPr>
        <p:spPr>
          <a:xfrm>
            <a:off x="352425" y="1666875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观察层面</a:t>
            </a:r>
            <a:endParaRPr/>
          </a:p>
        </p:txBody>
      </p:sp>
      <p:sp>
        <p:nvSpPr>
          <p:cNvPr id="7" name="text-941">
            <a:extLst>
              <a:ext uri="{FF2B5EF4-FFF2-40B4-BE49-F238E27FC236}">
                <ns2:creationId id="{B67C43D4-3F01-4AA4-8B5A-875B608582BD}"/>
              </a:ext>
            </a:extLst>
          </p:cNvPr>
          <p:cNvSpPr>
            <a:spLocks noGrp="1"/>
          </p:cNvSpPr>
          <p:nvPr/>
        </p:nvSpPr>
        <p:spPr>
          <a:xfrm>
            <a:off x="333375" y="207645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回答“是什么”</a:t>
            </a:r>
            <a:endParaRPr/>
          </a:p>
        </p:txBody>
      </p:sp>
      <p:sp>
        <p:nvSpPr>
          <p:cNvPr id="8" name="vector-942">
            <a:extLst>
              <a:ext uri="{FF2B5EF4-FFF2-40B4-BE49-F238E27FC236}">
                <ns2:creationId id="{6CE26792-D546-4758-80ED-5ABBCCB151C3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0EEF7"/>
          </a:solidFill>
          <a:ln w="19050">
            <a:solidFill>
              <a:srgbClr val="3F2F7A"/>
            </a:solidFill>
            <a:prstDash val="solid"/>
          </a:ln>
        </p:spPr>
      </p:sp>
      <p:sp>
        <p:nvSpPr>
          <p:cNvPr id="9" name="vector-943">
            <a:extLst>
              <a:ext uri="{FF2B5EF4-FFF2-40B4-BE49-F238E27FC236}">
                <ns2:creationId id="{2E2A0E8E-33E4-4AFA-8F52-EC3B09DC1397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2860">
            <a:solidFill>
              <a:srgbClr val="3F2F7A"/>
            </a:solidFill>
            <a:prstDash val="solid"/>
          </a:ln>
        </p:spPr>
      </p:sp>
      <p:sp>
        <p:nvSpPr>
          <p:cNvPr id="10" name="vector-944">
            <a:extLst>
              <a:ext uri="{FF2B5EF4-FFF2-40B4-BE49-F238E27FC236}">
                <ns2:creationId id="{E05650E2-0797-43E9-B0CD-C86796D637FB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2860">
            <a:solidFill>
              <a:srgbClr val="3F2F7A"/>
            </a:solidFill>
            <a:prstDash val="solid"/>
          </a:ln>
        </p:spPr>
      </p:sp>
      <p:sp>
        <p:nvSpPr>
          <p:cNvPr id="11" name="icon-map-945">
            <a:extLst>
              <a:ext uri="{FF2B5EF4-FFF2-40B4-BE49-F238E27FC236}">
                <ns2:creationId id="{7B967702-2E53-4940-8781-6922ACE241CC}"/>
              </a:ext>
            </a:extLst>
          </p:cNvPr>
          <p:cNvSpPr>
            <a:spLocks noGrp="1"/>
          </p:cNvSpPr>
          <p:nvPr/>
        </p:nvSpPr>
        <p:spPr>
          <a:xfrm>
            <a:off x="2198370" y="1355217"/>
            <a:ext cx="150876" cy="150876"/>
          </a:xfrm>
          <a:prstGeom prst="ellipse">
            <a:avLst/>
          </a:prstGeom>
          <a:solidFill>
            <a:srgbClr val="3F2F7A"/>
          </a:solidFill>
          <a:ln w="21431">
            <a:solidFill>
              <a:srgbClr val="3F2F7A"/>
            </a:solidFill>
            <a:prstDash val="solid"/>
          </a:ln>
        </p:spPr>
      </p:sp>
      <p:sp>
        <p:nvSpPr>
          <p:cNvPr id="12" name="text-946">
            <a:extLst>
              <a:ext uri="{FF2B5EF4-FFF2-40B4-BE49-F238E27FC236}">
                <ns2:creationId id="{7537188A-1D96-43B8-A83F-10C2CBFFD9AC}"/>
              </a:ext>
            </a:extLst>
          </p:cNvPr>
          <p:cNvSpPr>
            <a:spLocks noGrp="1"/>
          </p:cNvSpPr>
          <p:nvPr/>
        </p:nvSpPr>
        <p:spPr>
          <a:xfrm>
            <a:off x="1838325" y="1981200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格局描述</a:t>
            </a:r>
            <a:endParaRPr/>
          </a:p>
        </p:txBody>
      </p:sp>
      <p:sp>
        <p:nvSpPr>
          <p:cNvPr id="13" name="arrow-947">
            <a:extLst>
              <a:ext uri="{FF2B5EF4-FFF2-40B4-BE49-F238E27FC236}">
                <ns2:creationId id="{C671E254-1C49-43EF-9FF3-82BF35BDACAE}"/>
              </a:ext>
            </a:extLst>
          </p:cNvPr>
          <p:cNvSpPr>
            <a:spLocks noGrp="1"/>
          </p:cNvSpPr>
          <p:nvPr/>
        </p:nvSpPr>
        <p:spPr>
          <a:xfrm>
            <a:off x="4124325" y="1181100"/>
            <a:ext cx="4057650" cy="962025"/>
          </a:xfrm>
          <a:prstGeom prst="rightArrow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4" name="text-948">
            <a:extLst>
              <a:ext uri="{FF2B5EF4-FFF2-40B4-BE49-F238E27FC236}">
                <ns2:creationId id="{09C5818E-F59B-4D5F-893C-69E65F388FB4}"/>
              </a:ext>
            </a:extLst>
          </p:cNvPr>
          <p:cNvSpPr>
            <a:spLocks noGrp="1"/>
          </p:cNvSpPr>
          <p:nvPr/>
        </p:nvSpPr>
        <p:spPr>
          <a:xfrm>
            <a:off x="4371975" y="1323975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增加梯度与重复观测</a:t>
            </a:r>
            <a:endParaRPr/>
          </a:p>
        </p:txBody>
      </p:sp>
      <p:sp>
        <p:nvSpPr>
          <p:cNvPr id="15" name="text-949">
            <a:extLst>
              <a:ext uri="{FF2B5EF4-FFF2-40B4-BE49-F238E27FC236}">
                <ns2:creationId id="{D4E65885-4BF8-4C9E-92DA-A4E7C68631A4}"/>
              </a:ext>
            </a:extLst>
          </p:cNvPr>
          <p:cNvSpPr>
            <a:spLocks noGrp="1"/>
          </p:cNvSpPr>
          <p:nvPr/>
        </p:nvSpPr>
        <p:spPr>
          <a:xfrm>
            <a:off x="4371975" y="1743075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扩展空间范围与观测时间</a:t>
            </a:r>
            <a:endParaRPr/>
          </a:p>
        </p:txBody>
      </p:sp>
      <p:sp>
        <p:nvSpPr>
          <p:cNvPr id="16" name="vector-950">
            <a:extLst>
              <a:ext uri="{FF2B5EF4-FFF2-40B4-BE49-F238E27FC236}">
                <ns2:creationId id="{254DBD64-B723-4E27-8933-275FB70D6A3C}"/>
              </a:ext>
            </a:extLst>
          </p:cNvPr>
          <p:cNvSpPr>
            <a:spLocks noGrp="1"/>
          </p:cNvSpPr>
          <p:nvPr/>
        </p:nvSpPr>
        <p:spPr>
          <a:xfrm>
            <a:off x="9020175" y="1104900"/>
            <a:ext cx="742950" cy="7429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17" name="vector-951">
            <a:extLst>
              <a:ext uri="{FF2B5EF4-FFF2-40B4-BE49-F238E27FC236}">
                <ns2:creationId id="{D2DCBE5A-9448-4E59-977A-6F49C9FC4637}"/>
              </a:ext>
            </a:extLst>
          </p:cNvPr>
          <p:cNvSpPr>
            <a:spLocks noGrp="1"/>
          </p:cNvSpPr>
          <p:nvPr/>
        </p:nvSpPr>
        <p:spPr>
          <a:xfrm>
            <a:off x="9020175" y="1104900"/>
            <a:ext cx="742950" cy="7429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18" name="icon-chart-952">
            <a:extLst>
              <a:ext uri="{FF2B5EF4-FFF2-40B4-BE49-F238E27FC236}">
                <ns2:creationId id="{A0724D74-407E-4148-A643-6CE8E44223CF}"/>
              </a:ext>
            </a:extLst>
          </p:cNvPr>
          <p:cNvSpPr>
            <a:spLocks noGrp="1"/>
          </p:cNvSpPr>
          <p:nvPr/>
        </p:nvSpPr>
        <p:spPr>
          <a:xfrm>
            <a:off x="9205913" y="1506093"/>
            <a:ext cx="96584" cy="245173"/>
          </a:xfrm>
          <a:prstGeom prst="rect">
            <a:avLst/>
          </a:prstGeom>
          <a:solidFill>
            <a:srgbClr val="3F2F7A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19" name="icon-chart-953">
            <a:extLst>
              <a:ext uri="{FF2B5EF4-FFF2-40B4-BE49-F238E27FC236}">
                <ns2:creationId id="{FEF4284F-1601-43CF-9BE8-42D45A540AD2}"/>
              </a:ext>
            </a:extLst>
          </p:cNvPr>
          <p:cNvSpPr>
            <a:spLocks noGrp="1"/>
          </p:cNvSpPr>
          <p:nvPr/>
        </p:nvSpPr>
        <p:spPr>
          <a:xfrm>
            <a:off x="9369362" y="1372362"/>
            <a:ext cx="96584" cy="378905"/>
          </a:xfrm>
          <a:prstGeom prst="rect">
            <a:avLst/>
          </a:prstGeom>
          <a:solidFill>
            <a:srgbClr val="5D7795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20" name="icon-chart-954">
            <a:extLst>
              <a:ext uri="{FF2B5EF4-FFF2-40B4-BE49-F238E27FC236}">
                <ns2:creationId id="{EAA8A69C-666B-46AB-A374-B51305504CFB}"/>
              </a:ext>
            </a:extLst>
          </p:cNvPr>
          <p:cNvSpPr>
            <a:spLocks noGrp="1"/>
          </p:cNvSpPr>
          <p:nvPr/>
        </p:nvSpPr>
        <p:spPr>
          <a:xfrm>
            <a:off x="9532811" y="1223772"/>
            <a:ext cx="96584" cy="527495"/>
          </a:xfrm>
          <a:prstGeom prst="rect">
            <a:avLst/>
          </a:prstGeom>
          <a:solidFill>
            <a:srgbClr val="3F2F7A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21" name="text-955">
            <a:extLst>
              <a:ext uri="{FF2B5EF4-FFF2-40B4-BE49-F238E27FC236}">
                <ns2:creationId id="{F46D1F4F-BCF8-4712-AF2E-D0047E45F061}"/>
              </a:ext>
            </a:extLst>
          </p:cNvPr>
          <p:cNvSpPr>
            <a:spLocks noGrp="1"/>
          </p:cNvSpPr>
          <p:nvPr/>
        </p:nvSpPr>
        <p:spPr>
          <a:xfrm>
            <a:off x="8505825" y="1962150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过程变化</a:t>
            </a:r>
            <a:endParaRPr/>
          </a:p>
        </p:txBody>
      </p:sp>
      <p:sp>
        <p:nvSpPr>
          <p:cNvPr id="22" name="line-956">
            <a:extLst>
              <a:ext uri="{FF2B5EF4-FFF2-40B4-BE49-F238E27FC236}">
                <ns2:creationId id="{1DC55161-BEDE-4EB9-887B-2C8574E92BB7}"/>
              </a:ext>
            </a:extLst>
          </p:cNvPr>
          <p:cNvSpPr>
            <a:spLocks noGrp="1"/>
          </p:cNvSpPr>
          <p:nvPr/>
        </p:nvSpPr>
        <p:spPr>
          <a:xfrm>
            <a:off x="228600" y="2476500"/>
            <a:ext cx="11734800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23" name="shape-957">
            <a:extLst>
              <a:ext uri="{FF2B5EF4-FFF2-40B4-BE49-F238E27FC236}">
                <ns2:creationId id="{334D07F8-6DCF-4CD1-8673-64E35F753C2C}"/>
              </a:ext>
            </a:extLst>
          </p:cNvPr>
          <p:cNvSpPr>
            <a:spLocks noGrp="1"/>
          </p:cNvSpPr>
          <p:nvPr/>
        </p:nvSpPr>
        <p:spPr>
          <a:xfrm>
            <a:off x="228600" y="2562225"/>
            <a:ext cx="1457325" cy="1476375"/>
          </a:xfrm>
          <a:prstGeom prst="rect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24" name="vector-958">
            <a:extLst>
              <a:ext uri="{FF2B5EF4-FFF2-40B4-BE49-F238E27FC236}">
                <ns2:creationId id="{FB76C65A-F92B-41BB-9FFA-47C2A0BAA9EA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25" name="vector-959">
            <a:extLst>
              <a:ext uri="{FF2B5EF4-FFF2-40B4-BE49-F238E27FC236}">
                <ns2:creationId id="{5F048AC2-95B9-4672-B89C-D4344D478E9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26" name="vector-960">
            <a:extLst>
              <a:ext uri="{FF2B5EF4-FFF2-40B4-BE49-F238E27FC236}">
                <ns2:creationId id="{85ED0A9A-BDB9-4C83-9EAD-BDF9FCC65CB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27" name="vector-961">
            <a:extLst>
              <a:ext uri="{FF2B5EF4-FFF2-40B4-BE49-F238E27FC236}">
                <ns2:creationId id="{C7D9F323-AF43-4176-A8FA-2544B6182C16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28" name="vector-962">
            <a:extLst>
              <a:ext uri="{FF2B5EF4-FFF2-40B4-BE49-F238E27FC236}">
                <ns2:creationId id="{05965491-51F1-4ECA-BD07-44E244EF3415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29" name="vector-963">
            <a:extLst>
              <a:ext uri="{FF2B5EF4-FFF2-40B4-BE49-F238E27FC236}">
                <ns2:creationId id="{52F89D1C-D76B-4D64-A5F3-61AF611CDF4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30" name="vector-964">
            <a:extLst>
              <a:ext uri="{FF2B5EF4-FFF2-40B4-BE49-F238E27FC236}">
                <ns2:creationId id="{D9CF4BB0-DC92-4173-9673-2F9C18357E06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31" name="icon-network-965">
            <a:extLst>
              <a:ext uri="{FF2B5EF4-FFF2-40B4-BE49-F238E27FC236}">
                <ns2:creationId id="{ABB5165E-DCFF-42BC-8A6F-BD9A02AF5B29}"/>
              </a:ext>
            </a:extLst>
          </p:cNvPr>
          <p:cNvSpPr>
            <a:spLocks noGrp="1"/>
          </p:cNvSpPr>
          <p:nvPr/>
        </p:nvSpPr>
        <p:spPr>
          <a:xfrm>
            <a:off x="694754" y="2826068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32" name="icon-network-966">
            <a:extLst>
              <a:ext uri="{FF2B5EF4-FFF2-40B4-BE49-F238E27FC236}">
                <ns2:creationId id="{1010E9BB-7FF1-4F3D-9444-CC03592266E8}"/>
              </a:ext>
            </a:extLst>
          </p:cNvPr>
          <p:cNvSpPr>
            <a:spLocks noGrp="1"/>
          </p:cNvSpPr>
          <p:nvPr/>
        </p:nvSpPr>
        <p:spPr>
          <a:xfrm>
            <a:off x="844106" y="2709386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33" name="icon-network-967">
            <a:extLst>
              <a:ext uri="{FF2B5EF4-FFF2-40B4-BE49-F238E27FC236}">
                <ns2:creationId id="{2D096CA0-2AD7-448A-819E-BA336AEAAED5}"/>
              </a:ext>
            </a:extLst>
          </p:cNvPr>
          <p:cNvSpPr>
            <a:spLocks noGrp="1"/>
          </p:cNvSpPr>
          <p:nvPr/>
        </p:nvSpPr>
        <p:spPr>
          <a:xfrm>
            <a:off x="1026128" y="2793397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34" name="icon-network-968">
            <a:extLst>
              <a:ext uri="{FF2B5EF4-FFF2-40B4-BE49-F238E27FC236}">
                <ns2:creationId id="{3E60C336-7BED-4F84-A851-9D670ABF55CA}"/>
              </a:ext>
            </a:extLst>
          </p:cNvPr>
          <p:cNvSpPr>
            <a:spLocks noGrp="1"/>
          </p:cNvSpPr>
          <p:nvPr/>
        </p:nvSpPr>
        <p:spPr>
          <a:xfrm>
            <a:off x="956120" y="3040761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35" name="icon-network-969">
            <a:extLst>
              <a:ext uri="{FF2B5EF4-FFF2-40B4-BE49-F238E27FC236}">
                <ns2:creationId id="{327DFD07-BEDE-433E-9FAD-0220318A43F2}"/>
              </a:ext>
            </a:extLst>
          </p:cNvPr>
          <p:cNvSpPr>
            <a:spLocks noGrp="1"/>
          </p:cNvSpPr>
          <p:nvPr/>
        </p:nvSpPr>
        <p:spPr>
          <a:xfrm>
            <a:off x="746093" y="3036094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36" name="text-970">
            <a:extLst>
              <a:ext uri="{FF2B5EF4-FFF2-40B4-BE49-F238E27FC236}">
                <ns2:creationId id="{1A716FAC-CB48-4409-9214-221F8197547F}"/>
              </a:ext>
            </a:extLst>
          </p:cNvPr>
          <p:cNvSpPr>
            <a:spLocks noGrp="1"/>
          </p:cNvSpPr>
          <p:nvPr/>
        </p:nvSpPr>
        <p:spPr>
          <a:xfrm>
            <a:off x="352425" y="3276600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解释层面</a:t>
            </a:r>
            <a:endParaRPr/>
          </a:p>
        </p:txBody>
      </p:sp>
      <p:sp>
        <p:nvSpPr>
          <p:cNvPr id="37" name="text-971">
            <a:extLst>
              <a:ext uri="{FF2B5EF4-FFF2-40B4-BE49-F238E27FC236}">
                <ns2:creationId id="{7724C9E5-1049-47EB-B3A5-AE267F97A416}"/>
              </a:ext>
            </a:extLst>
          </p:cNvPr>
          <p:cNvSpPr>
            <a:spLocks noGrp="1"/>
          </p:cNvSpPr>
          <p:nvPr/>
        </p:nvSpPr>
        <p:spPr>
          <a:xfrm>
            <a:off x="333375" y="3686175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回答“为什么”</a:t>
            </a:r>
            <a:endParaRPr/>
          </a:p>
        </p:txBody>
      </p:sp>
      <p:sp>
        <p:nvSpPr>
          <p:cNvPr id="38" name="vector-972">
            <a:extLst>
              <a:ext uri="{FF2B5EF4-FFF2-40B4-BE49-F238E27FC236}">
                <ns2:creationId id="{E42918A6-F4DC-40BC-BB49-8CDBF6F34868}"/>
              </a:ext>
            </a:extLst>
          </p:cNvPr>
          <p:cNvSpPr>
            <a:spLocks noGrp="1"/>
          </p:cNvSpPr>
          <p:nvPr/>
        </p:nvSpPr>
        <p:spPr>
          <a:xfrm>
            <a:off x="1924050" y="2800350"/>
            <a:ext cx="685800" cy="6858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2860">
            <a:solidFill>
              <a:srgbClr val="3F2F7A"/>
            </a:solidFill>
            <a:prstDash val="solid"/>
          </a:ln>
        </p:spPr>
      </p:sp>
      <p:sp>
        <p:nvSpPr>
          <p:cNvPr id="39" name="vector-973">
            <a:extLst>
              <a:ext uri="{FF2B5EF4-FFF2-40B4-BE49-F238E27FC236}">
                <ns2:creationId id="{33AB31C0-74BC-426D-88F0-B5E0B014C03C}"/>
              </a:ext>
            </a:extLst>
          </p:cNvPr>
          <p:cNvSpPr>
            <a:spLocks noGrp="1"/>
          </p:cNvSpPr>
          <p:nvPr/>
        </p:nvSpPr>
        <p:spPr>
          <a:xfrm>
            <a:off x="1924050" y="2800350"/>
            <a:ext cx="685800" cy="6858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2860">
            <a:solidFill>
              <a:srgbClr val="3F2F7A"/>
            </a:solidFill>
            <a:prstDash val="solid"/>
          </a:ln>
        </p:spPr>
      </p:sp>
      <p:sp>
        <p:nvSpPr>
          <p:cNvPr id="40" name="icon-chart-974">
            <a:extLst>
              <a:ext uri="{FF2B5EF4-FFF2-40B4-BE49-F238E27FC236}">
                <ns2:creationId id="{33A0C8B6-6ECA-45D8-B24E-AA02E9683BE6}"/>
              </a:ext>
            </a:extLst>
          </p:cNvPr>
          <p:cNvSpPr>
            <a:spLocks noGrp="1"/>
          </p:cNvSpPr>
          <p:nvPr/>
        </p:nvSpPr>
        <p:spPr>
          <a:xfrm>
            <a:off x="2095500" y="3170682"/>
            <a:ext cx="89154" cy="226314"/>
          </a:xfrm>
          <a:prstGeom prst="rect">
            <a:avLst/>
          </a:prstGeom>
          <a:solidFill>
            <a:srgbClr val="3F2F7A"/>
          </a:solidFill>
          <a:ln w="21431">
            <a:solidFill>
              <a:srgbClr val="3F2F7A"/>
            </a:solidFill>
            <a:prstDash val="solid"/>
          </a:ln>
        </p:spPr>
      </p:sp>
      <p:sp>
        <p:nvSpPr>
          <p:cNvPr id="41" name="icon-chart-975">
            <a:extLst>
              <a:ext uri="{FF2B5EF4-FFF2-40B4-BE49-F238E27FC236}">
                <ns2:creationId id="{A6E642A3-C57C-4FC2-AEB1-A94A79C298B5}"/>
              </a:ext>
            </a:extLst>
          </p:cNvPr>
          <p:cNvSpPr>
            <a:spLocks noGrp="1"/>
          </p:cNvSpPr>
          <p:nvPr/>
        </p:nvSpPr>
        <p:spPr>
          <a:xfrm>
            <a:off x="2246376" y="3047238"/>
            <a:ext cx="89154" cy="349758"/>
          </a:xfrm>
          <a:prstGeom prst="rect">
            <a:avLst/>
          </a:prstGeom>
          <a:solidFill>
            <a:srgbClr val="5D7795"/>
          </a:solidFill>
          <a:ln w="21431">
            <a:solidFill>
              <a:srgbClr val="3F2F7A"/>
            </a:solidFill>
            <a:prstDash val="solid"/>
          </a:ln>
        </p:spPr>
      </p:sp>
      <p:sp>
        <p:nvSpPr>
          <p:cNvPr id="42" name="icon-chart-976">
            <a:extLst>
              <a:ext uri="{FF2B5EF4-FFF2-40B4-BE49-F238E27FC236}">
                <ns2:creationId id="{697166EA-1E55-48F0-AEB8-ABA267EE1F25}"/>
              </a:ext>
            </a:extLst>
          </p:cNvPr>
          <p:cNvSpPr>
            <a:spLocks noGrp="1"/>
          </p:cNvSpPr>
          <p:nvPr/>
        </p:nvSpPr>
        <p:spPr>
          <a:xfrm>
            <a:off x="2397252" y="2910078"/>
            <a:ext cx="89154" cy="486918"/>
          </a:xfrm>
          <a:prstGeom prst="rect">
            <a:avLst/>
          </a:prstGeom>
          <a:solidFill>
            <a:srgbClr val="3F2F7A"/>
          </a:solidFill>
          <a:ln w="21431">
            <a:solidFill>
              <a:srgbClr val="3F2F7A"/>
            </a:solidFill>
            <a:prstDash val="solid"/>
          </a:ln>
        </p:spPr>
      </p:sp>
      <p:sp>
        <p:nvSpPr>
          <p:cNvPr id="43" name="text-977">
            <a:extLst>
              <a:ext uri="{FF2B5EF4-FFF2-40B4-BE49-F238E27FC236}">
                <ns2:creationId id="{46C9AA54-C8DD-4803-B463-1FDBB68091C6}"/>
              </a:ext>
            </a:extLst>
          </p:cNvPr>
          <p:cNvSpPr>
            <a:spLocks noGrp="1"/>
          </p:cNvSpPr>
          <p:nvPr/>
        </p:nvSpPr>
        <p:spPr>
          <a:xfrm>
            <a:off x="1838325" y="3590925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相关关系</a:t>
            </a:r>
            <a:endParaRPr/>
          </a:p>
        </p:txBody>
      </p:sp>
      <p:sp>
        <p:nvSpPr>
          <p:cNvPr id="44" name="arrow-978">
            <a:extLst>
              <a:ext uri="{FF2B5EF4-FFF2-40B4-BE49-F238E27FC236}">
                <ns2:creationId id="{EA216D0F-7421-4855-BA63-6B58F65C262E}"/>
              </a:ext>
            </a:extLst>
          </p:cNvPr>
          <p:cNvSpPr>
            <a:spLocks noGrp="1"/>
          </p:cNvSpPr>
          <p:nvPr/>
        </p:nvSpPr>
        <p:spPr>
          <a:xfrm>
            <a:off x="4124325" y="2790825"/>
            <a:ext cx="4057650" cy="962025"/>
          </a:xfrm>
          <a:prstGeom prst="rightArrow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45" name="text-979">
            <a:extLst>
              <a:ext uri="{FF2B5EF4-FFF2-40B4-BE49-F238E27FC236}">
                <ns2:creationId id="{566EAB58-6A40-406F-957F-BB90A4BA091A}"/>
              </a:ext>
            </a:extLst>
          </p:cNvPr>
          <p:cNvSpPr>
            <a:spLocks noGrp="1"/>
          </p:cNvSpPr>
          <p:nvPr/>
        </p:nvSpPr>
        <p:spPr>
          <a:xfrm>
            <a:off x="4371975" y="2933700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比较竞争假说与对照情景</a:t>
            </a:r>
            <a:endParaRPr/>
          </a:p>
        </p:txBody>
      </p:sp>
      <p:sp>
        <p:nvSpPr>
          <p:cNvPr id="46" name="text-980">
            <a:extLst>
              <a:ext uri="{FF2B5EF4-FFF2-40B4-BE49-F238E27FC236}">
                <ns2:creationId id="{B894DF09-EA82-4189-A1ED-CEBDD4B03CC9}"/>
              </a:ext>
            </a:extLst>
          </p:cNvPr>
          <p:cNvSpPr>
            <a:spLocks noGrp="1"/>
          </p:cNvSpPr>
          <p:nvPr/>
        </p:nvSpPr>
        <p:spPr>
          <a:xfrm>
            <a:off x="4371975" y="3352800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区分多个可能解释</a:t>
            </a:r>
            <a:endParaRPr/>
          </a:p>
        </p:txBody>
      </p:sp>
      <p:sp>
        <p:nvSpPr>
          <p:cNvPr id="47" name="vector-981">
            <a:extLst>
              <a:ext uri="{FF2B5EF4-FFF2-40B4-BE49-F238E27FC236}">
                <ns2:creationId id="{84F173EC-1701-451B-A3DF-E2C6FFDE02E0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48" name="vector-982">
            <a:extLst>
              <a:ext uri="{FF2B5EF4-FFF2-40B4-BE49-F238E27FC236}">
                <ns2:creationId id="{F83D9E24-8984-44C8-AFCF-784E58C98D01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49" name="vector-983">
            <a:extLst>
              <a:ext uri="{FF2B5EF4-FFF2-40B4-BE49-F238E27FC236}">
                <ns2:creationId id="{C6CDBDD0-CA7E-467D-87B8-376F9288B04E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50" name="vector-984">
            <a:extLst>
              <a:ext uri="{FF2B5EF4-FFF2-40B4-BE49-F238E27FC236}">
                <ns2:creationId id="{2676887E-B5CB-4B8B-B415-4B97AD4B8433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51" name="vector-985">
            <a:extLst>
              <a:ext uri="{FF2B5EF4-FFF2-40B4-BE49-F238E27FC236}">
                <ns2:creationId id="{D99E21C0-4502-49FD-AD7C-934EDF4CB4A2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52" name="vector-986">
            <a:extLst>
              <a:ext uri="{FF2B5EF4-FFF2-40B4-BE49-F238E27FC236}">
                <ns2:creationId id="{8CC346E8-A82B-4B43-AD32-DBB43D3E795F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53" name="vector-987">
            <a:extLst>
              <a:ext uri="{FF2B5EF4-FFF2-40B4-BE49-F238E27FC236}">
                <ns2:creationId id="{94EC1D67-7E50-4AF2-BC0D-3EF811082683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54" name="icon-network-988">
            <a:extLst>
              <a:ext uri="{FF2B5EF4-FFF2-40B4-BE49-F238E27FC236}">
                <ns2:creationId id="{11C6EA6C-4720-40EC-831C-9BD4B215202D}"/>
              </a:ext>
            </a:extLst>
          </p:cNvPr>
          <p:cNvSpPr>
            <a:spLocks noGrp="1"/>
          </p:cNvSpPr>
          <p:nvPr/>
        </p:nvSpPr>
        <p:spPr>
          <a:xfrm>
            <a:off x="9064752" y="2937510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55" name="icon-network-989">
            <a:extLst>
              <a:ext uri="{FF2B5EF4-FFF2-40B4-BE49-F238E27FC236}">
                <ns2:creationId id="{451C298D-CA9E-4E8D-991F-39912373CD67}"/>
              </a:ext>
            </a:extLst>
          </p:cNvPr>
          <p:cNvSpPr>
            <a:spLocks noGrp="1"/>
          </p:cNvSpPr>
          <p:nvPr/>
        </p:nvSpPr>
        <p:spPr>
          <a:xfrm>
            <a:off x="9302496" y="2751773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56" name="icon-network-990">
            <a:extLst>
              <a:ext uri="{FF2B5EF4-FFF2-40B4-BE49-F238E27FC236}">
                <ns2:creationId id="{15C6EA8F-9707-4FCA-8443-42D896805140}"/>
              </a:ext>
            </a:extLst>
          </p:cNvPr>
          <p:cNvSpPr>
            <a:spLocks noGrp="1"/>
          </p:cNvSpPr>
          <p:nvPr/>
        </p:nvSpPr>
        <p:spPr>
          <a:xfrm>
            <a:off x="9592247" y="2885504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57" name="icon-network-991">
            <a:extLst>
              <a:ext uri="{FF2B5EF4-FFF2-40B4-BE49-F238E27FC236}">
                <ns2:creationId id="{31D43CC5-45B7-42D1-B5D0-E66A53080A76}"/>
              </a:ext>
            </a:extLst>
          </p:cNvPr>
          <p:cNvSpPr>
            <a:spLocks noGrp="1"/>
          </p:cNvSpPr>
          <p:nvPr/>
        </p:nvSpPr>
        <p:spPr>
          <a:xfrm>
            <a:off x="9480804" y="3279267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58" name="icon-network-992">
            <a:extLst>
              <a:ext uri="{FF2B5EF4-FFF2-40B4-BE49-F238E27FC236}">
                <ns2:creationId id="{756633ED-6050-4C9E-842A-51585E3E3DA1}"/>
              </a:ext>
            </a:extLst>
          </p:cNvPr>
          <p:cNvSpPr>
            <a:spLocks noGrp="1"/>
          </p:cNvSpPr>
          <p:nvPr/>
        </p:nvSpPr>
        <p:spPr>
          <a:xfrm>
            <a:off x="9146477" y="3271838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59" name="text-993">
            <a:extLst>
              <a:ext uri="{FF2B5EF4-FFF2-40B4-BE49-F238E27FC236}">
                <ns2:creationId id="{F0193E16-4F3E-455B-8288-7766928E84C6}"/>
              </a:ext>
            </a:extLst>
          </p:cNvPr>
          <p:cNvSpPr>
            <a:spLocks noGrp="1"/>
          </p:cNvSpPr>
          <p:nvPr/>
        </p:nvSpPr>
        <p:spPr>
          <a:xfrm>
            <a:off x="8505825" y="3571875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机制检验</a:t>
            </a:r>
            <a:endParaRPr/>
          </a:p>
        </p:txBody>
      </p:sp>
      <p:sp>
        <p:nvSpPr>
          <p:cNvPr id="60" name="line-994">
            <a:extLst>
              <a:ext uri="{FF2B5EF4-FFF2-40B4-BE49-F238E27FC236}">
                <ns2:creationId id="{044CB4D3-9188-4074-889F-AFE532E642D4}"/>
              </a:ext>
            </a:extLst>
          </p:cNvPr>
          <p:cNvSpPr>
            <a:spLocks noGrp="1"/>
          </p:cNvSpPr>
          <p:nvPr/>
        </p:nvSpPr>
        <p:spPr>
          <a:xfrm>
            <a:off x="228600" y="4086225"/>
            <a:ext cx="11734800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61" name="shape-995">
            <a:extLst>
              <a:ext uri="{FF2B5EF4-FFF2-40B4-BE49-F238E27FC236}">
                <ns2:creationId id="{3C794576-C2E6-4E56-82D1-57F5A4587D82}"/>
              </a:ext>
            </a:extLst>
          </p:cNvPr>
          <p:cNvSpPr>
            <a:spLocks noGrp="1"/>
          </p:cNvSpPr>
          <p:nvPr/>
        </p:nvSpPr>
        <p:spPr>
          <a:xfrm>
            <a:off x="228600" y="4171950"/>
            <a:ext cx="1457325" cy="1476375"/>
          </a:xfrm>
          <a:prstGeom prst="rect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62" name="vector-996">
            <a:extLst>
              <a:ext uri="{FF2B5EF4-FFF2-40B4-BE49-F238E27FC236}">
                <ns2:creationId id="{A8B7082B-98A7-47E0-8637-0C98FECB5A25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63" name="icon-leaf-997">
            <a:extLst>
              <a:ext uri="{FF2B5EF4-FFF2-40B4-BE49-F238E27FC236}">
                <ns2:creationId id="{9D76C90F-7B21-4E5C-9974-00153B53D072}"/>
              </a:ext>
            </a:extLst>
          </p:cNvPr>
          <p:cNvSpPr>
            <a:spLocks noGrp="1"/>
          </p:cNvSpPr>
          <p:nvPr/>
        </p:nvSpPr>
        <p:spPr>
          <a:xfrm>
            <a:off x="774097" y="4333113"/>
            <a:ext cx="126016" cy="210026"/>
          </a:xfrm>
          <a:prstGeom prst="ellipse">
            <a:avLst/>
          </a:prstGeom>
          <a:solidFill>
            <a:srgbClr val="68819C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64" name="icon-leaf-998">
            <a:extLst>
              <a:ext uri="{FF2B5EF4-FFF2-40B4-BE49-F238E27FC236}">
                <ns2:creationId id="{AA9F3DA6-1490-4DF3-9DF8-5A8743F49A56}"/>
              </a:ext>
            </a:extLst>
          </p:cNvPr>
          <p:cNvSpPr>
            <a:spLocks noGrp="1"/>
          </p:cNvSpPr>
          <p:nvPr/>
        </p:nvSpPr>
        <p:spPr>
          <a:xfrm>
            <a:off x="904780" y="4435793"/>
            <a:ext cx="140018" cy="210026"/>
          </a:xfrm>
          <a:prstGeom prst="ellipse">
            <a:avLst/>
          </a:prstGeom>
          <a:solidFill>
            <a:srgbClr val="9EAEB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65" name="vector-999">
            <a:extLst>
              <a:ext uri="{FF2B5EF4-FFF2-40B4-BE49-F238E27FC236}">
                <ns2:creationId id="{1A1E415E-793F-4F6A-BB3C-E8CC907C1607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66" name="vector-1000">
            <a:extLst>
              <a:ext uri="{FF2B5EF4-FFF2-40B4-BE49-F238E27FC236}">
                <ns2:creationId id="{AF6B1BA4-9B0D-40FC-BF59-8D5B29C325A8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67" name="text-1001">
            <a:extLst>
              <a:ext uri="{FF2B5EF4-FFF2-40B4-BE49-F238E27FC236}">
                <ns2:creationId id="{9CB890D3-9023-4262-BD27-F3884F5E49C0}"/>
              </a:ext>
            </a:extLst>
          </p:cNvPr>
          <p:cNvSpPr>
            <a:spLocks noGrp="1"/>
          </p:cNvSpPr>
          <p:nvPr/>
        </p:nvSpPr>
        <p:spPr>
          <a:xfrm>
            <a:off x="352425" y="4886325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应用层面</a:t>
            </a:r>
            <a:endParaRPr/>
          </a:p>
        </p:txBody>
      </p:sp>
      <p:sp>
        <p:nvSpPr>
          <p:cNvPr id="68" name="text-1002">
            <a:extLst>
              <a:ext uri="{FF2B5EF4-FFF2-40B4-BE49-F238E27FC236}">
                <ns2:creationId id="{7693D262-E892-48D1-B172-B6679E65B926}"/>
              </a:ext>
            </a:extLst>
          </p:cNvPr>
          <p:cNvSpPr>
            <a:spLocks noGrp="1"/>
          </p:cNvSpPr>
          <p:nvPr/>
        </p:nvSpPr>
        <p:spPr>
          <a:xfrm>
            <a:off x="333375" y="529590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回答“哪里适用”</a:t>
            </a:r>
            <a:endParaRPr/>
          </a:p>
        </p:txBody>
      </p:sp>
      <p:sp>
        <p:nvSpPr>
          <p:cNvPr id="69" name="vector-1003">
            <a:extLst>
              <a:ext uri="{FF2B5EF4-FFF2-40B4-BE49-F238E27FC236}">
                <ns2:creationId id="{D935BE1C-23D6-4623-965E-C5F6660D4E5B}"/>
              </a:ext>
            </a:extLst>
          </p:cNvPr>
          <p:cNvSpPr>
            <a:spLocks noGrp="1"/>
          </p:cNvSpPr>
          <p:nvPr/>
        </p:nvSpPr>
        <p:spPr>
          <a:xfrm>
            <a:off x="1924050" y="4410075"/>
            <a:ext cx="685800" cy="685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2860">
            <a:solidFill>
              <a:srgbClr val="3F2F7A"/>
            </a:solidFill>
            <a:prstDash val="solid"/>
          </a:ln>
        </p:spPr>
      </p:sp>
      <p:sp>
        <p:nvSpPr>
          <p:cNvPr id="70" name="icon-tree-1004">
            <a:extLst>
              <a:ext uri="{FF2B5EF4-FFF2-40B4-BE49-F238E27FC236}">
                <ns2:creationId id="{4AB36950-8910-48BA-910C-9E30C1336500}"/>
              </a:ext>
            </a:extLst>
          </p:cNvPr>
          <p:cNvSpPr>
            <a:spLocks noGrp="1"/>
          </p:cNvSpPr>
          <p:nvPr/>
        </p:nvSpPr>
        <p:spPr>
          <a:xfrm>
            <a:off x="2033778" y="4444365"/>
            <a:ext cx="473202" cy="425196"/>
          </a:xfrm>
          <a:prstGeom prst="cloud">
            <a:avLst/>
          </a:prstGeom>
          <a:solidFill>
            <a:srgbClr val="748BA4"/>
          </a:solidFill>
          <a:ln w="21431">
            <a:solidFill>
              <a:srgbClr val="3F2F7A"/>
            </a:solidFill>
            <a:prstDash val="solid"/>
          </a:ln>
        </p:spPr>
      </p:sp>
      <p:sp>
        <p:nvSpPr>
          <p:cNvPr id="71" name="text-1005">
            <a:extLst>
              <a:ext uri="{FF2B5EF4-FFF2-40B4-BE49-F238E27FC236}">
                <ns2:creationId id="{C31D571D-3426-4FF0-9C68-B59326968D31}"/>
              </a:ext>
            </a:extLst>
          </p:cNvPr>
          <p:cNvSpPr>
            <a:spLocks noGrp="1"/>
          </p:cNvSpPr>
          <p:nvPr/>
        </p:nvSpPr>
        <p:spPr>
          <a:xfrm>
            <a:off x="1838325" y="5200650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局部结论</a:t>
            </a:r>
            <a:endParaRPr/>
          </a:p>
        </p:txBody>
      </p:sp>
      <p:sp>
        <p:nvSpPr>
          <p:cNvPr id="72" name="arrow-1006">
            <a:extLst>
              <a:ext uri="{FF2B5EF4-FFF2-40B4-BE49-F238E27FC236}">
                <ns2:creationId id="{018701CF-26D7-42DB-ADF3-C9FE2FEB719D}"/>
              </a:ext>
            </a:extLst>
          </p:cNvPr>
          <p:cNvSpPr>
            <a:spLocks noGrp="1"/>
          </p:cNvSpPr>
          <p:nvPr/>
        </p:nvSpPr>
        <p:spPr>
          <a:xfrm>
            <a:off x="4124325" y="4400550"/>
            <a:ext cx="4057650" cy="962025"/>
          </a:xfrm>
          <a:prstGeom prst="rightArrow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73" name="text-1007">
            <a:extLst>
              <a:ext uri="{FF2B5EF4-FFF2-40B4-BE49-F238E27FC236}">
                <ns2:creationId id="{59931B5F-46D3-45B7-A154-166A967DE2C8}"/>
              </a:ext>
            </a:extLst>
          </p:cNvPr>
          <p:cNvSpPr>
            <a:spLocks noGrp="1"/>
          </p:cNvSpPr>
          <p:nvPr/>
        </p:nvSpPr>
        <p:spPr>
          <a:xfrm>
            <a:off x="4371975" y="4543425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跨地点验证与情景评估</a:t>
            </a:r>
            <a:endParaRPr/>
          </a:p>
        </p:txBody>
      </p:sp>
      <p:sp>
        <p:nvSpPr>
          <p:cNvPr id="74" name="text-1008">
            <a:extLst>
              <a:ext uri="{FF2B5EF4-FFF2-40B4-BE49-F238E27FC236}">
                <ns2:creationId id="{487BB9CD-BC46-4620-AA78-36EB2068094C}"/>
              </a:ext>
            </a:extLst>
          </p:cNvPr>
          <p:cNvSpPr>
            <a:spLocks noGrp="1"/>
          </p:cNvSpPr>
          <p:nvPr/>
        </p:nvSpPr>
        <p:spPr>
          <a:xfrm>
            <a:off x="4371975" y="4962525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识别适用条件与外推边界</a:t>
            </a:r>
            <a:endParaRPr/>
          </a:p>
        </p:txBody>
      </p:sp>
      <p:sp>
        <p:nvSpPr>
          <p:cNvPr id="75" name="vector-1009">
            <a:extLst>
              <a:ext uri="{FF2B5EF4-FFF2-40B4-BE49-F238E27FC236}">
                <ns2:creationId id="{9D25DE64-FA93-4DF6-AD7B-18664879C0FF}"/>
              </a:ext>
            </a:extLst>
          </p:cNvPr>
          <p:cNvSpPr>
            <a:spLocks noGrp="1"/>
          </p:cNvSpPr>
          <p:nvPr/>
        </p:nvSpPr>
        <p:spPr>
          <a:xfrm>
            <a:off x="9020175" y="4591812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3F2F7A"/>
            </a:solidFill>
            <a:prstDash val="solid"/>
          </a:ln>
        </p:spPr>
      </p:sp>
      <p:sp>
        <p:nvSpPr>
          <p:cNvPr id="76" name="vector-1010">
            <a:extLst>
              <a:ext uri="{FF2B5EF4-FFF2-40B4-BE49-F238E27FC236}">
                <ns2:creationId id="{46F1668B-D85D-47FB-B0E3-913D61CFB5ED}"/>
              </a:ext>
            </a:extLst>
          </p:cNvPr>
          <p:cNvSpPr>
            <a:spLocks noGrp="1"/>
          </p:cNvSpPr>
          <p:nvPr/>
        </p:nvSpPr>
        <p:spPr>
          <a:xfrm>
            <a:off x="9020175" y="4458081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3F2F7A"/>
            </a:solidFill>
            <a:prstDash val="solid"/>
          </a:ln>
        </p:spPr>
      </p:sp>
      <p:sp>
        <p:nvSpPr>
          <p:cNvPr id="77" name="vector-1011">
            <a:extLst>
              <a:ext uri="{FF2B5EF4-FFF2-40B4-BE49-F238E27FC236}">
                <ns2:creationId id="{A726804A-551C-492A-8E39-722BE4841249}"/>
              </a:ext>
            </a:extLst>
          </p:cNvPr>
          <p:cNvSpPr>
            <a:spLocks noGrp="1"/>
          </p:cNvSpPr>
          <p:nvPr/>
        </p:nvSpPr>
        <p:spPr>
          <a:xfrm>
            <a:off x="9020175" y="4324350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3F2F7A"/>
            </a:solidFill>
            <a:prstDash val="solid"/>
          </a:ln>
        </p:spPr>
      </p:sp>
      <p:sp>
        <p:nvSpPr>
          <p:cNvPr id="78" name="text-1012">
            <a:extLst>
              <a:ext uri="{FF2B5EF4-FFF2-40B4-BE49-F238E27FC236}">
                <ns2:creationId id="{5FE64DC6-2EBF-4304-88CA-1C1A57B375BF}"/>
              </a:ext>
            </a:extLst>
          </p:cNvPr>
          <p:cNvSpPr>
            <a:spLocks noGrp="1"/>
          </p:cNvSpPr>
          <p:nvPr/>
        </p:nvSpPr>
        <p:spPr>
          <a:xfrm>
            <a:off x="8505825" y="5181600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适用范围</a:t>
            </a:r>
            <a:endParaRPr/>
          </a:p>
        </p:txBody>
      </p:sp>
      <p:sp>
        <p:nvSpPr>
          <p:cNvPr id="79" name="line-1013">
            <a:extLst>
              <a:ext uri="{FF2B5EF4-FFF2-40B4-BE49-F238E27FC236}">
                <ns2:creationId id="{9AA3E0ED-3CE2-4F84-BD6B-A3A6473FC0B2}"/>
              </a:ext>
            </a:extLst>
          </p:cNvPr>
          <p:cNvSpPr>
            <a:spLocks noGrp="1"/>
          </p:cNvSpPr>
          <p:nvPr/>
        </p:nvSpPr>
        <p:spPr>
          <a:xfrm>
            <a:off x="228600" y="5695950"/>
            <a:ext cx="11734800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80" name="shape-1014">
            <a:extLst>
              <a:ext uri="{FF2B5EF4-FFF2-40B4-BE49-F238E27FC236}">
                <ns2:creationId id="{85D4BD6D-F916-4964-B254-71C1F505F448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81" name="text-1015">
            <a:extLst>
              <a:ext uri="{FF2B5EF4-FFF2-40B4-BE49-F238E27FC236}">
                <ns2:creationId id="{6F26EC58-6A4E-44C7-B394-2E2343706272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82" name="text-1016">
            <a:extLst>
              <a:ext uri="{FF2B5EF4-FFF2-40B4-BE49-F238E27FC236}">
                <ns2:creationId id="{FCBED44E-57F0-40D1-AC03-E7381F75B39F}"/>
              </a:ext>
            </a:extLst>
          </p:cNvPr>
          <p:cNvSpPr>
            <a:spLocks noGrp="1"/>
          </p:cNvSpPr>
          <p:nvPr/>
        </p:nvSpPr>
        <p:spPr>
          <a:xfrm>
            <a:off x="8001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补充观测</a:t>
            </a:r>
            <a:endParaRPr/>
          </a:p>
        </p:txBody>
      </p:sp>
      <p:sp>
        <p:nvSpPr>
          <p:cNvPr id="83" name="shape-1017">
            <a:extLst>
              <a:ext uri="{FF2B5EF4-FFF2-40B4-BE49-F238E27FC236}">
                <ns2:creationId id="{0CC10D96-A3F0-4D5E-95C8-E9DE4460C665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84" name="text-1018">
            <a:extLst>
              <a:ext uri="{FF2B5EF4-FFF2-40B4-BE49-F238E27FC236}">
                <ns2:creationId id="{7CF7B846-827C-472C-BE1E-5DCBA9F9C001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85" name="text-1019">
            <a:extLst>
              <a:ext uri="{FF2B5EF4-FFF2-40B4-BE49-F238E27FC236}">
                <ns2:creationId id="{1C9D1CAB-299B-46A0-8E34-458DA2834C5F}"/>
              </a:ext>
            </a:extLst>
          </p:cNvPr>
          <p:cNvSpPr>
            <a:spLocks noGrp="1"/>
          </p:cNvSpPr>
          <p:nvPr/>
        </p:nvSpPr>
        <p:spPr>
          <a:xfrm>
            <a:off x="47244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优化设计</a:t>
            </a:r>
            <a:endParaRPr/>
          </a:p>
        </p:txBody>
      </p:sp>
      <p:sp>
        <p:nvSpPr>
          <p:cNvPr id="86" name="shape-1020">
            <a:extLst>
              <a:ext uri="{FF2B5EF4-FFF2-40B4-BE49-F238E27FC236}">
                <ns2:creationId id="{BCA859F3-8E5D-4DFA-A4C2-C3004C898A19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87" name="text-1021">
            <a:extLst>
              <a:ext uri="{FF2B5EF4-FFF2-40B4-BE49-F238E27FC236}">
                <ns2:creationId id="{267C523B-7DDD-45E6-BAA3-280A117A6360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88" name="text-1022">
            <a:extLst>
              <a:ext uri="{FF2B5EF4-FFF2-40B4-BE49-F238E27FC236}">
                <ns2:creationId id="{D91D0CAE-9A97-4579-B81C-A3AA214696FA}"/>
              </a:ext>
            </a:extLst>
          </p:cNvPr>
          <p:cNvSpPr>
            <a:spLocks noGrp="1"/>
          </p:cNvSpPr>
          <p:nvPr/>
        </p:nvSpPr>
        <p:spPr>
          <a:xfrm>
            <a:off x="86487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外部验证</a:t>
            </a:r>
            <a:endParaRPr/>
          </a:p>
        </p:txBody>
      </p:sp>
      <p:sp>
        <p:nvSpPr>
          <p:cNvPr id="89" name="text-1023">
            <a:extLst>
              <a:ext uri="{FF2B5EF4-FFF2-40B4-BE49-F238E27FC236}">
                <ns2:creationId id="{7C136F2A-1BCC-47A4-8344-6EB5FC31C73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0" name="text-1024">
            <a:extLst>
              <a:ext uri="{FF2B5EF4-FFF2-40B4-BE49-F238E27FC236}">
                <ns2:creationId id="{E8C62B39-A03E-4BE5-8C89-344570767C58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3:creationId val="1577920055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  <a:endParaRPr/>
          </a:p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  <a:endParaRPr/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A58116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  <a:endParaRPr/>
          </a:p>
        </p:txBody>
      </p:sp>
      <p:pic>
        <p:nvPicPr>
          <p:cNvPr id="5" name="">
            <a:extLst>
              <a:ext uri="{FF2B5EF4-FFF2-40B4-BE49-F238E27FC236}">
                <ns2:creationId id="{8B786B51-977C-493C-91C3-8801239F2907}"/>
              </a:ext>
            </a:extLst>
          </p:cNvPr>
          <p:cNvPicPr>
            <a:picLocks noChangeAspect="1"/>
          </p:cNvPicPr>
          <p:nvPr/>
        </p:nvPicPr>
        <p:blipFill>
          <a:blip r:embed="R3b9dd86b0bd84db3">
            <a:duotone>
              <a:srgbClr val="3F2F7A"/>
              <a:srgbClr val="FFFFFF"/>
            </a:duotone>
          </a:blip>
          <a:stretch/>
        </p:blipFill>
        <p:spPr>
          <a:xfrm>
            <a:off x="6919913" y="419100"/>
            <a:ext cx="4581525" cy="4581525"/>
          </a:xfrm>
          <a:prstGeom prst="rect">
            <a:avLst/>
          </a:prstGeom>
        </p:spPr>
      </p:pic>
      <p:sp>
        <p:nvSpPr>
          <p:cNvPr id="6" name="icon-camera-1029">
            <a:extLst>
              <a:ext uri="{FF2B5EF4-FFF2-40B4-BE49-F238E27FC236}">
                <ns2:creationId id="{58E52C56-00A9-4B85-8378-263597D0CB5A}"/>
              </a:ext>
            </a:extLst>
          </p:cNvPr>
          <p:cNvSpPr>
            <a:spLocks noGrp="1"/>
          </p:cNvSpPr>
          <p:nvPr/>
        </p:nvSpPr>
        <p:spPr>
          <a:xfrm>
            <a:off x="6855047" y="632555"/>
            <a:ext cx="548831" cy="389287"/>
          </a:xfrm>
          <a:prstGeom prst="roundRect">
            <a:avLst>
              <a:gd name="adj" fmla="val 19574"/>
            </a:avLst>
          </a:prstGeom>
          <a:noFill/>
          <a:ln w="19943">
            <a:solidFill>
              <a:srgbClr val="3F2F7A"/>
            </a:solidFill>
            <a:prstDash val="solid"/>
          </a:ln>
        </p:spPr>
      </p:sp>
      <p:sp>
        <p:nvSpPr>
          <p:cNvPr id="7" name="icon-camera-1030">
            <a:extLst>
              <a:ext uri="{FF2B5EF4-FFF2-40B4-BE49-F238E27FC236}">
                <ns2:creationId id="{0CD595AD-F27C-4960-834F-F6C4F75C1F48}"/>
              </a:ext>
            </a:extLst>
          </p:cNvPr>
          <p:cNvSpPr>
            <a:spLocks noGrp="1"/>
          </p:cNvSpPr>
          <p:nvPr/>
        </p:nvSpPr>
        <p:spPr>
          <a:xfrm>
            <a:off x="7020973" y="549593"/>
            <a:ext cx="210598" cy="108490"/>
          </a:xfrm>
          <a:prstGeom prst="roundRect">
            <a:avLst>
              <a:gd name="adj" fmla="val 50000"/>
            </a:avLst>
          </a:prstGeom>
          <a:noFill/>
          <a:ln w="19943">
            <a:solidFill>
              <a:srgbClr val="3F2F7A"/>
            </a:solidFill>
            <a:prstDash val="solid"/>
          </a:ln>
        </p:spPr>
      </p:sp>
      <p:sp>
        <p:nvSpPr>
          <p:cNvPr id="8" name="icon-camera-1031">
            <a:extLst>
              <a:ext uri="{FF2B5EF4-FFF2-40B4-BE49-F238E27FC236}">
                <ns2:creationId id="{38FD796F-DB6C-4551-97C0-B697EC179407}"/>
              </a:ext>
            </a:extLst>
          </p:cNvPr>
          <p:cNvSpPr>
            <a:spLocks noGrp="1"/>
          </p:cNvSpPr>
          <p:nvPr/>
        </p:nvSpPr>
        <p:spPr>
          <a:xfrm>
            <a:off x="7014591" y="715518"/>
            <a:ext cx="229743" cy="229743"/>
          </a:xfrm>
          <a:prstGeom prst="ellipse">
            <a:avLst/>
          </a:prstGeom>
          <a:noFill/>
          <a:ln w="19943">
            <a:solidFill>
              <a:srgbClr val="3F2F7A"/>
            </a:solidFill>
            <a:prstDash val="solid"/>
          </a:ln>
        </p:spPr>
      </p:sp>
      <p:sp>
        <p:nvSpPr>
          <p:cNvPr id="9" name="icon-camera-1032">
            <a:extLst>
              <a:ext uri="{FF2B5EF4-FFF2-40B4-BE49-F238E27FC236}">
                <ns2:creationId id="{E68D5007-5EA2-4FA7-9E91-DA529C269FF3}"/>
              </a:ext>
            </a:extLst>
          </p:cNvPr>
          <p:cNvSpPr>
            <a:spLocks noGrp="1"/>
          </p:cNvSpPr>
          <p:nvPr/>
        </p:nvSpPr>
        <p:spPr>
          <a:xfrm>
            <a:off x="7282625" y="683609"/>
            <a:ext cx="51054" cy="51054"/>
          </a:xfrm>
          <a:prstGeom prst="ellipse">
            <a:avLst/>
          </a:prstGeom>
          <a:solidFill>
            <a:srgbClr val="3F2F7A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10" name="vector-1033">
            <a:extLst>
              <a:ext uri="{FF2B5EF4-FFF2-40B4-BE49-F238E27FC236}">
                <ns2:creationId id="{207CA9D4-CCCD-4156-A9C8-7AD30C3EC7BC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1" name="vector-1034">
            <a:extLst>
              <a:ext uri="{FF2B5EF4-FFF2-40B4-BE49-F238E27FC236}">
                <ns2:creationId id="{2B20E361-DC6A-45FB-A7D3-4E63A1D03563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2" name="vector-1035">
            <a:extLst>
              <a:ext uri="{FF2B5EF4-FFF2-40B4-BE49-F238E27FC236}">
                <ns2:creationId id="{FCB4BE22-641C-40B2-92EF-FD3BCE9A0FA5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3" name="vector-1036">
            <a:extLst>
              <a:ext uri="{FF2B5EF4-FFF2-40B4-BE49-F238E27FC236}">
                <ns2:creationId id="{A180FDAB-2EEF-402A-B78E-20DB8C7B5F7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4" name="vector-1037">
            <a:extLst>
              <a:ext uri="{FF2B5EF4-FFF2-40B4-BE49-F238E27FC236}">
                <ns2:creationId id="{FC988FD6-C3D7-4085-BD17-37A53DBF3E5B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5" name="vector-1038">
            <a:extLst>
              <a:ext uri="{FF2B5EF4-FFF2-40B4-BE49-F238E27FC236}">
                <ns2:creationId id="{23DDC71A-E1AD-4EB6-8F6C-0830B772DD0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6" name="vector-1039">
            <a:extLst>
              <a:ext uri="{FF2B5EF4-FFF2-40B4-BE49-F238E27FC236}">
                <ns2:creationId id="{305F648B-AB2E-4DE4-B223-F4EBAE2696A7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7" name="icon-network-1040">
            <a:extLst>
              <a:ext uri="{FF2B5EF4-FFF2-40B4-BE49-F238E27FC236}">
                <ns2:creationId id="{2B037542-39E9-461C-8EBA-E9BE14091390}"/>
              </a:ext>
            </a:extLst>
          </p:cNvPr>
          <p:cNvSpPr>
            <a:spLocks noGrp="1"/>
          </p:cNvSpPr>
          <p:nvPr/>
        </p:nvSpPr>
        <p:spPr>
          <a:xfrm>
            <a:off x="10706291" y="68675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18" name="icon-network-1041">
            <a:extLst>
              <a:ext uri="{FF2B5EF4-FFF2-40B4-BE49-F238E27FC236}">
                <ns2:creationId id="{46F498EF-4D41-4609-B35F-56F037CAE256}"/>
              </a:ext>
            </a:extLst>
          </p:cNvPr>
          <p:cNvSpPr>
            <a:spLocks noGrp="1"/>
          </p:cNvSpPr>
          <p:nvPr/>
        </p:nvSpPr>
        <p:spPr>
          <a:xfrm>
            <a:off x="10910507" y="527209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19" name="icon-network-1042">
            <a:extLst>
              <a:ext uri="{FF2B5EF4-FFF2-40B4-BE49-F238E27FC236}">
                <ns2:creationId id="{D9BB65F7-D9DF-491B-949A-5D5D7A5F0E73}"/>
              </a:ext>
            </a:extLst>
          </p:cNvPr>
          <p:cNvSpPr>
            <a:spLocks noGrp="1"/>
          </p:cNvSpPr>
          <p:nvPr/>
        </p:nvSpPr>
        <p:spPr>
          <a:xfrm>
            <a:off x="11159395" y="642080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0" name="icon-network-1043">
            <a:extLst>
              <a:ext uri="{FF2B5EF4-FFF2-40B4-BE49-F238E27FC236}">
                <ns2:creationId id="{72B4FE93-B519-42B8-8FF0-3CCC18638EB3}"/>
              </a:ext>
            </a:extLst>
          </p:cNvPr>
          <p:cNvSpPr>
            <a:spLocks noGrp="1"/>
          </p:cNvSpPr>
          <p:nvPr/>
        </p:nvSpPr>
        <p:spPr>
          <a:xfrm>
            <a:off x="11063669" y="98031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1" name="icon-network-1044">
            <a:extLst>
              <a:ext uri="{FF2B5EF4-FFF2-40B4-BE49-F238E27FC236}">
                <ns2:creationId id="{DC373796-B381-46CD-A478-35483FB497E0}"/>
              </a:ext>
            </a:extLst>
          </p:cNvPr>
          <p:cNvSpPr>
            <a:spLocks noGrp="1"/>
          </p:cNvSpPr>
          <p:nvPr/>
        </p:nvSpPr>
        <p:spPr>
          <a:xfrm>
            <a:off x="10776490" y="973931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2" name="vector-1045">
            <a:extLst>
              <a:ext uri="{FF2B5EF4-FFF2-40B4-BE49-F238E27FC236}">
                <ns2:creationId id="{4274ABE2-BEA4-48A6-8DE4-3D132964B052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342900" y="38100"/>
                </a:moveTo>
                <a:lnTo>
                  <a:pt x="609600" y="38100"/>
                </a:lnTo>
                <a:lnTo>
                  <a:pt x="609600" y="400050"/>
                </a:lnTo>
                <a:lnTo>
                  <a:pt x="838200" y="828675"/>
                </a:lnTo>
                <a:lnTo>
                  <a:pt x="752475" y="904875"/>
                </a:lnTo>
                <a:lnTo>
                  <a:pt x="200025" y="904875"/>
                </a:lnTo>
                <a:lnTo>
                  <a:pt x="114300" y="828675"/>
                </a:lnTo>
                <a:lnTo>
                  <a:pt x="342900" y="400050"/>
                </a:lnTo>
                <a:close/>
              </a:path>
            </a:pathLst>
          </a:custGeom>
          <a:solidFill>
            <a:srgbClr val="F0EEF7"/>
          </a:solidFill>
          <a:ln w="19050">
            <a:solidFill>
              <a:srgbClr val="3F2F7A"/>
            </a:solidFill>
            <a:prstDash val="solid"/>
          </a:ln>
        </p:spPr>
      </p:sp>
      <p:sp>
        <p:nvSpPr>
          <p:cNvPr id="23" name="vector-1046">
            <a:extLst>
              <a:ext uri="{FF2B5EF4-FFF2-40B4-BE49-F238E27FC236}">
                <ns2:creationId id="{0D3B369B-1925-4006-A5A4-345647B347E0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247650" y="647700"/>
                </a:moveTo>
                <a:lnTo>
                  <a:pt x="714375" y="647700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24" name="vector-1047">
            <a:extLst>
              <a:ext uri="{FF2B5EF4-FFF2-40B4-BE49-F238E27FC236}">
                <ns2:creationId id="{B7295F35-6DD2-45D3-A5E0-66327A403B54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25" name="vector-1048">
            <a:extLst>
              <a:ext uri="{FF2B5EF4-FFF2-40B4-BE49-F238E27FC236}">
                <ns2:creationId id="{008B93AD-D0B1-43F1-B0B5-D6C0D10E7B26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26" name="icon-chart-1049">
            <a:extLst>
              <a:ext uri="{FF2B5EF4-FFF2-40B4-BE49-F238E27FC236}">
                <ns2:creationId id="{F63B9922-8319-482C-B6CA-9177B1090CC8}"/>
              </a:ext>
            </a:extLst>
          </p:cNvPr>
          <p:cNvSpPr>
            <a:spLocks noGrp="1"/>
          </p:cNvSpPr>
          <p:nvPr/>
        </p:nvSpPr>
        <p:spPr>
          <a:xfrm>
            <a:off x="10922794" y="3868865"/>
            <a:ext cx="82963" cy="210598"/>
          </a:xfrm>
          <a:prstGeom prst="rect">
            <a:avLst/>
          </a:prstGeom>
          <a:solidFill>
            <a:srgbClr val="3F2F7A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7" name="icon-chart-1050">
            <a:extLst>
              <a:ext uri="{FF2B5EF4-FFF2-40B4-BE49-F238E27FC236}">
                <ns2:creationId id="{D0778A82-AFE8-4CFD-8A9B-922F60359E24}"/>
              </a:ext>
            </a:extLst>
          </p:cNvPr>
          <p:cNvSpPr>
            <a:spLocks noGrp="1"/>
          </p:cNvSpPr>
          <p:nvPr/>
        </p:nvSpPr>
        <p:spPr>
          <a:xfrm>
            <a:off x="11063192" y="3753993"/>
            <a:ext cx="82963" cy="325469"/>
          </a:xfrm>
          <a:prstGeom prst="rect">
            <a:avLst/>
          </a:prstGeom>
          <a:solidFill>
            <a:srgbClr val="5D7795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8" name="icon-chart-1051">
            <a:extLst>
              <a:ext uri="{FF2B5EF4-FFF2-40B4-BE49-F238E27FC236}">
                <ns2:creationId id="{A3A9F975-EF8F-432B-A1B6-01FC3BE4E50E}"/>
              </a:ext>
            </a:extLst>
          </p:cNvPr>
          <p:cNvSpPr>
            <a:spLocks noGrp="1"/>
          </p:cNvSpPr>
          <p:nvPr/>
        </p:nvSpPr>
        <p:spPr>
          <a:xfrm>
            <a:off x="11203591" y="3626358"/>
            <a:ext cx="82963" cy="453104"/>
          </a:xfrm>
          <a:prstGeom prst="rect">
            <a:avLst/>
          </a:prstGeom>
          <a:solidFill>
            <a:srgbClr val="3F2F7A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3F2F7A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33" name="icon-clipboard-1056">
            <a:extLst>
              <a:ext uri="{FF2B5EF4-FFF2-40B4-BE49-F238E27FC236}">
                <ns2:creationId id="{DD9215D2-35D2-4D02-9FA4-CD1E74BDEE98}"/>
              </a:ext>
            </a:extLst>
          </p:cNvPr>
          <p:cNvSpPr>
            <a:spLocks noGrp="1"/>
          </p:cNvSpPr>
          <p:nvPr/>
        </p:nvSpPr>
        <p:spPr>
          <a:xfrm>
            <a:off x="4501134" y="5782056"/>
            <a:ext cx="260033" cy="312039"/>
          </a:xfrm>
          <a:prstGeom prst="roundRect">
            <a:avLst>
              <a:gd name="adj" fmla="val 29304"/>
            </a:avLst>
          </a:prstGeom>
          <a:noFill/>
          <a:ln w="12502">
            <a:solidFill>
              <a:srgbClr val="3F2F7A"/>
            </a:solidFill>
            <a:prstDash val="solid"/>
          </a:ln>
        </p:spPr>
      </p:sp>
      <p:sp>
        <p:nvSpPr>
          <p:cNvPr id="34" name="icon-clipboard-1057">
            <a:extLst>
              <a:ext uri="{FF2B5EF4-FFF2-40B4-BE49-F238E27FC236}">
                <ns2:creationId id="{BD828FB0-C018-47D2-AA3C-A90D4522B0D4}"/>
              </a:ext>
            </a:extLst>
          </p:cNvPr>
          <p:cNvSpPr>
            <a:spLocks noGrp="1"/>
          </p:cNvSpPr>
          <p:nvPr/>
        </p:nvSpPr>
        <p:spPr>
          <a:xfrm>
            <a:off x="4569143" y="5754053"/>
            <a:ext cx="120015" cy="600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502">
            <a:solidFill>
              <a:srgbClr val="3F2F7A"/>
            </a:solidFill>
            <a:prstDash val="solid"/>
          </a:ln>
        </p:spPr>
      </p:sp>
      <p:sp>
        <p:nvSpPr>
          <p:cNvPr id="35" name="vector-1058">
            <a:extLst>
              <a:ext uri="{FF2B5EF4-FFF2-40B4-BE49-F238E27FC236}">
                <ns2:creationId id="{B9E0CBB6-31E1-4772-979B-C1F7146AF936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36" name="vector-1059">
            <a:extLst>
              <a:ext uri="{FF2B5EF4-FFF2-40B4-BE49-F238E27FC236}">
                <ns2:creationId id="{11F633F6-15A8-4DA9-9C5A-0DA38894C877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37" name="vector-1060">
            <a:extLst>
              <a:ext uri="{FF2B5EF4-FFF2-40B4-BE49-F238E27FC236}">
                <ns2:creationId id="{79831547-281B-4648-890A-2C4080EA1DAD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38" name="vector-1061">
            <a:extLst>
              <a:ext uri="{FF2B5EF4-FFF2-40B4-BE49-F238E27FC236}">
                <ns2:creationId id="{0AD41106-1B0F-445D-8B21-6925B61DABC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39" name="vector-1062">
            <a:extLst>
              <a:ext uri="{FF2B5EF4-FFF2-40B4-BE49-F238E27FC236}">
                <ns2:creationId id="{7155229C-5079-45A6-B185-092B37F6C65C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0" name="vector-1063">
            <a:extLst>
              <a:ext uri="{FF2B5EF4-FFF2-40B4-BE49-F238E27FC236}">
                <ns2:creationId id="{C04D408E-B21F-492B-B469-89698AB79BAF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1" name="vector-1064">
            <a:extLst>
              <a:ext uri="{FF2B5EF4-FFF2-40B4-BE49-F238E27FC236}">
                <ns2:creationId id="{CD69603F-5B16-4918-9F5A-F8CE4A248F0B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2" name="vector-1065">
            <a:extLst>
              <a:ext uri="{FF2B5EF4-FFF2-40B4-BE49-F238E27FC236}">
                <ns2:creationId id="{D3471EB6-E8BC-427D-BBC9-9AF580B4F91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3" name="vector-1066">
            <a:extLst>
              <a:ext uri="{FF2B5EF4-FFF2-40B4-BE49-F238E27FC236}">
                <ns2:creationId id="{C8737E86-F9B2-4CFC-BE61-4691A6D32CDE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/>
          </a:p>
        </p:txBody>
      </p:sp>
      <p:sp>
        <p:nvSpPr>
          <p:cNvPr id="45" name="icon-search-1068">
            <a:extLst>
              <a:ext uri="{FF2B5EF4-FFF2-40B4-BE49-F238E27FC236}">
                <ns2:creationId id="{9DCC8505-3220-497A-ACE4-63689413C14B}"/>
              </a:ext>
            </a:extLst>
          </p:cNvPr>
          <p:cNvSpPr>
            <a:spLocks noGrp="1"/>
          </p:cNvSpPr>
          <p:nvPr/>
        </p:nvSpPr>
        <p:spPr>
          <a:xfrm>
            <a:off x="7031355" y="5774055"/>
            <a:ext cx="232029" cy="232029"/>
          </a:xfrm>
          <a:prstGeom prst="ellipse">
            <a:avLst/>
          </a:prstGeom>
          <a:noFill/>
          <a:ln w="12502">
            <a:solidFill>
              <a:srgbClr val="3F2F7A"/>
            </a:solidFill>
            <a:prstDash val="solid"/>
          </a:ln>
        </p:spPr>
      </p:sp>
      <p:sp>
        <p:nvSpPr>
          <p:cNvPr id="46" name="vector-1069">
            <a:extLst>
              <a:ext uri="{FF2B5EF4-FFF2-40B4-BE49-F238E27FC236}">
                <ns2:creationId id="{6A00402F-604C-465F-99C6-68D97D0C083D}"/>
              </a:ext>
            </a:extLst>
          </p:cNvPr>
          <p:cNvSpPr>
            <a:spLocks noGrp="1"/>
          </p:cNvSpPr>
          <p:nvPr/>
        </p:nvSpPr>
        <p:spPr>
          <a:xfrm>
            <a:off x="6991350" y="5734050"/>
            <a:ext cx="400050" cy="4000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  <a:endParaRPr/>
          </a:p>
        </p:txBody>
      </p:sp>
      <p:sp>
        <p:nvSpPr>
          <p:cNvPr id="48" name="icon-compass-1071">
            <a:extLst>
              <a:ext uri="{FF2B5EF4-FFF2-40B4-BE49-F238E27FC236}">
                <ns2:creationId id="{F6EDAD83-45E2-420B-A60E-53D6935B2167}"/>
              </a:ext>
            </a:extLst>
          </p:cNvPr>
          <p:cNvSpPr>
            <a:spLocks noGrp="1"/>
          </p:cNvSpPr>
          <p:nvPr/>
        </p:nvSpPr>
        <p:spPr>
          <a:xfrm>
            <a:off x="9577578" y="5758053"/>
            <a:ext cx="352044" cy="352044"/>
          </a:xfrm>
          <a:prstGeom prst="ellipse">
            <a:avLst/>
          </a:prstGeom>
          <a:noFill/>
          <a:ln w="12502">
            <a:solidFill>
              <a:srgbClr val="3F2F7A"/>
            </a:solidFill>
            <a:prstDash val="solid"/>
          </a:ln>
        </p:spPr>
      </p:sp>
      <p:sp>
        <p:nvSpPr>
          <p:cNvPr id="49" name="vector-1072">
            <a:extLst>
              <a:ext uri="{FF2B5EF4-FFF2-40B4-BE49-F238E27FC236}">
                <ns2:creationId id="{5197B925-E643-4B61-9680-53CF7DC39BC4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3F2F7A"/>
          </a:solidFill>
          <a:ln w="14288">
            <a:noFill/>
            <a:prstDash val="solid"/>
          </a:ln>
        </p:spPr>
      </p:sp>
      <p:sp>
        <p:nvSpPr>
          <p:cNvPr id="50" name="vector-1073">
            <a:extLst>
              <a:ext uri="{FF2B5EF4-FFF2-40B4-BE49-F238E27FC236}">
                <ns2:creationId id="{E353FA93-8D3D-4748-B80D-B03F6A91A68B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58116"/>
          </a:solidFill>
          <a:ln w="14288">
            <a:noFill/>
            <a:prstDash val="solid"/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  <a:endParaRPr/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4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6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