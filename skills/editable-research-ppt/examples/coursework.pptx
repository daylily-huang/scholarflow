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3F2F7A"/>
            </a:solidFill>
            <a:ln w="19050">
              <a:solidFill>
                <a:srgbClr val="3F2F7A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3F2F7A"/>
            </a:solidFill>
            <a:ln w="19050">
              <a:solidFill>
                <a:srgbClr val="3F2F7A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fc6e8ac78c5545a3" /><Relationship Type="http://schemas.openxmlformats.org/officeDocument/2006/relationships/notesMaster" Target="/ppt/notesMasters/notesMaster1.xml" Id="Rf0bb6a3157794807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b70eeec2696d4581" /><Relationship Type="http://schemas.openxmlformats.org/officeDocument/2006/relationships/notesMaster" Target="/ppt/notesMasters/notesMaster1.xml" Id="Rafb4a98151eb46f4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d0cc5ea8d0c74a67" /><Relationship Type="http://schemas.openxmlformats.org/officeDocument/2006/relationships/notesMaster" Target="/ppt/notesMasters/notesMaster1.xml" Id="Reeaf5a3cd56d4190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a98765aa4d045e3" /><Relationship Type="http://schemas.openxmlformats.org/officeDocument/2006/relationships/notesMaster" Target="/ppt/notesMasters/notesMaster1.xml" Id="Rf71fc11f984e4167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cabf86a481cf4e46" /><Relationship Type="http://schemas.openxmlformats.org/officeDocument/2006/relationships/notesMaster" Target="/ppt/notesMasters/notesMaster1.xml" Id="Rfdb328f4526545f4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coursework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1.xml" Id="R68f0df05906a4f2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1.xml" Id="R9e4b51eb44254abd" /><Relationship Type="http://schemas.openxmlformats.org/officeDocument/2006/relationships/chart" Target="/ppt/charts/chart2.xml" Id="Rc49d4862ef9e4b9a" /><Relationship Type="http://schemas.openxmlformats.org/officeDocument/2006/relationships/notesSlide" Target="/ppt/notesSlides/notesSlide2.xml" Id="R62c7711b81c24dd0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3.xml" Id="R4ef68450f9d14d7b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4.xml" Id="Rb9024c2dfc9c419a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5.xml" Id="R2032e172c9364bb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6.xml" Id="R42f6f6e0deef48f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>
            <a:duotone>
              <a:srgbClr val="3F2F7A"/>
              <a:srgbClr val="FFFFFF"/>
            </a:duotone>
          </a:blip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rPr>
              <a:t>课程作业型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rPr>
              <a:t>群落多样性</a:t>
            </a:r>
            <a:endParaRPr/>
          </a:p>
          <a:p>
            <a:pPr algn="l">
              <a:def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rPr>
              <a:t>比较与生态解释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8C84AE"/>
                </a:solidFill>
                <a:latin typeface="Noto Serif CJK SC"/>
                <a:ea typeface="Noto Serif CJK SC"/>
                <a:cs typeface="Noto Serif CJK SC"/>
              </a:rPr>
              <a:t>生态学课程作业 · 指标、假说与证据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A58116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3F2F7A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228600" y="1057275"/>
            <a:ext cx="5143500" cy="361950"/>
          </a:xfrm>
          <a:prstGeom prst="rect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3810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/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044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8431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5905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427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0814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288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383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18096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1965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0670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8765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19219" y="1649349"/>
            <a:ext cx="133731" cy="222885"/>
          </a:xfrm>
          <a:prstGeom prst="ellipse">
            <a:avLst/>
          </a:prstGeom>
          <a:solidFill>
            <a:srgbClr val="68819C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57903" y="1758315"/>
            <a:ext cx="148590" cy="222885"/>
          </a:xfrm>
          <a:prstGeom prst="ellipse">
            <a:avLst/>
          </a:prstGeom>
          <a:solidFill>
            <a:srgbClr val="9EAEBF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053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228600" y="2562225"/>
          <a:ext cx="5143500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9900" y="1057275"/>
            <a:ext cx="5143500" cy="361950"/>
          </a:xfrm>
          <a:prstGeom prst="rect">
            <a:avLst/>
          </a:prstGeom>
          <a:solidFill>
            <a:srgbClr val="8C84AE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72300" y="1085850"/>
            <a:ext cx="483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957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344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818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340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727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4201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296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7226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91095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5835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1010519" y="1649349"/>
            <a:ext cx="133731" cy="222885"/>
          </a:xfrm>
          <a:prstGeom prst="ellipse">
            <a:avLst/>
          </a:prstGeom>
          <a:solidFill>
            <a:srgbClr val="A3B6C8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149203" y="1758315"/>
            <a:ext cx="148590" cy="222885"/>
          </a:xfrm>
          <a:prstGeom prst="ellipse">
            <a:avLst/>
          </a:prstGeom>
          <a:solidFill>
            <a:srgbClr val="C3D0DB"/>
          </a:solidFill>
          <a:ln w="15478">
            <a:solidFill>
              <a:srgbClr val="8C84AE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96600" y="1609725"/>
            <a:ext cx="495300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6510">
            <a:solidFill>
              <a:srgbClr val="8C84AE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706100" y="2152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9900" y="2562225"/>
          <a:ext cx="5143500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59196" y="1685544"/>
            <a:ext cx="425958" cy="302133"/>
          </a:xfrm>
          <a:prstGeom prst="roundRect">
            <a:avLst>
              <a:gd name="adj" fmla="val 25221"/>
            </a:avLst>
          </a:prstGeom>
          <a:noFill/>
          <a:ln w="15478">
            <a:solidFill>
              <a:srgbClr val="3F2F7A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87974" y="1621155"/>
            <a:ext cx="163449" cy="84201"/>
          </a:xfrm>
          <a:prstGeom prst="roundRect">
            <a:avLst>
              <a:gd name="adj" fmla="val 50000"/>
            </a:avLst>
          </a:prstGeom>
          <a:noFill/>
          <a:ln w="15478">
            <a:solidFill>
              <a:srgbClr val="3F2F7A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3021" y="1749933"/>
            <a:ext cx="178308" cy="178308"/>
          </a:xfrm>
          <a:prstGeom prst="ellipse">
            <a:avLst/>
          </a:prstGeom>
          <a:noFill/>
          <a:ln w="15478">
            <a:solidFill>
              <a:srgbClr val="3F2F7A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047" y="1725168"/>
            <a:ext cx="39624" cy="39624"/>
          </a:xfrm>
          <a:prstGeom prst="ellipse">
            <a:avLst/>
          </a:prstGeom>
          <a:solidFill>
            <a:srgbClr val="3F2F7A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0675" y="211455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3773" y="2684907"/>
            <a:ext cx="336804" cy="312039"/>
          </a:xfrm>
          <a:prstGeom prst="can">
            <a:avLst/>
          </a:prstGeom>
          <a:noFill/>
          <a:ln w="15478">
            <a:solidFill>
              <a:srgbClr val="3F2F7A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4525" y="2590800"/>
            <a:ext cx="495300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0675" y="3133725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3679" y="3669411"/>
            <a:ext cx="321945" cy="386334"/>
          </a:xfrm>
          <a:prstGeom prst="roundRect">
            <a:avLst>
              <a:gd name="adj" fmla="val 23669"/>
            </a:avLst>
          </a:prstGeom>
          <a:noFill/>
          <a:ln w="15478">
            <a:solidFill>
              <a:srgbClr val="3F2F7A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897880" y="3634740"/>
            <a:ext cx="148590" cy="742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478">
            <a:solidFill>
              <a:srgbClr val="3F2F7A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4525" y="3609975"/>
            <a:ext cx="495300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6510">
            <a:solidFill>
              <a:srgbClr val="3F2F7A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0675" y="4152900"/>
            <a:ext cx="140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228600" y="4667250"/>
          <a:ext cx="11734800" cy="11811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35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228600" y="5915025"/>
            <a:ext cx="11734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3F2F7A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58116"/>
                </a:solidFill>
              </a:rPr>
              <a:t>均匀度</a:t>
            </a: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/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3F2F7A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3619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/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>
            <a:duotone>
              <a:srgbClr val="3F2F7A"/>
              <a:srgbClr val="FFFFFF"/>
            </a:duotone>
          </a:blip>
          <a:stretch/>
        </p:blipFill>
        <p:spPr>
          <a:xfrm>
            <a:off x="561975" y="2070100"/>
            <a:ext cx="190500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00325" y="2524125"/>
            <a:ext cx="742950" cy="209550"/>
          </a:xfrm>
          <a:prstGeom prst="rightArrow">
            <a:avLst/>
          </a:prstGeom>
          <a:solidFill>
            <a:srgbClr val="8C84AE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>
            <a:duotone>
              <a:srgbClr val="3F2F7A"/>
              <a:srgbClr val="FFFFFF"/>
            </a:duotone>
          </a:blip>
          <a:stretch/>
        </p:blipFill>
        <p:spPr>
          <a:xfrm>
            <a:off x="3981450" y="2425700"/>
            <a:ext cx="1238250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191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575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4762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17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55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/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>
            <a:duotone>
              <a:srgbClr val="3F2F7A"/>
              <a:srgbClr val="FFFFFF"/>
            </a:duotone>
          </a:blip>
          <a:stretch/>
        </p:blipFill>
        <p:spPr>
          <a:xfrm>
            <a:off x="6505575" y="2070100"/>
            <a:ext cx="190500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43925" y="2524125"/>
            <a:ext cx="742950" cy="209550"/>
          </a:xfrm>
          <a:prstGeom prst="rightArrow">
            <a:avLst/>
          </a:prstGeom>
          <a:solidFill>
            <a:srgbClr val="8C84AE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>
            <a:duotone>
              <a:srgbClr val="3F2F7A"/>
              <a:srgbClr val="FFFFFF"/>
            </a:duotone>
          </a:blip>
          <a:stretch/>
        </p:blipFill>
        <p:spPr>
          <a:xfrm>
            <a:off x="9639300" y="2047970"/>
            <a:ext cx="798671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>
            <a:duotone>
              <a:srgbClr val="3F2F7A"/>
              <a:srgbClr val="FFFFFF"/>
            </a:duotone>
          </a:blip>
          <a:stretch/>
        </p:blipFill>
        <p:spPr>
          <a:xfrm>
            <a:off x="10660856" y="2082260"/>
            <a:ext cx="798671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>
            <a:duotone>
              <a:srgbClr val="3F2F7A"/>
              <a:srgbClr val="FFFFFF"/>
            </a:duotone>
          </a:blip>
          <a:stretch/>
        </p:blipFill>
        <p:spPr>
          <a:xfrm>
            <a:off x="9676448" y="2827782"/>
            <a:ext cx="742950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>
            <a:duotone>
              <a:srgbClr val="3F2F7A"/>
              <a:srgbClr val="FFFFFF"/>
            </a:duotone>
          </a:blip>
          <a:stretch/>
        </p:blipFill>
        <p:spPr>
          <a:xfrm>
            <a:off x="10698004" y="2815400"/>
            <a:ext cx="780097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627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011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98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228600" y="4857750"/>
          <a:ext cx="11734800" cy="12192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T w="5715">
                      <a:solidFill>
                        <a:srgbClr val="DEDCE8"/>
                      </a:solidFill>
                      <a:prstDash val="solid"/>
                    </a:lnT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3F2F7A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0EEF7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EDCE8"/>
                      </a:solidFill>
                      <a:prstDash val="solid"/>
                    </a:lnL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EDCE8"/>
                      </a:solidFill>
                      <a:prstDash val="solid"/>
                    </a:lnR>
                    <a:lnB w="5715">
                      <a:solidFill>
                        <a:srgbClr val="DEDC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58116"/>
                </a:solidFill>
              </a:rPr>
              <a:t>共同作用</a:t>
            </a: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58116"/>
                </a:solidFill>
              </a:rPr>
              <a:t>对照设计</a:t>
            </a: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/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4:creationId val="161307495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2700" b="1">
                <a:latin typeface="Noto Sans CJK SC"/>
                <a:ea typeface="Noto Sans CJK SC"/>
                <a:cs typeface="Noto Sans CJK SC"/>
                <a:solidFill>
                  <a:srgbClr val="A58116"/>
                </a:solidFill>
              </a:rPr>
              <a:t>证据缺口</a:t>
            </a: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3F2F7A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23812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0EEF7"/>
          </a:solidFill>
          <a:ln w="19050">
            <a:solidFill>
              <a:srgbClr val="3F2F7A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342900" y="971550"/>
            <a:ext cx="25717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445770" y="1033272"/>
            <a:ext cx="56579" cy="56579"/>
          </a:xfrm>
          <a:prstGeom prst="ellipse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  <a:endParaRPr/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0EEF7"/>
          </a:solidFill>
          <a:ln w="19050">
            <a:solidFill>
              <a:srgbClr val="3F2F7A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00050" y="1733550"/>
            <a:ext cx="95250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209550" cy="209550"/>
          </a:xfrm>
          <a:prstGeom prst="ellipse">
            <a:avLst/>
          </a:prstGeom>
          <a:solidFill>
            <a:srgbClr val="3F2F7A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2400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2400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24000" y="239077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2400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00525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10050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35399" y="992124"/>
            <a:ext cx="216027" cy="216027"/>
          </a:xfrm>
          <a:prstGeom prst="rect">
            <a:avLst/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14825" y="971550"/>
            <a:ext cx="25717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57725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  <a:endParaRPr/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48175" y="1809750"/>
            <a:ext cx="800100" cy="800100"/>
          </a:xfrm>
          <a:prstGeom prst="rect">
            <a:avLst/>
          </a:prstGeom>
          <a:noFill/>
          <a:ln w="29766">
            <a:solidFill>
              <a:srgbClr val="3F2F7A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71975" y="1733550"/>
            <a:ext cx="95250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495925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495925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495925" y="239077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495925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495925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72450" y="89535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81975" y="90487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304752" y="103070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71618" y="99726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69046" y="1064133"/>
            <a:ext cx="92583" cy="92583"/>
          </a:xfrm>
          <a:prstGeom prst="ellipse">
            <a:avLst/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77060" y="1051274"/>
            <a:ext cx="20574" cy="20574"/>
          </a:xfrm>
          <a:prstGeom prst="ellipse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629650" y="96202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  <a:endParaRPr/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410575" y="1952625"/>
            <a:ext cx="819150" cy="581025"/>
          </a:xfrm>
          <a:prstGeom prst="roundRect">
            <a:avLst>
              <a:gd name="adj" fmla="val 13115"/>
            </a:avLst>
          </a:prstGeom>
          <a:noFill/>
          <a:ln w="29766">
            <a:solidFill>
              <a:srgbClr val="3F2F7A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58225" y="1828800"/>
            <a:ext cx="314325" cy="161925"/>
          </a:xfrm>
          <a:prstGeom prst="roundRect">
            <a:avLst>
              <a:gd name="adj" fmla="val 47059"/>
            </a:avLst>
          </a:prstGeom>
          <a:noFill/>
          <a:ln w="29766">
            <a:solidFill>
              <a:srgbClr val="3F2F7A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48700" y="2076450"/>
            <a:ext cx="342900" cy="342900"/>
          </a:xfrm>
          <a:prstGeom prst="ellipse">
            <a:avLst/>
          </a:prstGeom>
          <a:noFill/>
          <a:ln w="29766">
            <a:solidFill>
              <a:srgbClr val="3F2F7A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48750" y="2028825"/>
            <a:ext cx="76200" cy="76200"/>
          </a:xfrm>
          <a:prstGeom prst="ellipse">
            <a:avLst/>
          </a:prstGeom>
          <a:solidFill>
            <a:srgbClr val="3F2F7A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67850" y="14859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67850" y="178117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67850" y="239077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67850" y="24955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67850" y="279082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22860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23812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342900" y="3581400"/>
            <a:ext cx="25717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358331" y="36585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440627" y="3594259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540925" y="3640550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02348" y="3776853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386620" y="3774281"/>
            <a:ext cx="36005" cy="36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  <a:endParaRPr/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95250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33475" y="45624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561975" y="5057775"/>
            <a:ext cx="133350" cy="133350"/>
          </a:xfrm>
          <a:prstGeom prst="ellipse">
            <a:avLst/>
          </a:prstGeom>
          <a:solidFill>
            <a:srgbClr val="FFFFFF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2400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2400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24000" y="500062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2400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00525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10050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14825" y="3581400"/>
            <a:ext cx="25717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379119" y="3720275"/>
            <a:ext cx="33433" cy="84868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35697" y="3673983"/>
            <a:ext cx="33433" cy="131159"/>
          </a:xfrm>
          <a:prstGeom prst="rect">
            <a:avLst/>
          </a:prstGeom>
          <a:solidFill>
            <a:srgbClr val="5D7795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492276" y="3622548"/>
            <a:ext cx="33433" cy="182594"/>
          </a:xfrm>
          <a:prstGeom prst="rect">
            <a:avLst/>
          </a:prstGeom>
          <a:solidFill>
            <a:srgbClr val="3F2F7A"/>
          </a:solidFill>
          <a:ln w="12383">
            <a:solidFill>
              <a:srgbClr val="3F2F7A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57725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  <a:endParaRPr/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71975" y="4343400"/>
            <a:ext cx="95250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31750">
            <a:solidFill>
              <a:srgbClr val="3F2F7A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10100" y="4857750"/>
            <a:ext cx="123825" cy="314325"/>
          </a:xfrm>
          <a:prstGeom prst="rect">
            <a:avLst/>
          </a:prstGeom>
          <a:solidFill>
            <a:srgbClr val="3F2F7A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19650" y="4686300"/>
            <a:ext cx="123825" cy="485775"/>
          </a:xfrm>
          <a:prstGeom prst="rect">
            <a:avLst/>
          </a:prstGeom>
          <a:solidFill>
            <a:srgbClr val="5D7795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29200" y="4495800"/>
            <a:ext cx="123825" cy="676275"/>
          </a:xfrm>
          <a:prstGeom prst="rect">
            <a:avLst/>
          </a:prstGeom>
          <a:solidFill>
            <a:srgbClr val="3F2F7A"/>
          </a:solidFill>
          <a:ln w="29766">
            <a:solidFill>
              <a:srgbClr val="3F2F7A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495925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495925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495925" y="500062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495925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495925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72450" y="3505200"/>
            <a:ext cx="3800475" cy="2447925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DEDCE8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81975" y="3514725"/>
            <a:ext cx="3781425" cy="400050"/>
          </a:xfrm>
          <a:prstGeom prst="roundRect">
            <a:avLst>
              <a:gd name="adj" fmla="val 19048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302181" y="3596831"/>
            <a:ext cx="226314" cy="226314"/>
          </a:xfrm>
          <a:prstGeom prst="ellipse">
            <a:avLst/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3F2F7A"/>
          </a:solidFill>
          <a:ln w="14288">
            <a:noFill/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25717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58116"/>
          </a:solidFill>
          <a:ln w="14288">
            <a:noFill/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629650" y="3571875"/>
            <a:ext cx="3228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  <a:endParaRPr/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401050" y="4400550"/>
            <a:ext cx="838200" cy="838200"/>
          </a:xfrm>
          <a:prstGeom prst="ellipse">
            <a:avLst/>
          </a:prstGeom>
          <a:noFill/>
          <a:ln w="29766">
            <a:solidFill>
              <a:srgbClr val="3F2F7A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3F2F7A"/>
          </a:solidFill>
          <a:ln w="14288">
            <a:noFill/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43900" y="4343400"/>
            <a:ext cx="95250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58116"/>
          </a:solidFill>
          <a:ln w="14288">
            <a:noFill/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67850" y="40957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67850" y="4391025"/>
            <a:ext cx="2324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67850" y="5000625"/>
            <a:ext cx="2276475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67850" y="510540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67850" y="54006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58116"/>
                </a:solidFill>
              </a:rPr>
              <a:t>证据缺口</a:t>
            </a:r>
            <a:r>
              <a:rPr sz="15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展开</a:t>
            </a:r>
            <a:endParaRPr/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168470878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3F2F7A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228600" y="952500"/>
            <a:ext cx="1457325" cy="1476375"/>
          </a:xfrm>
          <a:prstGeom prst="rect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4" name="icon-search-938">
            <a:extLst>
              <a:ext uri="{FF2B5EF4-FFF2-40B4-BE49-F238E27FC236}">
                <ns2:creationId id="{CC4D31F5-4DCE-4A5B-B0F3-135EAFC9AAC9}"/>
              </a:ext>
            </a:extLst>
          </p:cNvPr>
          <p:cNvSpPr>
            <a:spLocks noGrp="1"/>
          </p:cNvSpPr>
          <p:nvPr/>
        </p:nvSpPr>
        <p:spPr>
          <a:xfrm>
            <a:off x="713423" y="1122998"/>
            <a:ext cx="270701" cy="270701"/>
          </a:xfrm>
          <a:prstGeom prst="ellipse">
            <a:avLst/>
          </a:prstGeom>
          <a:noFill/>
          <a:ln w="14585">
            <a:solidFill>
              <a:srgbClr val="3F2F7A"/>
            </a:solidFill>
            <a:prstDash val="solid"/>
          </a:ln>
        </p:spPr>
      </p:sp>
      <p:sp>
        <p:nvSpPr>
          <p:cNvPr id="5" name="vector-939">
            <a:extLst>
              <a:ext uri="{FF2B5EF4-FFF2-40B4-BE49-F238E27FC236}">
                <ns2:creationId id="{0803A262-CF0E-40B2-A236-A04579E3FA48}"/>
              </a:ext>
            </a:extLst>
          </p:cNvPr>
          <p:cNvSpPr>
            <a:spLocks noGrp="1"/>
          </p:cNvSpPr>
          <p:nvPr/>
        </p:nvSpPr>
        <p:spPr>
          <a:xfrm>
            <a:off x="666750" y="1076325"/>
            <a:ext cx="466725" cy="466725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352425" y="166687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  <a:endParaRPr/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33375" y="2076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回答“是什么”</a:t>
            </a:r>
            <a:endParaRPr/>
          </a:p>
        </p:txBody>
      </p:sp>
      <p:sp>
        <p:nvSpPr>
          <p:cNvPr id="8" name="vector-942">
            <a:extLst>
              <a:ext uri="{FF2B5EF4-FFF2-40B4-BE49-F238E27FC236}">
                <ns2:creationId id="{6CE26792-D546-4758-80ED-5ABBCCB151C3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0EEF7"/>
          </a:solidFill>
          <a:ln w="19050">
            <a:solidFill>
              <a:srgbClr val="3F2F7A"/>
            </a:solidFill>
            <a:prstDash val="solid"/>
          </a:ln>
        </p:spPr>
      </p:sp>
      <p:sp>
        <p:nvSpPr>
          <p:cNvPr id="9" name="vector-943">
            <a:extLst>
              <a:ext uri="{FF2B5EF4-FFF2-40B4-BE49-F238E27FC236}">
                <ns2:creationId id="{2E2A0E8E-33E4-4AFA-8F52-EC3B09DC1397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2860">
            <a:solidFill>
              <a:srgbClr val="3F2F7A"/>
            </a:solidFill>
            <a:prstDash val="solid"/>
          </a:ln>
        </p:spPr>
      </p:sp>
      <p:sp>
        <p:nvSpPr>
          <p:cNvPr id="10" name="vector-944">
            <a:extLst>
              <a:ext uri="{FF2B5EF4-FFF2-40B4-BE49-F238E27FC236}">
                <ns2:creationId id="{E05650E2-0797-43E9-B0CD-C86796D637FB}"/>
              </a:ext>
            </a:extLst>
          </p:cNvPr>
          <p:cNvSpPr>
            <a:spLocks noGrp="1"/>
          </p:cNvSpPr>
          <p:nvPr/>
        </p:nvSpPr>
        <p:spPr>
          <a:xfrm>
            <a:off x="1924050" y="1190625"/>
            <a:ext cx="685800" cy="685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2860">
            <a:solidFill>
              <a:srgbClr val="3F2F7A"/>
            </a:solidFill>
            <a:prstDash val="solid"/>
          </a:ln>
        </p:spPr>
      </p:sp>
      <p:sp>
        <p:nvSpPr>
          <p:cNvPr id="11" name="icon-map-945">
            <a:extLst>
              <a:ext uri="{FF2B5EF4-FFF2-40B4-BE49-F238E27FC236}">
                <ns2:creationId id="{7B967702-2E53-4940-8781-6922ACE241CC}"/>
              </a:ext>
            </a:extLst>
          </p:cNvPr>
          <p:cNvSpPr>
            <a:spLocks noGrp="1"/>
          </p:cNvSpPr>
          <p:nvPr/>
        </p:nvSpPr>
        <p:spPr>
          <a:xfrm>
            <a:off x="2198370" y="1355217"/>
            <a:ext cx="150876" cy="150876"/>
          </a:xfrm>
          <a:prstGeom prst="ellipse">
            <a:avLst/>
          </a:prstGeom>
          <a:solidFill>
            <a:srgbClr val="3F2F7A"/>
          </a:solidFill>
          <a:ln w="21431">
            <a:solidFill>
              <a:srgbClr val="3F2F7A"/>
            </a:solidFill>
            <a:prstDash val="solid"/>
          </a:ln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1838325" y="198120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24325" y="1181100"/>
            <a:ext cx="4057650" cy="962025"/>
          </a:xfrm>
          <a:prstGeom prst="rightArrow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71975" y="132397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71975" y="174307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  <a:endParaRPr/>
          </a:p>
        </p:txBody>
      </p:sp>
      <p:sp>
        <p:nvSpPr>
          <p:cNvPr id="16" name="vector-950">
            <a:extLst>
              <a:ext uri="{FF2B5EF4-FFF2-40B4-BE49-F238E27FC236}">
                <ns2:creationId id="{254DBD64-B723-4E27-8933-275FB70D6A3C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17" name="vector-951">
            <a:extLst>
              <a:ext uri="{FF2B5EF4-FFF2-40B4-BE49-F238E27FC236}">
                <ns2:creationId id="{D2DCBE5A-9448-4E59-977A-6F49C9FC4637}"/>
              </a:ext>
            </a:extLst>
          </p:cNvPr>
          <p:cNvSpPr>
            <a:spLocks noGrp="1"/>
          </p:cNvSpPr>
          <p:nvPr/>
        </p:nvSpPr>
        <p:spPr>
          <a:xfrm>
            <a:off x="9020175" y="1104900"/>
            <a:ext cx="742950" cy="7429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18" name="icon-chart-952">
            <a:extLst>
              <a:ext uri="{FF2B5EF4-FFF2-40B4-BE49-F238E27FC236}">
                <ns2:creationId id="{A0724D74-407E-4148-A643-6CE8E44223CF}"/>
              </a:ext>
            </a:extLst>
          </p:cNvPr>
          <p:cNvSpPr>
            <a:spLocks noGrp="1"/>
          </p:cNvSpPr>
          <p:nvPr/>
        </p:nvSpPr>
        <p:spPr>
          <a:xfrm>
            <a:off x="9205913" y="1506093"/>
            <a:ext cx="96584" cy="245173"/>
          </a:xfrm>
          <a:prstGeom prst="rect">
            <a:avLst/>
          </a:prstGeom>
          <a:solidFill>
            <a:srgbClr val="3F2F7A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19" name="icon-chart-953">
            <a:extLst>
              <a:ext uri="{FF2B5EF4-FFF2-40B4-BE49-F238E27FC236}">
                <ns2:creationId id="{FEF4284F-1601-43CF-9BE8-42D45A540AD2}"/>
              </a:ext>
            </a:extLst>
          </p:cNvPr>
          <p:cNvSpPr>
            <a:spLocks noGrp="1"/>
          </p:cNvSpPr>
          <p:nvPr/>
        </p:nvSpPr>
        <p:spPr>
          <a:xfrm>
            <a:off x="9369362" y="1372362"/>
            <a:ext cx="96584" cy="378905"/>
          </a:xfrm>
          <a:prstGeom prst="rect">
            <a:avLst/>
          </a:prstGeom>
          <a:solidFill>
            <a:srgbClr val="5D7795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20" name="icon-chart-954">
            <a:extLst>
              <a:ext uri="{FF2B5EF4-FFF2-40B4-BE49-F238E27FC236}">
                <ns2:creationId id="{EAA8A69C-666B-46AB-A374-B51305504CFB}"/>
              </a:ext>
            </a:extLst>
          </p:cNvPr>
          <p:cNvSpPr>
            <a:spLocks noGrp="1"/>
          </p:cNvSpPr>
          <p:nvPr/>
        </p:nvSpPr>
        <p:spPr>
          <a:xfrm>
            <a:off x="9532811" y="1223772"/>
            <a:ext cx="96584" cy="527495"/>
          </a:xfrm>
          <a:prstGeom prst="rect">
            <a:avLst/>
          </a:prstGeom>
          <a:solidFill>
            <a:srgbClr val="3F2F7A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505825" y="196215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228600" y="2476500"/>
            <a:ext cx="11734800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228600" y="2562225"/>
            <a:ext cx="1457325" cy="1476375"/>
          </a:xfrm>
          <a:prstGeom prst="rect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24" name="vector-958">
            <a:extLst>
              <a:ext uri="{FF2B5EF4-FFF2-40B4-BE49-F238E27FC236}">
                <ns2:creationId id="{FB76C65A-F92B-41BB-9FFA-47C2A0BAA9EA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25" name="vector-959">
            <a:extLst>
              <a:ext uri="{FF2B5EF4-FFF2-40B4-BE49-F238E27FC236}">
                <ns2:creationId id="{5F048AC2-95B9-4672-B89C-D4344D478E9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26" name="vector-960">
            <a:extLst>
              <a:ext uri="{FF2B5EF4-FFF2-40B4-BE49-F238E27FC236}">
                <ns2:creationId id="{85ED0A9A-BDB9-4C83-9EAD-BDF9FCC65CB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27" name="vector-961">
            <a:extLst>
              <a:ext uri="{FF2B5EF4-FFF2-40B4-BE49-F238E27FC236}">
                <ns2:creationId id="{C7D9F323-AF43-4176-A8FA-2544B6182C1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28" name="vector-962">
            <a:extLst>
              <a:ext uri="{FF2B5EF4-FFF2-40B4-BE49-F238E27FC236}">
                <ns2:creationId id="{05965491-51F1-4ECA-BD07-44E244EF3415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29" name="vector-963">
            <a:extLst>
              <a:ext uri="{FF2B5EF4-FFF2-40B4-BE49-F238E27FC236}">
                <ns2:creationId id="{52F89D1C-D76B-4D64-A5F3-61AF611CDF48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30" name="vector-964">
            <a:extLst>
              <a:ext uri="{FF2B5EF4-FFF2-40B4-BE49-F238E27FC236}">
                <ns2:creationId id="{D9CF4BB0-DC92-4173-9673-2F9C18357E06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466725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31" name="icon-network-965">
            <a:extLst>
              <a:ext uri="{FF2B5EF4-FFF2-40B4-BE49-F238E27FC236}">
                <ns2:creationId id="{ABB5165E-DCFF-42BC-8A6F-BD9A02AF5B29}"/>
              </a:ext>
            </a:extLst>
          </p:cNvPr>
          <p:cNvSpPr>
            <a:spLocks noGrp="1"/>
          </p:cNvSpPr>
          <p:nvPr/>
        </p:nvSpPr>
        <p:spPr>
          <a:xfrm>
            <a:off x="694754" y="2826068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32" name="icon-network-966">
            <a:extLst>
              <a:ext uri="{FF2B5EF4-FFF2-40B4-BE49-F238E27FC236}">
                <ns2:creationId id="{1010E9BB-7FF1-4F3D-9444-CC03592266E8}"/>
              </a:ext>
            </a:extLst>
          </p:cNvPr>
          <p:cNvSpPr>
            <a:spLocks noGrp="1"/>
          </p:cNvSpPr>
          <p:nvPr/>
        </p:nvSpPr>
        <p:spPr>
          <a:xfrm>
            <a:off x="844106" y="2709386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33" name="icon-network-967">
            <a:extLst>
              <a:ext uri="{FF2B5EF4-FFF2-40B4-BE49-F238E27FC236}">
                <ns2:creationId id="{2D096CA0-2AD7-448A-819E-BA336AEAAED5}"/>
              </a:ext>
            </a:extLst>
          </p:cNvPr>
          <p:cNvSpPr>
            <a:spLocks noGrp="1"/>
          </p:cNvSpPr>
          <p:nvPr/>
        </p:nvSpPr>
        <p:spPr>
          <a:xfrm>
            <a:off x="1026128" y="2793397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34" name="icon-network-968">
            <a:extLst>
              <a:ext uri="{FF2B5EF4-FFF2-40B4-BE49-F238E27FC236}">
                <ns2:creationId id="{3E60C336-7BED-4F84-A851-9D670ABF55CA}"/>
              </a:ext>
            </a:extLst>
          </p:cNvPr>
          <p:cNvSpPr>
            <a:spLocks noGrp="1"/>
          </p:cNvSpPr>
          <p:nvPr/>
        </p:nvSpPr>
        <p:spPr>
          <a:xfrm>
            <a:off x="956120" y="3040761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35" name="icon-network-969">
            <a:extLst>
              <a:ext uri="{FF2B5EF4-FFF2-40B4-BE49-F238E27FC236}">
                <ns2:creationId id="{327DFD07-BEDE-433E-9FAD-0220318A43F2}"/>
              </a:ext>
            </a:extLst>
          </p:cNvPr>
          <p:cNvSpPr>
            <a:spLocks noGrp="1"/>
          </p:cNvSpPr>
          <p:nvPr/>
        </p:nvSpPr>
        <p:spPr>
          <a:xfrm>
            <a:off x="746093" y="3036094"/>
            <a:ext cx="65342" cy="65342"/>
          </a:xfrm>
          <a:prstGeom prst="ellipse">
            <a:avLst/>
          </a:prstGeom>
          <a:solidFill>
            <a:srgbClr val="FFFFF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352425" y="327660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/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33375" y="3686175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回答“为什么”</a:t>
            </a:r>
            <a:endParaRPr/>
          </a:p>
        </p:txBody>
      </p:sp>
      <p:sp>
        <p:nvSpPr>
          <p:cNvPr id="38" name="vector-972">
            <a:extLst>
              <a:ext uri="{FF2B5EF4-FFF2-40B4-BE49-F238E27FC236}">
                <ns2:creationId id="{E42918A6-F4DC-40BC-BB49-8CDBF6F34868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2860">
            <a:solidFill>
              <a:srgbClr val="3F2F7A"/>
            </a:solidFill>
            <a:prstDash val="solid"/>
          </a:ln>
        </p:spPr>
      </p:sp>
      <p:sp>
        <p:nvSpPr>
          <p:cNvPr id="39" name="vector-973">
            <a:extLst>
              <a:ext uri="{FF2B5EF4-FFF2-40B4-BE49-F238E27FC236}">
                <ns2:creationId id="{33AB31C0-74BC-426D-88F0-B5E0B014C03C}"/>
              </a:ext>
            </a:extLst>
          </p:cNvPr>
          <p:cNvSpPr>
            <a:spLocks noGrp="1"/>
          </p:cNvSpPr>
          <p:nvPr/>
        </p:nvSpPr>
        <p:spPr>
          <a:xfrm>
            <a:off x="1924050" y="2800350"/>
            <a:ext cx="685800" cy="6858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2860">
            <a:solidFill>
              <a:srgbClr val="3F2F7A"/>
            </a:solidFill>
            <a:prstDash val="solid"/>
          </a:ln>
        </p:spPr>
      </p:sp>
      <p:sp>
        <p:nvSpPr>
          <p:cNvPr id="40" name="icon-chart-974">
            <a:extLst>
              <a:ext uri="{FF2B5EF4-FFF2-40B4-BE49-F238E27FC236}">
                <ns2:creationId id="{33A0C8B6-6ECA-45D8-B24E-AA02E9683BE6}"/>
              </a:ext>
            </a:extLst>
          </p:cNvPr>
          <p:cNvSpPr>
            <a:spLocks noGrp="1"/>
          </p:cNvSpPr>
          <p:nvPr/>
        </p:nvSpPr>
        <p:spPr>
          <a:xfrm>
            <a:off x="2095500" y="3170682"/>
            <a:ext cx="89154" cy="226314"/>
          </a:xfrm>
          <a:prstGeom prst="rect">
            <a:avLst/>
          </a:prstGeom>
          <a:solidFill>
            <a:srgbClr val="3F2F7A"/>
          </a:solidFill>
          <a:ln w="21431">
            <a:solidFill>
              <a:srgbClr val="3F2F7A"/>
            </a:solidFill>
            <a:prstDash val="solid"/>
          </a:ln>
        </p:spPr>
      </p:sp>
      <p:sp>
        <p:nvSpPr>
          <p:cNvPr id="41" name="icon-chart-975">
            <a:extLst>
              <a:ext uri="{FF2B5EF4-FFF2-40B4-BE49-F238E27FC236}">
                <ns2:creationId id="{A6E642A3-C57C-4FC2-AEB1-A94A79C298B5}"/>
              </a:ext>
            </a:extLst>
          </p:cNvPr>
          <p:cNvSpPr>
            <a:spLocks noGrp="1"/>
          </p:cNvSpPr>
          <p:nvPr/>
        </p:nvSpPr>
        <p:spPr>
          <a:xfrm>
            <a:off x="2246376" y="3047238"/>
            <a:ext cx="89154" cy="349758"/>
          </a:xfrm>
          <a:prstGeom prst="rect">
            <a:avLst/>
          </a:prstGeom>
          <a:solidFill>
            <a:srgbClr val="5D7795"/>
          </a:solidFill>
          <a:ln w="21431">
            <a:solidFill>
              <a:srgbClr val="3F2F7A"/>
            </a:solidFill>
            <a:prstDash val="solid"/>
          </a:ln>
        </p:spPr>
      </p:sp>
      <p:sp>
        <p:nvSpPr>
          <p:cNvPr id="42" name="icon-chart-976">
            <a:extLst>
              <a:ext uri="{FF2B5EF4-FFF2-40B4-BE49-F238E27FC236}">
                <ns2:creationId id="{697166EA-1E55-48F0-AEB8-ABA267EE1F25}"/>
              </a:ext>
            </a:extLst>
          </p:cNvPr>
          <p:cNvSpPr>
            <a:spLocks noGrp="1"/>
          </p:cNvSpPr>
          <p:nvPr/>
        </p:nvSpPr>
        <p:spPr>
          <a:xfrm>
            <a:off x="2397252" y="2910078"/>
            <a:ext cx="89154" cy="486918"/>
          </a:xfrm>
          <a:prstGeom prst="rect">
            <a:avLst/>
          </a:prstGeom>
          <a:solidFill>
            <a:srgbClr val="3F2F7A"/>
          </a:solidFill>
          <a:ln w="21431">
            <a:solidFill>
              <a:srgbClr val="3F2F7A"/>
            </a:solidFill>
            <a:prstDash val="solid"/>
          </a:ln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1838325" y="3590925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24325" y="2790825"/>
            <a:ext cx="4057650" cy="962025"/>
          </a:xfrm>
          <a:prstGeom prst="rightArrow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71975" y="2933700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71975" y="3352800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  <a:endParaRPr/>
          </a:p>
        </p:txBody>
      </p:sp>
      <p:sp>
        <p:nvSpPr>
          <p:cNvPr id="47" name="vector-981">
            <a:extLst>
              <a:ext uri="{FF2B5EF4-FFF2-40B4-BE49-F238E27FC236}">
                <ns2:creationId id="{84F173EC-1701-451B-A3DF-E2C6FFDE02E0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48" name="vector-982">
            <a:extLst>
              <a:ext uri="{FF2B5EF4-FFF2-40B4-BE49-F238E27FC236}">
                <ns2:creationId id="{F83D9E24-8984-44C8-AFCF-784E58C98D01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49" name="vector-983">
            <a:extLst>
              <a:ext uri="{FF2B5EF4-FFF2-40B4-BE49-F238E27FC236}">
                <ns2:creationId id="{C6CDBDD0-CA7E-467D-87B8-376F9288B04E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50" name="vector-984">
            <a:extLst>
              <a:ext uri="{FF2B5EF4-FFF2-40B4-BE49-F238E27FC236}">
                <ns2:creationId id="{2676887E-B5CB-4B8B-B415-4B97AD4B843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51" name="vector-985">
            <a:extLst>
              <a:ext uri="{FF2B5EF4-FFF2-40B4-BE49-F238E27FC236}">
                <ns2:creationId id="{D99E21C0-4502-49FD-AD7C-934EDF4CB4A2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52" name="vector-986">
            <a:extLst>
              <a:ext uri="{FF2B5EF4-FFF2-40B4-BE49-F238E27FC236}">
                <ns2:creationId id="{8CC346E8-A82B-4B43-AD32-DBB43D3E795F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53" name="vector-987">
            <a:extLst>
              <a:ext uri="{FF2B5EF4-FFF2-40B4-BE49-F238E27FC236}">
                <ns2:creationId id="{94EC1D67-7E50-4AF2-BC0D-3EF811082683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742950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4765">
            <a:solidFill>
              <a:srgbClr val="3F2F7A"/>
            </a:solidFill>
            <a:prstDash val="solid"/>
          </a:ln>
        </p:spPr>
      </p:sp>
      <p:sp>
        <p:nvSpPr>
          <p:cNvPr id="54" name="icon-network-988">
            <a:extLst>
              <a:ext uri="{FF2B5EF4-FFF2-40B4-BE49-F238E27FC236}">
                <ns2:creationId id="{11C6EA6C-4720-40EC-831C-9BD4B215202D}"/>
              </a:ext>
            </a:extLst>
          </p:cNvPr>
          <p:cNvSpPr>
            <a:spLocks noGrp="1"/>
          </p:cNvSpPr>
          <p:nvPr/>
        </p:nvSpPr>
        <p:spPr>
          <a:xfrm>
            <a:off x="9064752" y="2937510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55" name="icon-network-989">
            <a:extLst>
              <a:ext uri="{FF2B5EF4-FFF2-40B4-BE49-F238E27FC236}">
                <ns2:creationId id="{451C298D-CA9E-4E8D-991F-39912373CD67}"/>
              </a:ext>
            </a:extLst>
          </p:cNvPr>
          <p:cNvSpPr>
            <a:spLocks noGrp="1"/>
          </p:cNvSpPr>
          <p:nvPr/>
        </p:nvSpPr>
        <p:spPr>
          <a:xfrm>
            <a:off x="9302496" y="2751773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56" name="icon-network-990">
            <a:extLst>
              <a:ext uri="{FF2B5EF4-FFF2-40B4-BE49-F238E27FC236}">
                <ns2:creationId id="{15C6EA8F-9707-4FCA-8443-42D896805140}"/>
              </a:ext>
            </a:extLst>
          </p:cNvPr>
          <p:cNvSpPr>
            <a:spLocks noGrp="1"/>
          </p:cNvSpPr>
          <p:nvPr/>
        </p:nvSpPr>
        <p:spPr>
          <a:xfrm>
            <a:off x="9592247" y="2885504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57" name="icon-network-991">
            <a:extLst>
              <a:ext uri="{FF2B5EF4-FFF2-40B4-BE49-F238E27FC236}">
                <ns2:creationId id="{31D43CC5-45B7-42D1-B5D0-E66A53080A76}"/>
              </a:ext>
            </a:extLst>
          </p:cNvPr>
          <p:cNvSpPr>
            <a:spLocks noGrp="1"/>
          </p:cNvSpPr>
          <p:nvPr/>
        </p:nvSpPr>
        <p:spPr>
          <a:xfrm>
            <a:off x="9480804" y="3279267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58" name="icon-network-992">
            <a:extLst>
              <a:ext uri="{FF2B5EF4-FFF2-40B4-BE49-F238E27FC236}">
                <ns2:creationId id="{756633ED-6050-4C9E-842A-51585E3E3DA1}"/>
              </a:ext>
            </a:extLst>
          </p:cNvPr>
          <p:cNvSpPr>
            <a:spLocks noGrp="1"/>
          </p:cNvSpPr>
          <p:nvPr/>
        </p:nvSpPr>
        <p:spPr>
          <a:xfrm>
            <a:off x="9146477" y="3271838"/>
            <a:ext cx="104013" cy="104013"/>
          </a:xfrm>
          <a:prstGeom prst="ellipse">
            <a:avLst/>
          </a:prstGeom>
          <a:solidFill>
            <a:srgbClr val="FFFFFF"/>
          </a:solidFill>
          <a:ln w="23217">
            <a:solidFill>
              <a:srgbClr val="3F2F7A"/>
            </a:solidFill>
            <a:prstDash val="solid"/>
          </a:ln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505825" y="3571875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228600" y="4086225"/>
            <a:ext cx="11734800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228600" y="4171950"/>
            <a:ext cx="1457325" cy="1476375"/>
          </a:xfrm>
          <a:prstGeom prst="rect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62" name="vector-996">
            <a:extLst>
              <a:ext uri="{FF2B5EF4-FFF2-40B4-BE49-F238E27FC236}">
                <ns2:creationId id="{A8B7082B-98A7-47E0-8637-0C98FECB5A25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63" name="icon-leaf-997">
            <a:extLst>
              <a:ext uri="{FF2B5EF4-FFF2-40B4-BE49-F238E27FC236}">
                <ns2:creationId id="{9D76C90F-7B21-4E5C-9974-00153B53D072}"/>
              </a:ext>
            </a:extLst>
          </p:cNvPr>
          <p:cNvSpPr>
            <a:spLocks noGrp="1"/>
          </p:cNvSpPr>
          <p:nvPr/>
        </p:nvSpPr>
        <p:spPr>
          <a:xfrm>
            <a:off x="774097" y="4333113"/>
            <a:ext cx="126016" cy="210026"/>
          </a:xfrm>
          <a:prstGeom prst="ellipse">
            <a:avLst/>
          </a:prstGeom>
          <a:solidFill>
            <a:srgbClr val="68819C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64" name="icon-leaf-998">
            <a:extLst>
              <a:ext uri="{FF2B5EF4-FFF2-40B4-BE49-F238E27FC236}">
                <ns2:creationId id="{AA9F3DA6-1490-4DF3-9DF8-5A8743F49A56}"/>
              </a:ext>
            </a:extLst>
          </p:cNvPr>
          <p:cNvSpPr>
            <a:spLocks noGrp="1"/>
          </p:cNvSpPr>
          <p:nvPr/>
        </p:nvSpPr>
        <p:spPr>
          <a:xfrm>
            <a:off x="904780" y="4435793"/>
            <a:ext cx="140018" cy="210026"/>
          </a:xfrm>
          <a:prstGeom prst="ellipse">
            <a:avLst/>
          </a:prstGeom>
          <a:solidFill>
            <a:srgbClr val="9EAEBF"/>
          </a:solidFill>
          <a:ln w="14585">
            <a:solidFill>
              <a:srgbClr val="3F2F7A"/>
            </a:solidFill>
            <a:prstDash val="solid"/>
          </a:ln>
        </p:spPr>
      </p:sp>
      <p:sp>
        <p:nvSpPr>
          <p:cNvPr id="65" name="vector-999">
            <a:extLst>
              <a:ext uri="{FF2B5EF4-FFF2-40B4-BE49-F238E27FC236}">
                <ns2:creationId id="{1A1E415E-793F-4F6A-BB3C-E8CC907C1607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66" name="vector-1000">
            <a:extLst>
              <a:ext uri="{FF2B5EF4-FFF2-40B4-BE49-F238E27FC236}">
                <ns2:creationId id="{AF6B1BA4-9B0D-40FC-BF59-8D5B29C325A8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66725" cy="4667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558">
            <a:solidFill>
              <a:srgbClr val="3F2F7A"/>
            </a:solidFill>
            <a:prstDash val="solid"/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352425" y="4886325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  <a:endParaRPr/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33375" y="52959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回答“哪里适用”</a:t>
            </a:r>
            <a:endParaRPr/>
          </a:p>
        </p:txBody>
      </p:sp>
      <p:sp>
        <p:nvSpPr>
          <p:cNvPr id="69" name="vector-1003">
            <a:extLst>
              <a:ext uri="{FF2B5EF4-FFF2-40B4-BE49-F238E27FC236}">
                <ns2:creationId id="{D935BE1C-23D6-4623-965E-C5F6660D4E5B}"/>
              </a:ext>
            </a:extLst>
          </p:cNvPr>
          <p:cNvSpPr>
            <a:spLocks noGrp="1"/>
          </p:cNvSpPr>
          <p:nvPr/>
        </p:nvSpPr>
        <p:spPr>
          <a:xfrm>
            <a:off x="1924050" y="4410075"/>
            <a:ext cx="685800" cy="685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2860">
            <a:solidFill>
              <a:srgbClr val="3F2F7A"/>
            </a:solidFill>
            <a:prstDash val="solid"/>
          </a:ln>
        </p:spPr>
      </p:sp>
      <p:sp>
        <p:nvSpPr>
          <p:cNvPr id="70" name="icon-tree-1004">
            <a:extLst>
              <a:ext uri="{FF2B5EF4-FFF2-40B4-BE49-F238E27FC236}">
                <ns2:creationId id="{4AB36950-8910-48BA-910C-9E30C1336500}"/>
              </a:ext>
            </a:extLst>
          </p:cNvPr>
          <p:cNvSpPr>
            <a:spLocks noGrp="1"/>
          </p:cNvSpPr>
          <p:nvPr/>
        </p:nvSpPr>
        <p:spPr>
          <a:xfrm>
            <a:off x="2033778" y="4444365"/>
            <a:ext cx="473202" cy="425196"/>
          </a:xfrm>
          <a:prstGeom prst="cloud">
            <a:avLst/>
          </a:prstGeom>
          <a:solidFill>
            <a:srgbClr val="748BA4"/>
          </a:solidFill>
          <a:ln w="21431">
            <a:solidFill>
              <a:srgbClr val="3F2F7A"/>
            </a:solidFill>
            <a:prstDash val="solid"/>
          </a:ln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1838325" y="5200650"/>
            <a:ext cx="2076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24325" y="4400550"/>
            <a:ext cx="4057650" cy="962025"/>
          </a:xfrm>
          <a:prstGeom prst="rightArrow">
            <a:avLst/>
          </a:prstGeom>
          <a:solidFill>
            <a:srgbClr val="F0EEF7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71975" y="4543425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A58116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71975" y="4962525"/>
            <a:ext cx="3219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  <a:endParaRPr/>
          </a:p>
        </p:txBody>
      </p:sp>
      <p:sp>
        <p:nvSpPr>
          <p:cNvPr id="75" name="vector-1009">
            <a:extLst>
              <a:ext uri="{FF2B5EF4-FFF2-40B4-BE49-F238E27FC236}">
                <ns2:creationId id="{9D25DE64-FA93-4DF6-AD7B-18664879C0FF}"/>
              </a:ext>
            </a:extLst>
          </p:cNvPr>
          <p:cNvSpPr>
            <a:spLocks noGrp="1"/>
          </p:cNvSpPr>
          <p:nvPr/>
        </p:nvSpPr>
        <p:spPr>
          <a:xfrm>
            <a:off x="9020175" y="4591812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3F2F7A"/>
            </a:solidFill>
            <a:prstDash val="solid"/>
          </a:ln>
        </p:spPr>
      </p:sp>
      <p:sp>
        <p:nvSpPr>
          <p:cNvPr id="76" name="vector-1010">
            <a:extLst>
              <a:ext uri="{FF2B5EF4-FFF2-40B4-BE49-F238E27FC236}">
                <ns2:creationId id="{46F1668B-D85D-47FB-B0E3-913D61CFB5ED}"/>
              </a:ext>
            </a:extLst>
          </p:cNvPr>
          <p:cNvSpPr>
            <a:spLocks noGrp="1"/>
          </p:cNvSpPr>
          <p:nvPr/>
        </p:nvSpPr>
        <p:spPr>
          <a:xfrm>
            <a:off x="9020175" y="4458081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3F2F7A"/>
            </a:solidFill>
            <a:prstDash val="solid"/>
          </a:ln>
        </p:spPr>
      </p:sp>
      <p:sp>
        <p:nvSpPr>
          <p:cNvPr id="77" name="vector-1011">
            <a:extLst>
              <a:ext uri="{FF2B5EF4-FFF2-40B4-BE49-F238E27FC236}">
                <ns2:creationId id="{A726804A-551C-492A-8E39-722BE4841249}"/>
              </a:ext>
            </a:extLst>
          </p:cNvPr>
          <p:cNvSpPr>
            <a:spLocks noGrp="1"/>
          </p:cNvSpPr>
          <p:nvPr/>
        </p:nvSpPr>
        <p:spPr>
          <a:xfrm>
            <a:off x="9020175" y="4324350"/>
            <a:ext cx="742950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3F2F7A"/>
            </a:solidFill>
            <a:prstDash val="solid"/>
          </a:ln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505825" y="5181600"/>
            <a:ext cx="323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228600" y="5695950"/>
            <a:ext cx="11734800" cy="95"/>
          </a:xfrm>
          <a:prstGeom prst="line">
            <a:avLst/>
          </a:prstGeom>
          <a:noFill/>
          <a:ln w="14288">
            <a:solidFill>
              <a:srgbClr val="DEDCE8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001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053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244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ellipse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29600" y="5943600"/>
            <a:ext cx="295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48700" y="5934075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3F2F7A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/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/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58116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/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>
            <a:duotone>
              <a:srgbClr val="3F2F7A"/>
              <a:srgbClr val="FFFFFF"/>
            </a:duotone>
          </a:blip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noFill/>
          <a:ln w="19943">
            <a:solidFill>
              <a:srgbClr val="3F2F7A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noFill/>
          <a:ln w="19943">
            <a:solidFill>
              <a:srgbClr val="3F2F7A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noFill/>
          <a:ln w="19943">
            <a:solidFill>
              <a:srgbClr val="3F2F7A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3F2F7A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F0EEF7"/>
          </a:solidFill>
          <a:ln w="19050">
            <a:solidFill>
              <a:srgbClr val="3F2F7A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1273">
            <a:solidFill>
              <a:srgbClr val="3F2F7A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3F2F7A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5D7795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3F2F7A"/>
          </a:solidFill>
          <a:ln w="19943">
            <a:solidFill>
              <a:srgbClr val="3F2F7A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3F2F7A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3F2F7A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noFill/>
          <a:ln w="12502">
            <a:solidFill>
              <a:srgbClr val="3F2F7A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502">
            <a:solidFill>
              <a:srgbClr val="3F2F7A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noFill/>
          <a:ln w="12502">
            <a:solidFill>
              <a:srgbClr val="3F2F7A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3335">
            <a:solidFill>
              <a:srgbClr val="3F2F7A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noFill/>
          <a:ln w="12502">
            <a:solidFill>
              <a:srgbClr val="3F2F7A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3F2F7A"/>
          </a:solidFill>
          <a:ln w="14288">
            <a:noFill/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58116"/>
          </a:solidFill>
          <a:ln w="14288">
            <a:noFill/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3F2F7A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84AE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