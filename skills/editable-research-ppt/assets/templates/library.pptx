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674feac91d8d403d"/>
    <p:sldId id="257" r:id="R82d8f7523f2e40b9"/>
    <p:sldId id="258" r:id="Re4e8be8754934122"/>
    <p:sldId id="259" r:id="R6949cef4fb754157"/>
    <p:sldId id="260" r:id="R073ec191db2c44fc"/>
    <p:sldId id="261" r:id="Rb4fa7e7717454407"/>
    <p:sldId id="262" r:id="R05ec821675174d2d"/>
    <p:sldId id="263" r:id="Rebcb7f4241ef41ec"/>
    <p:sldId id="264" r:id="Red7daf6306f24e0a"/>
    <p:sldId id="265" r:id="Rdb23ecaf450b4c43"/>
    <p:sldId id="266" r:id="Re49cd79ed5fe4d4c"/>
    <p:sldId id="267" r:id="R9896993d84144835"/>
    <p:sldId id="268" r:id="Raf8d9b3b5ffc4ec1"/>
    <p:sldId id="269" r:id="Rff69635f2e334bc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Type="http://schemas.openxmlformats.org/officeDocument/2006/relationships/slide" Target="/ppt/slides/slide1.xml" Id="R674feac91d8d403d" /><Relationship Type="http://schemas.openxmlformats.org/officeDocument/2006/relationships/slide" Target="/ppt/slides/slide2.xml" Id="R82d8f7523f2e40b9" /><Relationship Type="http://schemas.openxmlformats.org/officeDocument/2006/relationships/slide" Target="/ppt/slides/slide3.xml" Id="Re4e8be8754934122" /><Relationship Type="http://schemas.openxmlformats.org/officeDocument/2006/relationships/slide" Target="/ppt/slides/slide4.xml" Id="R6949cef4fb754157" /><Relationship Type="http://schemas.openxmlformats.org/officeDocument/2006/relationships/slide" Target="/ppt/slides/slide5.xml" Id="R073ec191db2c44fc" /><Relationship Type="http://schemas.openxmlformats.org/officeDocument/2006/relationships/slide" Target="/ppt/slides/slide6.xml" Id="Rb4fa7e7717454407" /><Relationship Type="http://schemas.openxmlformats.org/officeDocument/2006/relationships/slide" Target="/ppt/slides/slide7.xml" Id="R05ec821675174d2d" /><Relationship Type="http://schemas.openxmlformats.org/officeDocument/2006/relationships/slide" Target="/ppt/slides/slide8.xml" Id="Rebcb7f4241ef41ec" /><Relationship Type="http://schemas.openxmlformats.org/officeDocument/2006/relationships/slide" Target="/ppt/slides/slide9.xml" Id="Red7daf6306f24e0a" /><Relationship Type="http://schemas.openxmlformats.org/officeDocument/2006/relationships/slide" Target="/ppt/slides/slide10.xml" Id="Rdb23ecaf450b4c43" /><Relationship Type="http://schemas.openxmlformats.org/officeDocument/2006/relationships/slide" Target="/ppt/slides/slide11.xml" Id="Re49cd79ed5fe4d4c" /><Relationship Type="http://schemas.openxmlformats.org/officeDocument/2006/relationships/slide" Target="/ppt/slides/slide12.xml" Id="R9896993d84144835" /><Relationship Type="http://schemas.openxmlformats.org/officeDocument/2006/relationships/slide" Target="/ppt/slides/slide13.xml" Id="Raf8d9b3b5ffc4ec1" /><Relationship Type="http://schemas.openxmlformats.org/officeDocument/2006/relationships/slide" Target="/ppt/slides/slide14.xml" Id="Rff69635f2e334bc6" /></Relationships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版式：L2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版式：L3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版式：L4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版式：L5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版式：L6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版式：L7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版式：L8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版式：L9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版式：L10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版式：L11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版式：L12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版式：L13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本样板人工构造的合成数据，仅测试版式与编辑功能，不代表真实研究。</a:t>
            </a:r>
          </a:p>
          <a:p>
            <a:r>
              <a:t>场景：学术分享型</a:t>
            </a:r>
          </a:p>
          <a:p>
            <a:r>
              <a:t>版式：L14</a:t>
            </a:r>
          </a:p>
          <a:p>
            <a:r>
              <a:t>配色：蓝白朱红</a:t>
            </a:r>
          </a:p>
          <a:p>
            <a:r>
              <a:t>所有数据为合成示意，不能作为研究证据。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slides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slides/charts/chart2.xml" Id="Rd2fd00bda74e4d93" /><Relationship Type="http://schemas.openxmlformats.org/officeDocument/2006/relationships/chart" Target="/ppt/slides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slides/charts/chart4.xml" Id="R9e4b51eb44254abd" /><Relationship Type="http://schemas.openxmlformats.org/officeDocument/2006/relationships/chart" Target="/ppt/slides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slides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slides/charts/chart7.xml" Id="R131fe6ba7eb5426e" /><Relationship Type="http://schemas.openxmlformats.org/officeDocument/2006/relationships/chart" Target="/ppt/slides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slides/charts/chart9.xml" Id="R0f90f39fb5cf47f3" /><Relationship Type="http://schemas.openxmlformats.org/officeDocument/2006/relationships/chart" Target="/ppt/slides/charts/chart10.xml" Id="R5ffc3bee95974730" /><Relationship Type="http://schemas.openxmlformats.org/officeDocument/2006/relationships/chart" Target="/ppt/slides/charts/chart11.xml" Id="R5911ad34a6c7462d" /><Relationship Type="http://schemas.openxmlformats.org/officeDocument/2006/relationships/chart" Target="/ppt/slides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1.xlsx" /></Relationships>
</file>

<file path=ppt/slides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2.xlsx" /></Relationships>
</file>

<file path=ppt/slides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3.xlsx" /></Relationships>
</file>

<file path=ppt/slides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4.xlsx" /></Relationships>
</file>

<file path=ppt/slides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5.xlsx" /></Relationships>
</file>

<file path=ppt/slides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6.xlsx" /></Relationships>
</file>

<file path=ppt/slides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7.xlsx" /></Relationships>
</file>

<file path=ppt/slides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8.xlsx" /></Relationships>
</file>

<file path=ppt/slides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9.xlsx" /></Relationships>
</file>

<file path=ppt/slides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10.xlsx" /></Relationships>
</file>

<file path=ppt/slides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11.xlsx" /></Relationships>
</file>

<file path=ppt/slides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12.xlsx" /></Relationships>
</file>

<file path=ppt/slides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8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0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numRef>
              <c:f>'Chart Data'!$A$2:$A$13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numRef>
              <c:f>'Chart Data'!$C$2:$C$13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0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""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""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0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观测值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0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下四分位数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0.########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0.########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中位数减下四分位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上四分位减中位数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0.########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0.########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0.0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区间下界（辅助）</c:v>
          </c:tx>
          <c:spPr>
            <a:noFill/>
            <a:ln>
              <a:noFill/>
            </a:ln>
          </c:spPr>
          <c:cat>
            <c:numRef>
              <c:f>'Chart Data'!$A$2:$A$13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Data'!$B$2:$B$13</c:f>
              <c:numCache>
                <c:formatCode>0.0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示意范围</c:v>
          </c:tx>
          <c:spPr>
            <a:solidFill>
              <a:srgbClr val="EEF3F8"/>
            </a:solidFill>
            <a:ln>
              <a:noFill/>
            </a:ln>
          </c:spPr>
          <c:cat>
            <c:numRef>
              <c:f>'Chart Data'!$C$2:$C$13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Data'!$D$2:$D$13</c:f>
              <c:numCache>
                <c:formatCode>0.0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numRef>
              <c:f>'Chart Data'!$E$2:$E$13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Data'!$F$2:$F$13</c:f>
              <c:numCache>
                <c:formatCode>0.0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numRef>
              <c:f>'Chart Data'!$G$2:$G$13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Data'!$H$2:$H$13</c:f>
              <c:numCache>
                <c:formatCode>0.0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0.########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""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360902" y="11069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427768" y="10734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25196" y="11403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533210" y="11274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整合相机与样点记录，保留来源与时间</a:t>
            </a:r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25113" y="2158079"/>
            <a:ext cx="483299" cy="342805"/>
          </a:xfrm>
          <a:prstGeom prst="roundRect">
            <a:avLst>
              <a:gd name="adj" fmla="val 22228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671227" y="2085023"/>
            <a:ext cx="185452" cy="95536"/>
          </a:xfrm>
          <a:prstGeom prst="roundRect">
            <a:avLst>
              <a:gd name="adj" fmla="val 50000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665607" y="2231136"/>
            <a:ext cx="202311" cy="202311"/>
          </a:xfrm>
          <a:prstGeom prst="ellipse">
            <a:avLst/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01637" y="2203037"/>
            <a:ext cx="44958" cy="44958"/>
          </a:xfrm>
          <a:prstGeom prst="ellipse">
            <a:avLst/>
          </a:prstGeom>
          <a:solidFill>
            <a:srgbClr val="173D67"/>
          </a:solidFill>
          <a:ln w="17562">
            <a:solidFill>
              <a:srgbClr val="173D67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09675" y="2276475"/>
            <a:ext cx="514350" cy="15240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1974342" y="2133791"/>
            <a:ext cx="375666" cy="348044"/>
          </a:xfrm>
          <a:prstGeom prst="can">
            <a:avLst/>
          </a:prstGeom>
          <a:noFill/>
          <a:ln w="17264">
            <a:solidFill>
              <a:srgbClr val="173D67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42900" y="2695575"/>
          <a:ext cx="3686175" cy="523875"/>
        </p:xfrm>
        <a:graphic>
          <a:graphicData uri="http://schemas.openxmlformats.org/drawingml/2006/table">
            <a:tbl>
              <a:tblPr/>
              <a:tblGrid>
                <a:gridCol w="1228725"/>
                <a:gridCol w="1228725"/>
                <a:gridCol w="1228725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68831" y="11249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51127" y="106060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51425" y="110690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312849" y="12432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97120" y="124063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55318" y="2357438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44878" y="2131219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97779" y="2294096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62048" y="2773680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54854" y="2764631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305925" y="1990725"/>
          <a:ext cx="2514600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110597" y="3048000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808845" y="1857375"/>
            <a:ext cx="100584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79118" y="3807143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410575" y="4905375"/>
            <a:ext cx="685800" cy="685800"/>
          </a:xfrm>
          <a:prstGeom prst="ellipse">
            <a:avLst/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6012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678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6012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678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6012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389192" y="3812286"/>
            <a:ext cx="167164" cy="200597"/>
          </a:xfrm>
          <a:prstGeom prst="roundRect">
            <a:avLst>
              <a:gd name="adj" fmla="val 45584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432911" y="3794284"/>
            <a:ext cx="77153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668655" y="4922520"/>
            <a:ext cx="557213" cy="668655"/>
          </a:xfrm>
          <a:prstGeom prst="roundRect">
            <a:avLst>
              <a:gd name="adj" fmla="val 13675"/>
            </a:avLst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14388" y="4862513"/>
            <a:ext cx="257175" cy="1285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6789">
            <a:solidFill>
              <a:srgbClr val="173D67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6573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7907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6573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7907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6573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7907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4246" y="2010691"/>
            <a:ext cx="286703" cy="203359"/>
          </a:xfrm>
          <a:prstGeom prst="roundRect">
            <a:avLst>
              <a:gd name="adj" fmla="val 37471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0923" y="1967352"/>
            <a:ext cx="110014" cy="56674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7590" y="2054029"/>
            <a:ext cx="120015" cy="120015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607" y="2037361"/>
            <a:ext cx="26670" cy="26670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42285" y="2324539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E5E81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87138" y="3361072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93818" y="3277728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23834" y="3337736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73828" y="3514425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23809" y="3511091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38511" y="365158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67F9B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3428" y="4690623"/>
            <a:ext cx="266700" cy="266700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1465" y="5047811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DA0B5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03872" y="3370245"/>
            <a:ext cx="216694" cy="260033"/>
          </a:xfrm>
          <a:prstGeom prst="roundRect">
            <a:avLst>
              <a:gd name="adj" fmla="val 35165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60546" y="3346909"/>
            <a:ext cx="100013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15239" y="372076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</a:p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/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667250"/>
          <a:ext cx="11734800" cy="11811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均匀度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</a:t>
            </a: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643890" y="11883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395121" y="11836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16469" y="11229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11802" y="12443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07827" y="12210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51711" y="1132332"/>
            <a:ext cx="303371" cy="364046"/>
          </a:xfrm>
          <a:prstGeom prst="roundRect">
            <a:avLst>
              <a:gd name="adj" fmla="val 25118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31054" y="1099661"/>
            <a:ext cx="140018" cy="7000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02050" y="2287524"/>
            <a:ext cx="69437" cy="115729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474059" y="2344103"/>
            <a:ext cx="77153" cy="115729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81300"/>
        </p:xfrm>
        <a:graphic>
          <a:graphicData uri="http://schemas.openxmlformats.org/drawingml/2006/table">
            <a:tbl>
              <a:tblPr/>
              <a:tblGrid>
                <a:gridCol w="1201738"/>
                <a:gridCol w="1201738"/>
                <a:gridCol w="1201738"/>
                <a:gridCol w="1201738"/>
                <a:gridCol w="1201738"/>
                <a:gridCol w="1201738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AF3D3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solidFill>
                            <a:srgbClr val="AF3D3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657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8023384" y="2284952"/>
            <a:ext cx="231458" cy="210884"/>
          </a:xfrm>
          <a:prstGeom prst="triangle">
            <a:avLst/>
          </a:prstGeom>
          <a:solidFill>
            <a:srgbClr val="AF3D3D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95393" y="2338959"/>
            <a:ext cx="90011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43958" y="3811238"/>
            <a:ext cx="190310" cy="180023"/>
          </a:xfrm>
          <a:prstGeom prst="roundRect">
            <a:avLst>
              <a:gd name="adj" fmla="val 42328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74819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74819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28826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28826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82832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82832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/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学术分享型 · RESEARCH PRESENTATION</a:t>
            </a:r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  <p:extLst>
      <p:ext uri="{BB962C8B-B14F-4D97-AF65-F5344CB8AC3E}">
        <ns4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22860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5D7795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5D7795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noFill/>
          <a:ln w="22324">
            <a:solidFill>
              <a:srgbClr val="173D67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/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</a:p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718EAA"/>
          </a:solidFill>
          <a:ln w="14288">
            <a:noFill/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  <p:extLst>
      <p:ext uri="{BB962C8B-B14F-4D97-AF65-F5344CB8AC3E}">
        <ns4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228600" y="876300"/>
            <a:ext cx="2743200" cy="521017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238125" y="885825"/>
            <a:ext cx="2724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360902" y="101165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427768" y="97821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25196" y="104508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533210" y="103222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685800" y="942975"/>
            <a:ext cx="217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43250" y="876300"/>
            <a:ext cx="5238750" cy="5210175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52775" y="885825"/>
            <a:ext cx="52197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57550" y="1045083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57550" y="998792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57550" y="952500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00450" y="942975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53450" y="876300"/>
            <a:ext cx="3409950" cy="5210175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62975" y="885825"/>
            <a:ext cx="33909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93468" y="978218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9010650" y="942975"/>
            <a:ext cx="2838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381000" y="1555242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381000" y="1472946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381000" y="1390650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981075" y="13906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981075" y="17526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476250" y="230314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476250" y="216598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476250" y="202882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486156" y="2932176"/>
            <a:ext cx="123444" cy="205740"/>
          </a:xfrm>
          <a:prstGeom prst="ellipse">
            <a:avLst/>
          </a:prstGeom>
          <a:solidFill>
            <a:srgbClr val="68819C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14172" y="3032760"/>
            <a:ext cx="137160" cy="205740"/>
          </a:xfrm>
          <a:prstGeom prst="ellipse">
            <a:avLst/>
          </a:prstGeom>
          <a:solidFill>
            <a:srgbClr val="9EAEBF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981075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981075" y="325755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/>
          <a:stretch/>
        </p:blipFill>
        <p:spPr>
          <a:xfrm>
            <a:off x="495300" y="3543300"/>
            <a:ext cx="1143000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13004" y="4505706"/>
            <a:ext cx="393192" cy="278892"/>
          </a:xfrm>
          <a:prstGeom prst="roundRect">
            <a:avLst>
              <a:gd name="adj" fmla="val 27322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531876" y="4446270"/>
            <a:ext cx="150876" cy="77724"/>
          </a:xfrm>
          <a:prstGeom prst="roundRect">
            <a:avLst>
              <a:gd name="adj" fmla="val 50000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27304" y="4565142"/>
            <a:ext cx="164592" cy="164592"/>
          </a:xfrm>
          <a:prstGeom prst="ellipse">
            <a:avLst/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19328" y="4542282"/>
            <a:ext cx="36576" cy="36576"/>
          </a:xfrm>
          <a:prstGeom prst="ellipse">
            <a:avLst/>
          </a:prstGeom>
          <a:solidFill>
            <a:srgbClr val="173D67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981075" y="44005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981075" y="47625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01980" y="5284470"/>
            <a:ext cx="491490" cy="348615"/>
          </a:xfrm>
          <a:prstGeom prst="roundRect">
            <a:avLst>
              <a:gd name="adj" fmla="val 21858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750570" y="5210175"/>
            <a:ext cx="188595" cy="97155"/>
          </a:xfrm>
          <a:prstGeom prst="roundRect">
            <a:avLst>
              <a:gd name="adj" fmla="val 50000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744855" y="5358765"/>
            <a:ext cx="205740" cy="205740"/>
          </a:xfrm>
          <a:prstGeom prst="ellipse">
            <a:avLst/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984885" y="5330190"/>
            <a:ext cx="45720" cy="45720"/>
          </a:xfrm>
          <a:prstGeom prst="ellipse">
            <a:avLst/>
          </a:prstGeom>
          <a:solidFill>
            <a:srgbClr val="173D67"/>
          </a:solidFill>
          <a:ln w="17859">
            <a:solidFill>
              <a:srgbClr val="173D67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2766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00425" y="1682877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00425" y="1617726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00425" y="1552575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385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909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530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21605" y="1639443"/>
            <a:ext cx="79629" cy="7962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149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673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94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36474" y="1581531"/>
            <a:ext cx="97727" cy="162878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37820" y="1661160"/>
            <a:ext cx="108585" cy="162878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913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7437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2766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36620" y="2997518"/>
            <a:ext cx="194310" cy="180023"/>
          </a:xfrm>
          <a:prstGeom prst="can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528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530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18735" y="2977515"/>
            <a:ext cx="185738" cy="222885"/>
          </a:xfrm>
          <a:prstGeom prst="roundRect">
            <a:avLst>
              <a:gd name="adj" fmla="val 41026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67313" y="2957513"/>
            <a:ext cx="85725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292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94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60845" y="3028950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52285" y="2957513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63728" y="300894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20865" y="3160395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92278" y="315753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1056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387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151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576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40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4104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276600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36620" y="4131945"/>
            <a:ext cx="280035" cy="280035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57625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09950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0725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7419" y="4285298"/>
            <a:ext cx="43339" cy="11001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761" y="4225290"/>
            <a:ext cx="43339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4104" y="4158615"/>
            <a:ext cx="43339" cy="23669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81750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4075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76750" y="3543300"/>
            <a:ext cx="1257300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4050" y="3543300"/>
            <a:ext cx="1266825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24325" y="5505450"/>
            <a:ext cx="3286125" cy="428625"/>
          </a:xfrm>
          <a:prstGeom prst="roundRect">
            <a:avLst>
              <a:gd name="adj" fmla="val 17778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19575" y="5581650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76750" y="4876800"/>
            <a:ext cx="129063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67388" y="4876800"/>
            <a:ext cx="123348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705850" y="14001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39175" y="1752600"/>
          <a:ext cx="3219450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39175" y="2088909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39175" y="2405691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39175" y="2722474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39175" y="3039256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69399" y="385762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705850" y="416242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48713" y="460533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67800" y="455295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48713" y="5053013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67800" y="5000625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48713" y="550068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67800" y="544830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/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/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/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/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/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/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/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共同作用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对照设计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区分</a:t>
            </a: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  <p:extLst>
      <p:ext uri="{BB962C8B-B14F-4D97-AF65-F5344CB8AC3E}">
        <ns4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2619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342900" y="923925"/>
            <a:ext cx="2390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19425" y="895350"/>
            <a:ext cx="5391150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33725" y="923925"/>
            <a:ext cx="516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82025" y="895350"/>
            <a:ext cx="3381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96325" y="923925"/>
            <a:ext cx="3152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228600" y="14097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546735" y="1648206"/>
            <a:ext cx="96393" cy="96393"/>
          </a:xfrm>
          <a:prstGeom prst="ellipse">
            <a:avLst/>
          </a:prstGeom>
          <a:solidFill>
            <a:srgbClr val="173D67"/>
          </a:solidFill>
          <a:ln w="13692">
            <a:solidFill>
              <a:srgbClr val="173D67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952500" y="15335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381000" y="20097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228600" y="295275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371475" y="3243834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371475" y="3164967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371475" y="3086100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952500" y="307657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381000" y="355282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228600" y="44958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441579" y="4712399"/>
            <a:ext cx="297942" cy="276035"/>
          </a:xfrm>
          <a:prstGeom prst="can">
            <a:avLst/>
          </a:prstGeom>
          <a:noFill/>
          <a:ln w="13692">
            <a:solidFill>
              <a:srgbClr val="173D67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952500" y="46196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381000" y="50958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2420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38500" y="1764030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38500" y="1686878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38500" y="1609725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455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10300" y="1712595"/>
            <a:ext cx="94298" cy="94298"/>
          </a:xfrm>
          <a:prstGeom prst="ellipse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37084" y="3368040"/>
            <a:ext cx="115729" cy="192881"/>
          </a:xfrm>
          <a:prstGeom prst="ellipse">
            <a:avLst/>
          </a:prstGeom>
          <a:solidFill>
            <a:srgbClr val="68819C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57099" y="3462338"/>
            <a:ext cx="128588" cy="192881"/>
          </a:xfrm>
          <a:prstGeom prst="ellipse">
            <a:avLst/>
          </a:prstGeom>
          <a:solidFill>
            <a:srgbClr val="9EAEB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77190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455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568" y="34623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1728" y="33551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8891" y="34323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4598" y="36595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716" y="36552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7225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2420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38500" y="5057775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07080" y="5079206"/>
            <a:ext cx="295751" cy="265748"/>
          </a:xfrm>
          <a:prstGeom prst="cloud">
            <a:avLst/>
          </a:prstGeom>
          <a:solidFill>
            <a:srgbClr val="748BA4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77190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455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6006" y="5289233"/>
            <a:ext cx="55721" cy="14144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40304" y="5212080"/>
            <a:ext cx="55721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4601" y="5126355"/>
            <a:ext cx="55721" cy="304324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0053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10088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0053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10088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76875" y="5419725"/>
            <a:ext cx="447675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62500" y="4286250"/>
            <a:ext cx="1943100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57750" y="4333875"/>
            <a:ext cx="17526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</a:p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96325" y="13811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629650" y="1752600"/>
          <a:ext cx="3238500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629650" y="2036978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629650" y="2315642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629650" y="2594305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629650" y="2872969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65970" y="35814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96325" y="37052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629650" y="4076700"/>
          <a:ext cx="3238500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65970" y="59055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因果解释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支持</a:t>
            </a:r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证据缺口</a:t>
            </a: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445770" y="1033272"/>
            <a:ext cx="56579" cy="5657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" cy="20955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2400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2400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2400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35399" y="992124"/>
            <a:ext cx="216027" cy="216027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48175" y="1809750"/>
            <a:ext cx="800100" cy="800100"/>
          </a:xfrm>
          <a:prstGeom prst="rect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495925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495925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495925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495925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495925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304752" y="10307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71618" y="9972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69046" y="10641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77060" y="10512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410575" y="1952625"/>
            <a:ext cx="819150" cy="581025"/>
          </a:xfrm>
          <a:prstGeom prst="roundRect">
            <a:avLst>
              <a:gd name="adj" fmla="val 13115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58225" y="1828800"/>
            <a:ext cx="314325" cy="161925"/>
          </a:xfrm>
          <a:prstGeom prst="roundRect">
            <a:avLst>
              <a:gd name="adj" fmla="val 47059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342900" cy="3429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48750" y="2028825"/>
            <a:ext cx="76200" cy="7620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6785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6785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6785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6785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6785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358331" y="36585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440627" y="359425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540925" y="364055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02348" y="37768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386620" y="377428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457200" y="462915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33475" y="45624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561975" y="50577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2400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2400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2400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379119" y="3720275"/>
            <a:ext cx="33433" cy="8486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35697" y="3673983"/>
            <a:ext cx="33433" cy="131159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492276" y="3622548"/>
            <a:ext cx="33433" cy="18259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10100" y="4857750"/>
            <a:ext cx="123825" cy="31432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19650" y="4686300"/>
            <a:ext cx="123825" cy="485775"/>
          </a:xfrm>
          <a:prstGeom prst="rect">
            <a:avLst/>
          </a:prstGeom>
          <a:solidFill>
            <a:srgbClr val="5D7795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29200" y="4495800"/>
            <a:ext cx="123825" cy="67627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495925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495925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495925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495925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495925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302181" y="3596831"/>
            <a:ext cx="226314" cy="226314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401050" y="4400550"/>
            <a:ext cx="838200" cy="8382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6785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6785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6785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6785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6785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证据缺口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展开</a:t>
            </a: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13423" y="1122998"/>
            <a:ext cx="270701" cy="27070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666750" y="1076325"/>
            <a:ext cx="466725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52425" y="166687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33375" y="207645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回答“是什么”</a:t>
            </a:r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198370" y="1355217"/>
            <a:ext cx="150876" cy="150876"/>
          </a:xfrm>
          <a:prstGeom prst="ellipse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38325" y="198120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8110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71975" y="132397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71975" y="174307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205913" y="1506093"/>
            <a:ext cx="96584" cy="245173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69362" y="1372362"/>
            <a:ext cx="96584" cy="378905"/>
          </a:xfrm>
          <a:prstGeom prst="rect">
            <a:avLst/>
          </a:prstGeom>
          <a:solidFill>
            <a:srgbClr val="5D7795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532811" y="1223772"/>
            <a:ext cx="96584" cy="527495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05825" y="196215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694754" y="2826068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844106" y="2709386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26128" y="2793397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956120" y="3040761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746093" y="3036094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52425" y="3276600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33375" y="3686175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回答“为什么”</a:t>
            </a:r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095500" y="3170682"/>
            <a:ext cx="89154" cy="226314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46376" y="3047238"/>
            <a:ext cx="89154" cy="349758"/>
          </a:xfrm>
          <a:prstGeom prst="rect">
            <a:avLst/>
          </a:prstGeom>
          <a:solidFill>
            <a:srgbClr val="5D7795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397252" y="2910078"/>
            <a:ext cx="89154" cy="486918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38325" y="3590925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90825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71975" y="2933700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71975" y="335280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64752" y="2937510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302496" y="2751773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92247" y="2885504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80804" y="3279267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46477" y="3271838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05825" y="357187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774097" y="4333113"/>
            <a:ext cx="126016" cy="210026"/>
          </a:xfrm>
          <a:prstGeom prst="ellipse">
            <a:avLst/>
          </a:prstGeom>
          <a:solidFill>
            <a:srgbClr val="68819C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04780" y="4435793"/>
            <a:ext cx="140018" cy="210026"/>
          </a:xfrm>
          <a:prstGeom prst="ellipse">
            <a:avLst/>
          </a:prstGeom>
          <a:solidFill>
            <a:srgbClr val="9EAEB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52425" y="488632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33375" y="5295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回答“哪里适用”</a:t>
            </a:r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24050" y="4410075"/>
            <a:ext cx="685800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33778" y="4444365"/>
            <a:ext cx="473202" cy="425196"/>
          </a:xfrm>
          <a:prstGeom prst="cloud">
            <a:avLst/>
          </a:prstGeom>
          <a:solidFill>
            <a:srgbClr val="748BA4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38325" y="520065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40055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71975" y="454342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71975" y="49625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9020175" y="4591812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9020175" y="4458081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9020175" y="4324350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05825" y="518160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/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173D67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0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